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2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711" r:id="rId2"/>
    <p:sldMasterId id="2147483765" r:id="rId3"/>
  </p:sldMasterIdLst>
  <p:notesMasterIdLst>
    <p:notesMasterId r:id="rId25"/>
  </p:notesMasterIdLst>
  <p:sldIdLst>
    <p:sldId id="256" r:id="rId4"/>
    <p:sldId id="261" r:id="rId5"/>
    <p:sldId id="257" r:id="rId6"/>
    <p:sldId id="262" r:id="rId7"/>
    <p:sldId id="281" r:id="rId8"/>
    <p:sldId id="278" r:id="rId9"/>
    <p:sldId id="264" r:id="rId10"/>
    <p:sldId id="266" r:id="rId11"/>
    <p:sldId id="267" r:id="rId12"/>
    <p:sldId id="265" r:id="rId13"/>
    <p:sldId id="279" r:id="rId14"/>
    <p:sldId id="269" r:id="rId15"/>
    <p:sldId id="270" r:id="rId16"/>
    <p:sldId id="280" r:id="rId17"/>
    <p:sldId id="274" r:id="rId18"/>
    <p:sldId id="275" r:id="rId19"/>
    <p:sldId id="277" r:id="rId20"/>
    <p:sldId id="272" r:id="rId21"/>
    <p:sldId id="271" r:id="rId22"/>
    <p:sldId id="273" r:id="rId23"/>
    <p:sldId id="282" r:id="rId24"/>
  </p:sldIdLst>
  <p:sldSz cx="12192000" cy="685800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12B2A"/>
    <a:srgbClr val="DA3E3E"/>
    <a:srgbClr val="ED552B"/>
    <a:srgbClr val="F2A6A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204" autoAdjust="0"/>
    <p:restoredTop sz="94660"/>
  </p:normalViewPr>
  <p:slideViewPr>
    <p:cSldViewPr snapToGrid="0">
      <p:cViewPr varScale="1">
        <p:scale>
          <a:sx n="75" d="100"/>
          <a:sy n="75" d="100"/>
        </p:scale>
        <p:origin x="77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theme" Target="theme/theme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8D13869-4E93-47AE-8B41-DC015E0E8D10}" type="datetimeFigureOut">
              <a:rPr lang="en-IN" smtClean="0"/>
              <a:t>18-03-2025</a:t>
            </a:fld>
            <a:endParaRPr lang="en-I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1A1B230-DAB4-4225-B22D-50792879848B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024424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9930998">
            <a:off x="7811011" y="-919496"/>
            <a:ext cx="3293215" cy="2619279"/>
            <a:chOff x="2173200" y="3006475"/>
            <a:chExt cx="883975" cy="703075"/>
          </a:xfrm>
        </p:grpSpPr>
        <p:sp>
          <p:nvSpPr>
            <p:cNvPr id="10" name="Google Shape;10;p2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" name="Google Shape;14;p2"/>
          <p:cNvSpPr txBox="1">
            <a:spLocks noGrp="1"/>
          </p:cNvSpPr>
          <p:nvPr>
            <p:ph type="ctrTitle"/>
          </p:nvPr>
        </p:nvSpPr>
        <p:spPr>
          <a:xfrm>
            <a:off x="5018933" y="1199067"/>
            <a:ext cx="6219600" cy="32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5" name="Google Shape;15;p2"/>
          <p:cNvSpPr txBox="1">
            <a:spLocks noGrp="1"/>
          </p:cNvSpPr>
          <p:nvPr>
            <p:ph type="subTitle" idx="1"/>
          </p:nvPr>
        </p:nvSpPr>
        <p:spPr>
          <a:xfrm>
            <a:off x="5382825" y="4849900"/>
            <a:ext cx="5812000" cy="5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16" name="Google Shape;16;p2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17" name="Google Shape;17;p2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2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2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2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2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2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2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2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2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2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2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2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2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2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2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2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2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2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2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2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3" name="Google Shape;153;p2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154" name="Google Shape;154;p2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2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2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2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2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2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2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2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2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2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2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2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2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2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2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2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2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2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2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2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2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2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2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2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2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2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2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2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2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2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2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2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2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2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2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2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2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2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2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2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2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2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2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2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2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2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2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2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2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2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2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2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2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2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2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2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2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2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2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2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2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2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2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2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2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2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2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2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2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2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2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2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2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2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2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2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2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2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2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2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2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2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2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2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2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2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2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2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2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2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2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2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2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2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2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2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2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2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2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" name="Google Shape;264;p2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2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2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2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2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2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2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2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2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2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2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" name="Google Shape;275;p2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" name="Google Shape;276;p2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2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2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2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2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2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2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2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2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2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2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2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2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2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4065399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1" name="Google Shape;291;p3"/>
          <p:cNvGrpSpPr/>
          <p:nvPr/>
        </p:nvGrpSpPr>
        <p:grpSpPr>
          <a:xfrm rot="-9853490" flipH="1">
            <a:off x="7774903" y="-1237069"/>
            <a:ext cx="2942423" cy="2719720"/>
            <a:chOff x="5491850" y="3225350"/>
            <a:chExt cx="850875" cy="786475"/>
          </a:xfrm>
        </p:grpSpPr>
        <p:sp>
          <p:nvSpPr>
            <p:cNvPr id="292" name="Google Shape;292;p3"/>
            <p:cNvSpPr/>
            <p:nvPr/>
          </p:nvSpPr>
          <p:spPr>
            <a:xfrm>
              <a:off x="5491850" y="3225350"/>
              <a:ext cx="850875" cy="786475"/>
            </a:xfrm>
            <a:custGeom>
              <a:avLst/>
              <a:gdLst/>
              <a:ahLst/>
              <a:cxnLst/>
              <a:rect l="l" t="t" r="r" b="b"/>
              <a:pathLst>
                <a:path w="34035" h="31459" extrusionOk="0">
                  <a:moveTo>
                    <a:pt x="17863" y="1"/>
                  </a:moveTo>
                  <a:cubicBezTo>
                    <a:pt x="15960" y="1"/>
                    <a:pt x="14109" y="678"/>
                    <a:pt x="12420" y="1548"/>
                  </a:cubicBezTo>
                  <a:cubicBezTo>
                    <a:pt x="11289" y="2130"/>
                    <a:pt x="10204" y="2795"/>
                    <a:pt x="9093" y="3418"/>
                  </a:cubicBezTo>
                  <a:cubicBezTo>
                    <a:pt x="8075" y="3986"/>
                    <a:pt x="6991" y="4462"/>
                    <a:pt x="6039" y="5141"/>
                  </a:cubicBezTo>
                  <a:cubicBezTo>
                    <a:pt x="5567" y="5477"/>
                    <a:pt x="5141" y="5873"/>
                    <a:pt x="4771" y="6322"/>
                  </a:cubicBezTo>
                  <a:cubicBezTo>
                    <a:pt x="4399" y="6784"/>
                    <a:pt x="4080" y="7287"/>
                    <a:pt x="3780" y="7799"/>
                  </a:cubicBezTo>
                  <a:cubicBezTo>
                    <a:pt x="3128" y="8904"/>
                    <a:pt x="2546" y="10048"/>
                    <a:pt x="2030" y="11222"/>
                  </a:cubicBezTo>
                  <a:cubicBezTo>
                    <a:pt x="1025" y="13528"/>
                    <a:pt x="307" y="15980"/>
                    <a:pt x="77" y="18488"/>
                  </a:cubicBezTo>
                  <a:cubicBezTo>
                    <a:pt x="24" y="19107"/>
                    <a:pt x="1" y="19726"/>
                    <a:pt x="4" y="20345"/>
                  </a:cubicBezTo>
                  <a:cubicBezTo>
                    <a:pt x="7" y="20360"/>
                    <a:pt x="20" y="20367"/>
                    <a:pt x="32" y="20367"/>
                  </a:cubicBezTo>
                  <a:cubicBezTo>
                    <a:pt x="44" y="20367"/>
                    <a:pt x="56" y="20360"/>
                    <a:pt x="57" y="20345"/>
                  </a:cubicBezTo>
                  <a:lnTo>
                    <a:pt x="61" y="20345"/>
                  </a:lnTo>
                  <a:cubicBezTo>
                    <a:pt x="81" y="17836"/>
                    <a:pt x="586" y="15351"/>
                    <a:pt x="1431" y="12996"/>
                  </a:cubicBezTo>
                  <a:cubicBezTo>
                    <a:pt x="1864" y="11798"/>
                    <a:pt x="2373" y="10634"/>
                    <a:pt x="2958" y="9502"/>
                  </a:cubicBezTo>
                  <a:cubicBezTo>
                    <a:pt x="3241" y="8950"/>
                    <a:pt x="3541" y="8408"/>
                    <a:pt x="3853" y="7869"/>
                  </a:cubicBezTo>
                  <a:cubicBezTo>
                    <a:pt x="4163" y="7343"/>
                    <a:pt x="4489" y="6821"/>
                    <a:pt x="4881" y="6352"/>
                  </a:cubicBezTo>
                  <a:cubicBezTo>
                    <a:pt x="5636" y="5447"/>
                    <a:pt x="6635" y="4865"/>
                    <a:pt x="7673" y="4339"/>
                  </a:cubicBezTo>
                  <a:cubicBezTo>
                    <a:pt x="8744" y="3793"/>
                    <a:pt x="9798" y="3221"/>
                    <a:pt x="10850" y="2639"/>
                  </a:cubicBezTo>
                  <a:cubicBezTo>
                    <a:pt x="12899" y="1505"/>
                    <a:pt x="15038" y="340"/>
                    <a:pt x="17430" y="224"/>
                  </a:cubicBezTo>
                  <a:cubicBezTo>
                    <a:pt x="17545" y="218"/>
                    <a:pt x="17658" y="215"/>
                    <a:pt x="17772" y="215"/>
                  </a:cubicBezTo>
                  <a:cubicBezTo>
                    <a:pt x="18921" y="215"/>
                    <a:pt x="20033" y="498"/>
                    <a:pt x="21117" y="879"/>
                  </a:cubicBezTo>
                  <a:cubicBezTo>
                    <a:pt x="22351" y="1312"/>
                    <a:pt x="23565" y="1804"/>
                    <a:pt x="24786" y="2270"/>
                  </a:cubicBezTo>
                  <a:cubicBezTo>
                    <a:pt x="26017" y="2739"/>
                    <a:pt x="27261" y="3185"/>
                    <a:pt x="28479" y="3694"/>
                  </a:cubicBezTo>
                  <a:cubicBezTo>
                    <a:pt x="29504" y="4126"/>
                    <a:pt x="30472" y="4665"/>
                    <a:pt x="31274" y="5450"/>
                  </a:cubicBezTo>
                  <a:cubicBezTo>
                    <a:pt x="32667" y="6808"/>
                    <a:pt x="33536" y="8697"/>
                    <a:pt x="33699" y="10637"/>
                  </a:cubicBezTo>
                  <a:cubicBezTo>
                    <a:pt x="33902" y="13095"/>
                    <a:pt x="32857" y="15418"/>
                    <a:pt x="31776" y="17560"/>
                  </a:cubicBezTo>
                  <a:cubicBezTo>
                    <a:pt x="29537" y="21975"/>
                    <a:pt x="26829" y="26137"/>
                    <a:pt x="23698" y="29976"/>
                  </a:cubicBezTo>
                  <a:cubicBezTo>
                    <a:pt x="23316" y="30442"/>
                    <a:pt x="22936" y="30921"/>
                    <a:pt x="22534" y="31373"/>
                  </a:cubicBezTo>
                  <a:cubicBezTo>
                    <a:pt x="22503" y="31409"/>
                    <a:pt x="22535" y="31459"/>
                    <a:pt x="22571" y="31459"/>
                  </a:cubicBezTo>
                  <a:cubicBezTo>
                    <a:pt x="22582" y="31459"/>
                    <a:pt x="22594" y="31454"/>
                    <a:pt x="22604" y="31443"/>
                  </a:cubicBezTo>
                  <a:cubicBezTo>
                    <a:pt x="23023" y="30968"/>
                    <a:pt x="23452" y="30505"/>
                    <a:pt x="23861" y="30019"/>
                  </a:cubicBezTo>
                  <a:cubicBezTo>
                    <a:pt x="24274" y="29537"/>
                    <a:pt x="24676" y="29051"/>
                    <a:pt x="25072" y="28556"/>
                  </a:cubicBezTo>
                  <a:cubicBezTo>
                    <a:pt x="25851" y="27581"/>
                    <a:pt x="26606" y="26583"/>
                    <a:pt x="27321" y="25561"/>
                  </a:cubicBezTo>
                  <a:cubicBezTo>
                    <a:pt x="28768" y="23489"/>
                    <a:pt x="30089" y="21333"/>
                    <a:pt x="31277" y="19104"/>
                  </a:cubicBezTo>
                  <a:cubicBezTo>
                    <a:pt x="31886" y="17963"/>
                    <a:pt x="32481" y="16805"/>
                    <a:pt x="32977" y="15607"/>
                  </a:cubicBezTo>
                  <a:cubicBezTo>
                    <a:pt x="33459" y="14430"/>
                    <a:pt x="33839" y="13199"/>
                    <a:pt x="33918" y="11924"/>
                  </a:cubicBezTo>
                  <a:cubicBezTo>
                    <a:pt x="34035" y="9942"/>
                    <a:pt x="33473" y="7982"/>
                    <a:pt x="32321" y="6365"/>
                  </a:cubicBezTo>
                  <a:cubicBezTo>
                    <a:pt x="31759" y="5573"/>
                    <a:pt x="31054" y="4891"/>
                    <a:pt x="30242" y="4359"/>
                  </a:cubicBezTo>
                  <a:cubicBezTo>
                    <a:pt x="29168" y="3657"/>
                    <a:pt x="27937" y="3235"/>
                    <a:pt x="26746" y="2779"/>
                  </a:cubicBezTo>
                  <a:cubicBezTo>
                    <a:pt x="25478" y="2290"/>
                    <a:pt x="24211" y="1807"/>
                    <a:pt x="22943" y="1322"/>
                  </a:cubicBezTo>
                  <a:cubicBezTo>
                    <a:pt x="21702" y="849"/>
                    <a:pt x="20458" y="334"/>
                    <a:pt x="19144" y="107"/>
                  </a:cubicBezTo>
                  <a:cubicBezTo>
                    <a:pt x="18715" y="34"/>
                    <a:pt x="18288" y="1"/>
                    <a:pt x="1786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5578825" y="3382175"/>
              <a:ext cx="234025" cy="284700"/>
            </a:xfrm>
            <a:custGeom>
              <a:avLst/>
              <a:gdLst/>
              <a:ahLst/>
              <a:cxnLst/>
              <a:rect l="l" t="t" r="r" b="b"/>
              <a:pathLst>
                <a:path w="9361" h="11388" extrusionOk="0">
                  <a:moveTo>
                    <a:pt x="6303" y="1"/>
                  </a:moveTo>
                  <a:cubicBezTo>
                    <a:pt x="5144" y="1"/>
                    <a:pt x="4019" y="828"/>
                    <a:pt x="3192" y="1679"/>
                  </a:cubicBezTo>
                  <a:cubicBezTo>
                    <a:pt x="1622" y="3303"/>
                    <a:pt x="561" y="5275"/>
                    <a:pt x="18" y="7461"/>
                  </a:cubicBezTo>
                  <a:cubicBezTo>
                    <a:pt x="0" y="7535"/>
                    <a:pt x="61" y="7582"/>
                    <a:pt x="120" y="7582"/>
                  </a:cubicBezTo>
                  <a:cubicBezTo>
                    <a:pt x="160" y="7582"/>
                    <a:pt x="200" y="7561"/>
                    <a:pt x="215" y="7511"/>
                  </a:cubicBezTo>
                  <a:cubicBezTo>
                    <a:pt x="770" y="5721"/>
                    <a:pt x="1702" y="4028"/>
                    <a:pt x="2956" y="2627"/>
                  </a:cubicBezTo>
                  <a:cubicBezTo>
                    <a:pt x="3746" y="1745"/>
                    <a:pt x="5014" y="552"/>
                    <a:pt x="6256" y="552"/>
                  </a:cubicBezTo>
                  <a:cubicBezTo>
                    <a:pt x="6723" y="552"/>
                    <a:pt x="7187" y="721"/>
                    <a:pt x="7620" y="1140"/>
                  </a:cubicBezTo>
                  <a:cubicBezTo>
                    <a:pt x="8911" y="2388"/>
                    <a:pt x="8675" y="4607"/>
                    <a:pt x="8326" y="6197"/>
                  </a:cubicBezTo>
                  <a:cubicBezTo>
                    <a:pt x="7923" y="8017"/>
                    <a:pt x="7025" y="9504"/>
                    <a:pt x="6093" y="11091"/>
                  </a:cubicBezTo>
                  <a:cubicBezTo>
                    <a:pt x="6006" y="11243"/>
                    <a:pt x="6135" y="11387"/>
                    <a:pt x="6276" y="11387"/>
                  </a:cubicBezTo>
                  <a:cubicBezTo>
                    <a:pt x="6323" y="11387"/>
                    <a:pt x="6371" y="11371"/>
                    <a:pt x="6413" y="11334"/>
                  </a:cubicBezTo>
                  <a:cubicBezTo>
                    <a:pt x="7993" y="9906"/>
                    <a:pt x="8841" y="7614"/>
                    <a:pt x="9121" y="5552"/>
                  </a:cubicBezTo>
                  <a:cubicBezTo>
                    <a:pt x="9360" y="3798"/>
                    <a:pt x="9317" y="1583"/>
                    <a:pt x="7707" y="458"/>
                  </a:cubicBezTo>
                  <a:cubicBezTo>
                    <a:pt x="7245" y="136"/>
                    <a:pt x="6771" y="1"/>
                    <a:pt x="630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5793975" y="3403775"/>
              <a:ext cx="223050" cy="340525"/>
            </a:xfrm>
            <a:custGeom>
              <a:avLst/>
              <a:gdLst/>
              <a:ahLst/>
              <a:cxnLst/>
              <a:rect l="l" t="t" r="r" b="b"/>
              <a:pathLst>
                <a:path w="8922" h="13621" extrusionOk="0">
                  <a:moveTo>
                    <a:pt x="4761" y="0"/>
                  </a:moveTo>
                  <a:cubicBezTo>
                    <a:pt x="4165" y="0"/>
                    <a:pt x="3557" y="140"/>
                    <a:pt x="2980" y="419"/>
                  </a:cubicBezTo>
                  <a:cubicBezTo>
                    <a:pt x="1097" y="1331"/>
                    <a:pt x="215" y="3290"/>
                    <a:pt x="6" y="5273"/>
                  </a:cubicBezTo>
                  <a:cubicBezTo>
                    <a:pt x="0" y="5335"/>
                    <a:pt x="46" y="5365"/>
                    <a:pt x="94" y="5365"/>
                  </a:cubicBezTo>
                  <a:cubicBezTo>
                    <a:pt x="137" y="5365"/>
                    <a:pt x="183" y="5342"/>
                    <a:pt x="199" y="5296"/>
                  </a:cubicBezTo>
                  <a:lnTo>
                    <a:pt x="199" y="5293"/>
                  </a:lnTo>
                  <a:cubicBezTo>
                    <a:pt x="791" y="3650"/>
                    <a:pt x="1613" y="1813"/>
                    <a:pt x="3293" y="1038"/>
                  </a:cubicBezTo>
                  <a:cubicBezTo>
                    <a:pt x="3760" y="822"/>
                    <a:pt x="4231" y="719"/>
                    <a:pt x="4684" y="719"/>
                  </a:cubicBezTo>
                  <a:cubicBezTo>
                    <a:pt x="5917" y="719"/>
                    <a:pt x="7013" y="1478"/>
                    <a:pt x="7524" y="2768"/>
                  </a:cubicBezTo>
                  <a:cubicBezTo>
                    <a:pt x="8220" y="4511"/>
                    <a:pt x="7628" y="6438"/>
                    <a:pt x="6962" y="8098"/>
                  </a:cubicBezTo>
                  <a:cubicBezTo>
                    <a:pt x="6230" y="9921"/>
                    <a:pt x="5179" y="11558"/>
                    <a:pt x="4364" y="13338"/>
                  </a:cubicBezTo>
                  <a:cubicBezTo>
                    <a:pt x="4302" y="13473"/>
                    <a:pt x="4407" y="13620"/>
                    <a:pt x="4529" y="13620"/>
                  </a:cubicBezTo>
                  <a:cubicBezTo>
                    <a:pt x="4572" y="13620"/>
                    <a:pt x="4616" y="13602"/>
                    <a:pt x="4657" y="13560"/>
                  </a:cubicBezTo>
                  <a:cubicBezTo>
                    <a:pt x="6293" y="11870"/>
                    <a:pt x="7418" y="9422"/>
                    <a:pt x="8160" y="7206"/>
                  </a:cubicBezTo>
                  <a:cubicBezTo>
                    <a:pt x="8799" y="5293"/>
                    <a:pt x="8922" y="3057"/>
                    <a:pt x="7611" y="1391"/>
                  </a:cubicBezTo>
                  <a:cubicBezTo>
                    <a:pt x="6882" y="462"/>
                    <a:pt x="5842" y="0"/>
                    <a:pt x="476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5993850" y="3419550"/>
              <a:ext cx="228125" cy="496950"/>
            </a:xfrm>
            <a:custGeom>
              <a:avLst/>
              <a:gdLst/>
              <a:ahLst/>
              <a:cxnLst/>
              <a:rect l="l" t="t" r="r" b="b"/>
              <a:pathLst>
                <a:path w="9125" h="19878" extrusionOk="0">
                  <a:moveTo>
                    <a:pt x="4983" y="1"/>
                  </a:moveTo>
                  <a:cubicBezTo>
                    <a:pt x="4852" y="1"/>
                    <a:pt x="4717" y="9"/>
                    <a:pt x="4580" y="24"/>
                  </a:cubicBezTo>
                  <a:cubicBezTo>
                    <a:pt x="2084" y="317"/>
                    <a:pt x="810" y="2666"/>
                    <a:pt x="48" y="4785"/>
                  </a:cubicBezTo>
                  <a:cubicBezTo>
                    <a:pt x="0" y="4919"/>
                    <a:pt x="121" y="5016"/>
                    <a:pt x="239" y="5016"/>
                  </a:cubicBezTo>
                  <a:cubicBezTo>
                    <a:pt x="300" y="5016"/>
                    <a:pt x="361" y="4990"/>
                    <a:pt x="398" y="4928"/>
                  </a:cubicBezTo>
                  <a:lnTo>
                    <a:pt x="394" y="4928"/>
                  </a:lnTo>
                  <a:cubicBezTo>
                    <a:pt x="1388" y="3193"/>
                    <a:pt x="2636" y="743"/>
                    <a:pt x="4944" y="743"/>
                  </a:cubicBezTo>
                  <a:cubicBezTo>
                    <a:pt x="4994" y="743"/>
                    <a:pt x="5044" y="744"/>
                    <a:pt x="5095" y="746"/>
                  </a:cubicBezTo>
                  <a:cubicBezTo>
                    <a:pt x="7637" y="859"/>
                    <a:pt x="8100" y="4170"/>
                    <a:pt x="8056" y="6109"/>
                  </a:cubicBezTo>
                  <a:cubicBezTo>
                    <a:pt x="8006" y="8435"/>
                    <a:pt x="7557" y="10770"/>
                    <a:pt x="6852" y="12986"/>
                  </a:cubicBezTo>
                  <a:cubicBezTo>
                    <a:pt x="6107" y="15328"/>
                    <a:pt x="4899" y="17367"/>
                    <a:pt x="3858" y="19567"/>
                  </a:cubicBezTo>
                  <a:cubicBezTo>
                    <a:pt x="3788" y="19713"/>
                    <a:pt x="3909" y="19878"/>
                    <a:pt x="4042" y="19878"/>
                  </a:cubicBezTo>
                  <a:cubicBezTo>
                    <a:pt x="4087" y="19878"/>
                    <a:pt x="4133" y="19858"/>
                    <a:pt x="4174" y="19813"/>
                  </a:cubicBezTo>
                  <a:cubicBezTo>
                    <a:pt x="5970" y="17773"/>
                    <a:pt x="7075" y="14906"/>
                    <a:pt x="7817" y="12327"/>
                  </a:cubicBezTo>
                  <a:cubicBezTo>
                    <a:pt x="8559" y="9742"/>
                    <a:pt x="9124" y="6778"/>
                    <a:pt x="8692" y="4093"/>
                  </a:cubicBezTo>
                  <a:cubicBezTo>
                    <a:pt x="8375" y="2117"/>
                    <a:pt x="7152" y="1"/>
                    <a:pt x="498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5966225" y="3403950"/>
              <a:ext cx="112350" cy="42550"/>
            </a:xfrm>
            <a:custGeom>
              <a:avLst/>
              <a:gdLst/>
              <a:ahLst/>
              <a:cxnLst/>
              <a:rect l="l" t="t" r="r" b="b"/>
              <a:pathLst>
                <a:path w="4494" h="1702" extrusionOk="0">
                  <a:moveTo>
                    <a:pt x="2202" y="1"/>
                  </a:moveTo>
                  <a:cubicBezTo>
                    <a:pt x="1327" y="1"/>
                    <a:pt x="445" y="489"/>
                    <a:pt x="62" y="1284"/>
                  </a:cubicBezTo>
                  <a:cubicBezTo>
                    <a:pt x="0" y="1396"/>
                    <a:pt x="92" y="1506"/>
                    <a:pt x="194" y="1506"/>
                  </a:cubicBezTo>
                  <a:cubicBezTo>
                    <a:pt x="228" y="1506"/>
                    <a:pt x="264" y="1493"/>
                    <a:pt x="295" y="1463"/>
                  </a:cubicBezTo>
                  <a:cubicBezTo>
                    <a:pt x="774" y="1041"/>
                    <a:pt x="1263" y="632"/>
                    <a:pt x="1912" y="539"/>
                  </a:cubicBezTo>
                  <a:cubicBezTo>
                    <a:pt x="2010" y="524"/>
                    <a:pt x="2108" y="516"/>
                    <a:pt x="2205" y="516"/>
                  </a:cubicBezTo>
                  <a:cubicBezTo>
                    <a:pt x="2417" y="516"/>
                    <a:pt x="2627" y="551"/>
                    <a:pt x="2827" y="622"/>
                  </a:cubicBezTo>
                  <a:cubicBezTo>
                    <a:pt x="3046" y="698"/>
                    <a:pt x="3852" y="1114"/>
                    <a:pt x="3768" y="1470"/>
                  </a:cubicBezTo>
                  <a:cubicBezTo>
                    <a:pt x="3745" y="1560"/>
                    <a:pt x="3798" y="1650"/>
                    <a:pt x="3888" y="1676"/>
                  </a:cubicBezTo>
                  <a:lnTo>
                    <a:pt x="3945" y="1693"/>
                  </a:lnTo>
                  <a:cubicBezTo>
                    <a:pt x="3965" y="1699"/>
                    <a:pt x="3984" y="1702"/>
                    <a:pt x="4003" y="1702"/>
                  </a:cubicBezTo>
                  <a:cubicBezTo>
                    <a:pt x="4105" y="1702"/>
                    <a:pt x="4191" y="1625"/>
                    <a:pt x="4224" y="1527"/>
                  </a:cubicBezTo>
                  <a:cubicBezTo>
                    <a:pt x="4494" y="742"/>
                    <a:pt x="3103" y="106"/>
                    <a:pt x="2521" y="23"/>
                  </a:cubicBezTo>
                  <a:cubicBezTo>
                    <a:pt x="2415" y="8"/>
                    <a:pt x="2309" y="1"/>
                    <a:pt x="220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5774925" y="3382300"/>
              <a:ext cx="107875" cy="44525"/>
            </a:xfrm>
            <a:custGeom>
              <a:avLst/>
              <a:gdLst/>
              <a:ahLst/>
              <a:cxnLst/>
              <a:rect l="l" t="t" r="r" b="b"/>
              <a:pathLst>
                <a:path w="4315" h="1781" extrusionOk="0">
                  <a:moveTo>
                    <a:pt x="1818" y="1"/>
                  </a:moveTo>
                  <a:cubicBezTo>
                    <a:pt x="941" y="1"/>
                    <a:pt x="0" y="512"/>
                    <a:pt x="102" y="1508"/>
                  </a:cubicBezTo>
                  <a:cubicBezTo>
                    <a:pt x="110" y="1569"/>
                    <a:pt x="161" y="1605"/>
                    <a:pt x="210" y="1605"/>
                  </a:cubicBezTo>
                  <a:cubicBezTo>
                    <a:pt x="249" y="1605"/>
                    <a:pt x="287" y="1583"/>
                    <a:pt x="302" y="1531"/>
                  </a:cubicBezTo>
                  <a:cubicBezTo>
                    <a:pt x="512" y="781"/>
                    <a:pt x="1107" y="418"/>
                    <a:pt x="1790" y="418"/>
                  </a:cubicBezTo>
                  <a:cubicBezTo>
                    <a:pt x="1992" y="418"/>
                    <a:pt x="2201" y="450"/>
                    <a:pt x="2411" y="513"/>
                  </a:cubicBezTo>
                  <a:cubicBezTo>
                    <a:pt x="3113" y="723"/>
                    <a:pt x="3329" y="1128"/>
                    <a:pt x="3652" y="1731"/>
                  </a:cubicBezTo>
                  <a:cubicBezTo>
                    <a:pt x="3672" y="1764"/>
                    <a:pt x="3707" y="1781"/>
                    <a:pt x="3742" y="1781"/>
                  </a:cubicBezTo>
                  <a:cubicBezTo>
                    <a:pt x="3777" y="1781"/>
                    <a:pt x="3812" y="1764"/>
                    <a:pt x="3832" y="1731"/>
                  </a:cubicBezTo>
                  <a:cubicBezTo>
                    <a:pt x="4314" y="836"/>
                    <a:pt x="2844" y="144"/>
                    <a:pt x="2178" y="31"/>
                  </a:cubicBezTo>
                  <a:cubicBezTo>
                    <a:pt x="2061" y="11"/>
                    <a:pt x="1940" y="1"/>
                    <a:pt x="1818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6031375" y="3381575"/>
              <a:ext cx="136050" cy="67550"/>
            </a:xfrm>
            <a:custGeom>
              <a:avLst/>
              <a:gdLst/>
              <a:ahLst/>
              <a:cxnLst/>
              <a:rect l="l" t="t" r="r" b="b"/>
              <a:pathLst>
                <a:path w="5442" h="2702" extrusionOk="0">
                  <a:moveTo>
                    <a:pt x="2333" y="0"/>
                  </a:moveTo>
                  <a:cubicBezTo>
                    <a:pt x="1462" y="0"/>
                    <a:pt x="611" y="323"/>
                    <a:pt x="88" y="1028"/>
                  </a:cubicBezTo>
                  <a:cubicBezTo>
                    <a:pt x="1" y="1144"/>
                    <a:pt x="122" y="1292"/>
                    <a:pt x="246" y="1292"/>
                  </a:cubicBezTo>
                  <a:cubicBezTo>
                    <a:pt x="273" y="1292"/>
                    <a:pt x="302" y="1284"/>
                    <a:pt x="327" y="1267"/>
                  </a:cubicBezTo>
                  <a:cubicBezTo>
                    <a:pt x="996" y="815"/>
                    <a:pt x="1672" y="456"/>
                    <a:pt x="2443" y="456"/>
                  </a:cubicBezTo>
                  <a:cubicBezTo>
                    <a:pt x="2658" y="456"/>
                    <a:pt x="2880" y="484"/>
                    <a:pt x="3112" y="545"/>
                  </a:cubicBezTo>
                  <a:cubicBezTo>
                    <a:pt x="4210" y="838"/>
                    <a:pt x="4632" y="1696"/>
                    <a:pt x="5105" y="2615"/>
                  </a:cubicBezTo>
                  <a:cubicBezTo>
                    <a:pt x="5136" y="2675"/>
                    <a:pt x="5193" y="2702"/>
                    <a:pt x="5250" y="2702"/>
                  </a:cubicBezTo>
                  <a:cubicBezTo>
                    <a:pt x="5345" y="2702"/>
                    <a:pt x="5442" y="2631"/>
                    <a:pt x="5437" y="2522"/>
                  </a:cubicBezTo>
                  <a:cubicBezTo>
                    <a:pt x="5368" y="941"/>
                    <a:pt x="3822" y="0"/>
                    <a:pt x="233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5828075" y="3352900"/>
              <a:ext cx="141725" cy="77825"/>
            </a:xfrm>
            <a:custGeom>
              <a:avLst/>
              <a:gdLst/>
              <a:ahLst/>
              <a:cxnLst/>
              <a:rect l="l" t="t" r="r" b="b"/>
              <a:pathLst>
                <a:path w="5669" h="3113" extrusionOk="0">
                  <a:moveTo>
                    <a:pt x="2783" y="1"/>
                  </a:moveTo>
                  <a:cubicBezTo>
                    <a:pt x="1693" y="1"/>
                    <a:pt x="0" y="497"/>
                    <a:pt x="372" y="1656"/>
                  </a:cubicBezTo>
                  <a:cubicBezTo>
                    <a:pt x="387" y="1704"/>
                    <a:pt x="438" y="1735"/>
                    <a:pt x="487" y="1735"/>
                  </a:cubicBezTo>
                  <a:cubicBezTo>
                    <a:pt x="523" y="1735"/>
                    <a:pt x="558" y="1718"/>
                    <a:pt x="578" y="1679"/>
                  </a:cubicBezTo>
                  <a:lnTo>
                    <a:pt x="575" y="1676"/>
                  </a:lnTo>
                  <a:cubicBezTo>
                    <a:pt x="957" y="875"/>
                    <a:pt x="1771" y="427"/>
                    <a:pt x="2614" y="427"/>
                  </a:cubicBezTo>
                  <a:cubicBezTo>
                    <a:pt x="2973" y="427"/>
                    <a:pt x="3337" y="508"/>
                    <a:pt x="3675" y="678"/>
                  </a:cubicBezTo>
                  <a:cubicBezTo>
                    <a:pt x="4208" y="944"/>
                    <a:pt x="4627" y="1433"/>
                    <a:pt x="4840" y="1982"/>
                  </a:cubicBezTo>
                  <a:cubicBezTo>
                    <a:pt x="4979" y="2338"/>
                    <a:pt x="4946" y="2717"/>
                    <a:pt x="5132" y="3053"/>
                  </a:cubicBezTo>
                  <a:cubicBezTo>
                    <a:pt x="5156" y="3093"/>
                    <a:pt x="5196" y="3113"/>
                    <a:pt x="5238" y="3113"/>
                  </a:cubicBezTo>
                  <a:cubicBezTo>
                    <a:pt x="5279" y="3113"/>
                    <a:pt x="5320" y="3093"/>
                    <a:pt x="5345" y="3053"/>
                  </a:cubicBezTo>
                  <a:cubicBezTo>
                    <a:pt x="5668" y="2504"/>
                    <a:pt x="5292" y="1699"/>
                    <a:pt x="4969" y="1220"/>
                  </a:cubicBezTo>
                  <a:cubicBezTo>
                    <a:pt x="4587" y="648"/>
                    <a:pt x="4008" y="235"/>
                    <a:pt x="3343" y="59"/>
                  </a:cubicBezTo>
                  <a:cubicBezTo>
                    <a:pt x="3194" y="21"/>
                    <a:pt x="3000" y="1"/>
                    <a:pt x="278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5926700" y="3337950"/>
              <a:ext cx="129825" cy="56050"/>
            </a:xfrm>
            <a:custGeom>
              <a:avLst/>
              <a:gdLst/>
              <a:ahLst/>
              <a:cxnLst/>
              <a:rect l="l" t="t" r="r" b="b"/>
              <a:pathLst>
                <a:path w="5193" h="2242" extrusionOk="0">
                  <a:moveTo>
                    <a:pt x="2167" y="0"/>
                  </a:moveTo>
                  <a:cubicBezTo>
                    <a:pt x="1279" y="0"/>
                    <a:pt x="444" y="296"/>
                    <a:pt x="63" y="946"/>
                  </a:cubicBezTo>
                  <a:cubicBezTo>
                    <a:pt x="1" y="1053"/>
                    <a:pt x="93" y="1160"/>
                    <a:pt x="193" y="1160"/>
                  </a:cubicBezTo>
                  <a:cubicBezTo>
                    <a:pt x="227" y="1160"/>
                    <a:pt x="262" y="1148"/>
                    <a:pt x="292" y="1119"/>
                  </a:cubicBezTo>
                  <a:lnTo>
                    <a:pt x="292" y="1123"/>
                  </a:lnTo>
                  <a:cubicBezTo>
                    <a:pt x="812" y="632"/>
                    <a:pt x="1372" y="427"/>
                    <a:pt x="1990" y="427"/>
                  </a:cubicBezTo>
                  <a:cubicBezTo>
                    <a:pt x="2291" y="427"/>
                    <a:pt x="2606" y="476"/>
                    <a:pt x="2937" y="564"/>
                  </a:cubicBezTo>
                  <a:cubicBezTo>
                    <a:pt x="3899" y="823"/>
                    <a:pt x="4448" y="1276"/>
                    <a:pt x="4874" y="2157"/>
                  </a:cubicBezTo>
                  <a:cubicBezTo>
                    <a:pt x="4902" y="2217"/>
                    <a:pt x="4954" y="2242"/>
                    <a:pt x="5007" y="2242"/>
                  </a:cubicBezTo>
                  <a:cubicBezTo>
                    <a:pt x="5097" y="2242"/>
                    <a:pt x="5193" y="2170"/>
                    <a:pt x="5193" y="2067"/>
                  </a:cubicBezTo>
                  <a:cubicBezTo>
                    <a:pt x="5179" y="774"/>
                    <a:pt x="3603" y="0"/>
                    <a:pt x="2167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5683400" y="3464725"/>
              <a:ext cx="73850" cy="73725"/>
            </a:xfrm>
            <a:custGeom>
              <a:avLst/>
              <a:gdLst/>
              <a:ahLst/>
              <a:cxnLst/>
              <a:rect l="l" t="t" r="r" b="b"/>
              <a:pathLst>
                <a:path w="2954" h="2949" extrusionOk="0">
                  <a:moveTo>
                    <a:pt x="1268" y="0"/>
                  </a:moveTo>
                  <a:cubicBezTo>
                    <a:pt x="968" y="0"/>
                    <a:pt x="673" y="111"/>
                    <a:pt x="460" y="357"/>
                  </a:cubicBezTo>
                  <a:cubicBezTo>
                    <a:pt x="337" y="486"/>
                    <a:pt x="250" y="643"/>
                    <a:pt x="204" y="816"/>
                  </a:cubicBezTo>
                  <a:lnTo>
                    <a:pt x="202" y="826"/>
                  </a:lnTo>
                  <a:lnTo>
                    <a:pt x="202" y="826"/>
                  </a:lnTo>
                  <a:cubicBezTo>
                    <a:pt x="147" y="942"/>
                    <a:pt x="107" y="1069"/>
                    <a:pt x="80" y="1208"/>
                  </a:cubicBezTo>
                  <a:cubicBezTo>
                    <a:pt x="27" y="1468"/>
                    <a:pt x="1" y="1731"/>
                    <a:pt x="1" y="1993"/>
                  </a:cubicBezTo>
                  <a:cubicBezTo>
                    <a:pt x="1" y="2419"/>
                    <a:pt x="313" y="2775"/>
                    <a:pt x="709" y="2895"/>
                  </a:cubicBezTo>
                  <a:cubicBezTo>
                    <a:pt x="832" y="2931"/>
                    <a:pt x="953" y="2948"/>
                    <a:pt x="1071" y="2948"/>
                  </a:cubicBezTo>
                  <a:cubicBezTo>
                    <a:pt x="2159" y="2948"/>
                    <a:pt x="2954" y="1499"/>
                    <a:pt x="2329" y="556"/>
                  </a:cubicBezTo>
                  <a:cubicBezTo>
                    <a:pt x="2097" y="207"/>
                    <a:pt x="1678" y="0"/>
                    <a:pt x="126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5830875" y="3475300"/>
              <a:ext cx="123025" cy="123525"/>
            </a:xfrm>
            <a:custGeom>
              <a:avLst/>
              <a:gdLst/>
              <a:ahLst/>
              <a:cxnLst/>
              <a:rect l="l" t="t" r="r" b="b"/>
              <a:pathLst>
                <a:path w="4921" h="4941" extrusionOk="0">
                  <a:moveTo>
                    <a:pt x="2851" y="0"/>
                  </a:moveTo>
                  <a:cubicBezTo>
                    <a:pt x="2760" y="0"/>
                    <a:pt x="2669" y="6"/>
                    <a:pt x="2578" y="17"/>
                  </a:cubicBezTo>
                  <a:cubicBezTo>
                    <a:pt x="1231" y="178"/>
                    <a:pt x="511" y="1288"/>
                    <a:pt x="376" y="2494"/>
                  </a:cubicBezTo>
                  <a:lnTo>
                    <a:pt x="376" y="2494"/>
                  </a:lnTo>
                  <a:cubicBezTo>
                    <a:pt x="284" y="2691"/>
                    <a:pt x="216" y="2897"/>
                    <a:pt x="176" y="3104"/>
                  </a:cubicBezTo>
                  <a:cubicBezTo>
                    <a:pt x="1" y="4039"/>
                    <a:pt x="608" y="4941"/>
                    <a:pt x="1606" y="4941"/>
                  </a:cubicBezTo>
                  <a:cubicBezTo>
                    <a:pt x="1610" y="4941"/>
                    <a:pt x="1613" y="4941"/>
                    <a:pt x="1617" y="4941"/>
                  </a:cubicBezTo>
                  <a:cubicBezTo>
                    <a:pt x="2479" y="4937"/>
                    <a:pt x="3387" y="4342"/>
                    <a:pt x="3926" y="3706"/>
                  </a:cubicBezTo>
                  <a:cubicBezTo>
                    <a:pt x="4488" y="3048"/>
                    <a:pt x="4921" y="2146"/>
                    <a:pt x="4671" y="1264"/>
                  </a:cubicBezTo>
                  <a:cubicBezTo>
                    <a:pt x="4438" y="439"/>
                    <a:pt x="3661" y="0"/>
                    <a:pt x="285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6019825" y="3490050"/>
              <a:ext cx="156325" cy="171400"/>
            </a:xfrm>
            <a:custGeom>
              <a:avLst/>
              <a:gdLst/>
              <a:ahLst/>
              <a:cxnLst/>
              <a:rect l="l" t="t" r="r" b="b"/>
              <a:pathLst>
                <a:path w="6253" h="6856" extrusionOk="0">
                  <a:moveTo>
                    <a:pt x="2826" y="0"/>
                  </a:moveTo>
                  <a:cubicBezTo>
                    <a:pt x="1876" y="0"/>
                    <a:pt x="1027" y="629"/>
                    <a:pt x="600" y="1589"/>
                  </a:cubicBezTo>
                  <a:cubicBezTo>
                    <a:pt x="1" y="2940"/>
                    <a:pt x="144" y="4534"/>
                    <a:pt x="606" y="5898"/>
                  </a:cubicBezTo>
                  <a:cubicBezTo>
                    <a:pt x="647" y="6020"/>
                    <a:pt x="743" y="6073"/>
                    <a:pt x="839" y="6073"/>
                  </a:cubicBezTo>
                  <a:cubicBezTo>
                    <a:pt x="898" y="6073"/>
                    <a:pt x="956" y="6053"/>
                    <a:pt x="1002" y="6018"/>
                  </a:cubicBezTo>
                  <a:lnTo>
                    <a:pt x="1002" y="6018"/>
                  </a:lnTo>
                  <a:cubicBezTo>
                    <a:pt x="1415" y="6521"/>
                    <a:pt x="1993" y="6855"/>
                    <a:pt x="2697" y="6855"/>
                  </a:cubicBezTo>
                  <a:cubicBezTo>
                    <a:pt x="2895" y="6855"/>
                    <a:pt x="3104" y="6829"/>
                    <a:pt x="3321" y="6773"/>
                  </a:cubicBezTo>
                  <a:cubicBezTo>
                    <a:pt x="5963" y="6084"/>
                    <a:pt x="6252" y="1526"/>
                    <a:pt x="3933" y="288"/>
                  </a:cubicBezTo>
                  <a:cubicBezTo>
                    <a:pt x="3562" y="91"/>
                    <a:pt x="3187" y="0"/>
                    <a:pt x="282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4" name="Google Shape;304;p3"/>
          <p:cNvSpPr txBox="1">
            <a:spLocks noGrp="1"/>
          </p:cNvSpPr>
          <p:nvPr>
            <p:ph type="title"/>
          </p:nvPr>
        </p:nvSpPr>
        <p:spPr>
          <a:xfrm>
            <a:off x="5102000" y="2772400"/>
            <a:ext cx="5788400" cy="181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4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05" name="Google Shape;305;p3"/>
          <p:cNvSpPr txBox="1">
            <a:spLocks noGrp="1"/>
          </p:cNvSpPr>
          <p:nvPr>
            <p:ph type="title" idx="2" hasCustomPrompt="1"/>
          </p:nvPr>
        </p:nvSpPr>
        <p:spPr>
          <a:xfrm>
            <a:off x="5102000" y="1506983"/>
            <a:ext cx="13356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06" name="Google Shape;306;p3"/>
          <p:cNvSpPr txBox="1">
            <a:spLocks noGrp="1"/>
          </p:cNvSpPr>
          <p:nvPr>
            <p:ph type="subTitle" idx="1"/>
          </p:nvPr>
        </p:nvSpPr>
        <p:spPr>
          <a:xfrm>
            <a:off x="5253733" y="4800600"/>
            <a:ext cx="5636800" cy="4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307" name="Google Shape;307;p3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308" name="Google Shape;308;p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44" name="Google Shape;444;p3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445" name="Google Shape;445;p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51439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2" name="Google Shape;582;p4"/>
          <p:cNvGrpSpPr/>
          <p:nvPr/>
        </p:nvGrpSpPr>
        <p:grpSpPr>
          <a:xfrm rot="-868975" flipH="1">
            <a:off x="8344260" y="5239258"/>
            <a:ext cx="2489779" cy="1980260"/>
            <a:chOff x="2173200" y="3006475"/>
            <a:chExt cx="883975" cy="703075"/>
          </a:xfrm>
        </p:grpSpPr>
        <p:sp>
          <p:nvSpPr>
            <p:cNvPr id="583" name="Google Shape;583;p4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87" name="Google Shape;587;p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88" name="Google Shape;588;p4"/>
          <p:cNvSpPr txBox="1">
            <a:spLocks noGrp="1"/>
          </p:cNvSpPr>
          <p:nvPr>
            <p:ph type="body" idx="1"/>
          </p:nvPr>
        </p:nvSpPr>
        <p:spPr>
          <a:xfrm>
            <a:off x="960000" y="1356967"/>
            <a:ext cx="6681600" cy="47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 sz="1600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589" name="Google Shape;589;p4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590" name="Google Shape;590;p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6" name="Google Shape;726;p4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727" name="Google Shape;727;p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" name="Google Shape;858;p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" name="Google Shape;862;p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8439073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4" name="Google Shape;864;p5"/>
          <p:cNvGrpSpPr/>
          <p:nvPr/>
        </p:nvGrpSpPr>
        <p:grpSpPr>
          <a:xfrm rot="8285964">
            <a:off x="9662447" y="-731386"/>
            <a:ext cx="1671799" cy="2245553"/>
            <a:chOff x="5504500" y="2070425"/>
            <a:chExt cx="849950" cy="1141650"/>
          </a:xfrm>
        </p:grpSpPr>
        <p:sp>
          <p:nvSpPr>
            <p:cNvPr id="865" name="Google Shape;865;p5"/>
            <p:cNvSpPr/>
            <p:nvPr/>
          </p:nvSpPr>
          <p:spPr>
            <a:xfrm>
              <a:off x="5549325" y="2190050"/>
              <a:ext cx="652275" cy="869300"/>
            </a:xfrm>
            <a:custGeom>
              <a:avLst/>
              <a:gdLst/>
              <a:ahLst/>
              <a:cxnLst/>
              <a:rect l="l" t="t" r="r" b="b"/>
              <a:pathLst>
                <a:path w="26091" h="34772" extrusionOk="0">
                  <a:moveTo>
                    <a:pt x="8787" y="697"/>
                  </a:moveTo>
                  <a:cubicBezTo>
                    <a:pt x="9233" y="697"/>
                    <a:pt x="9675" y="804"/>
                    <a:pt x="10078" y="1044"/>
                  </a:cubicBezTo>
                  <a:cubicBezTo>
                    <a:pt x="10909" y="1540"/>
                    <a:pt x="11478" y="2468"/>
                    <a:pt x="11771" y="3370"/>
                  </a:cubicBezTo>
                  <a:cubicBezTo>
                    <a:pt x="12230" y="4771"/>
                    <a:pt x="11990" y="6407"/>
                    <a:pt x="10939" y="7397"/>
                  </a:cubicBezTo>
                  <a:lnTo>
                    <a:pt x="10939" y="7397"/>
                  </a:lnTo>
                  <a:cubicBezTo>
                    <a:pt x="10608" y="7599"/>
                    <a:pt x="10285" y="7810"/>
                    <a:pt x="9968" y="8021"/>
                  </a:cubicBezTo>
                  <a:cubicBezTo>
                    <a:pt x="9731" y="8179"/>
                    <a:pt x="9870" y="8574"/>
                    <a:pt x="10122" y="8574"/>
                  </a:cubicBezTo>
                  <a:cubicBezTo>
                    <a:pt x="10156" y="8574"/>
                    <a:pt x="10193" y="8566"/>
                    <a:pt x="10231" y="8550"/>
                  </a:cubicBezTo>
                  <a:cubicBezTo>
                    <a:pt x="10617" y="8382"/>
                    <a:pt x="10964" y="8158"/>
                    <a:pt x="11268" y="7889"/>
                  </a:cubicBezTo>
                  <a:lnTo>
                    <a:pt x="11268" y="7889"/>
                  </a:lnTo>
                  <a:cubicBezTo>
                    <a:pt x="12213" y="7304"/>
                    <a:pt x="13219" y="6796"/>
                    <a:pt x="14326" y="6640"/>
                  </a:cubicBezTo>
                  <a:cubicBezTo>
                    <a:pt x="14551" y="6609"/>
                    <a:pt x="14778" y="6592"/>
                    <a:pt x="15006" y="6592"/>
                  </a:cubicBezTo>
                  <a:cubicBezTo>
                    <a:pt x="16051" y="6592"/>
                    <a:pt x="17092" y="6941"/>
                    <a:pt x="17770" y="7785"/>
                  </a:cubicBezTo>
                  <a:cubicBezTo>
                    <a:pt x="19529" y="9980"/>
                    <a:pt x="18282" y="12888"/>
                    <a:pt x="16742" y="14794"/>
                  </a:cubicBezTo>
                  <a:cubicBezTo>
                    <a:pt x="15717" y="16059"/>
                    <a:pt x="14522" y="17180"/>
                    <a:pt x="13192" y="18121"/>
                  </a:cubicBezTo>
                  <a:cubicBezTo>
                    <a:pt x="12947" y="18299"/>
                    <a:pt x="13111" y="18625"/>
                    <a:pt x="13354" y="18625"/>
                  </a:cubicBezTo>
                  <a:cubicBezTo>
                    <a:pt x="13401" y="18625"/>
                    <a:pt x="13452" y="18613"/>
                    <a:pt x="13503" y="18585"/>
                  </a:cubicBezTo>
                  <a:lnTo>
                    <a:pt x="13503" y="18585"/>
                  </a:lnTo>
                  <a:lnTo>
                    <a:pt x="13504" y="18587"/>
                  </a:lnTo>
                  <a:cubicBezTo>
                    <a:pt x="13512" y="18582"/>
                    <a:pt x="13519" y="18577"/>
                    <a:pt x="13527" y="18571"/>
                  </a:cubicBezTo>
                  <a:lnTo>
                    <a:pt x="13527" y="18571"/>
                  </a:lnTo>
                  <a:cubicBezTo>
                    <a:pt x="15120" y="17673"/>
                    <a:pt x="16783" y="16729"/>
                    <a:pt x="18621" y="16464"/>
                  </a:cubicBezTo>
                  <a:cubicBezTo>
                    <a:pt x="18938" y="16418"/>
                    <a:pt x="19262" y="16394"/>
                    <a:pt x="19589" y="16394"/>
                  </a:cubicBezTo>
                  <a:cubicBezTo>
                    <a:pt x="20701" y="16394"/>
                    <a:pt x="21832" y="16678"/>
                    <a:pt x="22717" y="17359"/>
                  </a:cubicBezTo>
                  <a:cubicBezTo>
                    <a:pt x="23928" y="18291"/>
                    <a:pt x="24397" y="19871"/>
                    <a:pt x="24157" y="21352"/>
                  </a:cubicBezTo>
                  <a:cubicBezTo>
                    <a:pt x="23904" y="22905"/>
                    <a:pt x="22873" y="24186"/>
                    <a:pt x="21576" y="25025"/>
                  </a:cubicBezTo>
                  <a:cubicBezTo>
                    <a:pt x="20227" y="25895"/>
                    <a:pt x="18675" y="26225"/>
                    <a:pt x="17105" y="26383"/>
                  </a:cubicBezTo>
                  <a:lnTo>
                    <a:pt x="17105" y="26383"/>
                  </a:lnTo>
                  <a:cubicBezTo>
                    <a:pt x="16653" y="26396"/>
                    <a:pt x="16204" y="26431"/>
                    <a:pt x="15762" y="26486"/>
                  </a:cubicBezTo>
                  <a:lnTo>
                    <a:pt x="15762" y="26486"/>
                  </a:lnTo>
                  <a:cubicBezTo>
                    <a:pt x="15746" y="26487"/>
                    <a:pt x="15730" y="26487"/>
                    <a:pt x="15714" y="26488"/>
                  </a:cubicBezTo>
                  <a:lnTo>
                    <a:pt x="15714" y="26492"/>
                  </a:lnTo>
                  <a:lnTo>
                    <a:pt x="15714" y="26492"/>
                  </a:lnTo>
                  <a:cubicBezTo>
                    <a:pt x="15714" y="26492"/>
                    <a:pt x="15714" y="26492"/>
                    <a:pt x="15714" y="26492"/>
                  </a:cubicBezTo>
                  <a:cubicBezTo>
                    <a:pt x="15412" y="26530"/>
                    <a:pt x="15423" y="26986"/>
                    <a:pt x="15710" y="26986"/>
                  </a:cubicBezTo>
                  <a:cubicBezTo>
                    <a:pt x="15721" y="26986"/>
                    <a:pt x="15732" y="26985"/>
                    <a:pt x="15743" y="26984"/>
                  </a:cubicBezTo>
                  <a:cubicBezTo>
                    <a:pt x="15744" y="26984"/>
                    <a:pt x="15745" y="26984"/>
                    <a:pt x="15746" y="26984"/>
                  </a:cubicBezTo>
                  <a:lnTo>
                    <a:pt x="15746" y="26984"/>
                  </a:lnTo>
                  <a:cubicBezTo>
                    <a:pt x="15987" y="26972"/>
                    <a:pt x="16227" y="26967"/>
                    <a:pt x="16467" y="26967"/>
                  </a:cubicBezTo>
                  <a:cubicBezTo>
                    <a:pt x="18177" y="26967"/>
                    <a:pt x="19866" y="27257"/>
                    <a:pt x="21469" y="27869"/>
                  </a:cubicBezTo>
                  <a:cubicBezTo>
                    <a:pt x="22999" y="28451"/>
                    <a:pt x="24809" y="29393"/>
                    <a:pt x="25089" y="31186"/>
                  </a:cubicBezTo>
                  <a:cubicBezTo>
                    <a:pt x="25208" y="31971"/>
                    <a:pt x="25016" y="32793"/>
                    <a:pt x="24390" y="33319"/>
                  </a:cubicBezTo>
                  <a:cubicBezTo>
                    <a:pt x="23691" y="33911"/>
                    <a:pt x="22687" y="34100"/>
                    <a:pt x="21798" y="34177"/>
                  </a:cubicBezTo>
                  <a:cubicBezTo>
                    <a:pt x="21556" y="34198"/>
                    <a:pt x="21314" y="34209"/>
                    <a:pt x="21071" y="34209"/>
                  </a:cubicBezTo>
                  <a:cubicBezTo>
                    <a:pt x="19708" y="34209"/>
                    <a:pt x="18351" y="33874"/>
                    <a:pt x="17131" y="33272"/>
                  </a:cubicBezTo>
                  <a:cubicBezTo>
                    <a:pt x="15899" y="32661"/>
                    <a:pt x="14810" y="31802"/>
                    <a:pt x="13977" y="30729"/>
                  </a:cubicBezTo>
                  <a:lnTo>
                    <a:pt x="13977" y="30729"/>
                  </a:lnTo>
                  <a:cubicBezTo>
                    <a:pt x="13953" y="30625"/>
                    <a:pt x="13892" y="30534"/>
                    <a:pt x="13796" y="30487"/>
                  </a:cubicBezTo>
                  <a:lnTo>
                    <a:pt x="13796" y="30487"/>
                  </a:lnTo>
                  <a:cubicBezTo>
                    <a:pt x="13572" y="30175"/>
                    <a:pt x="13368" y="29847"/>
                    <a:pt x="13188" y="29503"/>
                  </a:cubicBezTo>
                  <a:cubicBezTo>
                    <a:pt x="13172" y="29471"/>
                    <a:pt x="13143" y="29458"/>
                    <a:pt x="13112" y="29458"/>
                  </a:cubicBezTo>
                  <a:cubicBezTo>
                    <a:pt x="13048" y="29458"/>
                    <a:pt x="12978" y="29519"/>
                    <a:pt x="13012" y="29589"/>
                  </a:cubicBezTo>
                  <a:lnTo>
                    <a:pt x="13009" y="29589"/>
                  </a:lnTo>
                  <a:cubicBezTo>
                    <a:pt x="13155" y="29893"/>
                    <a:pt x="13318" y="30186"/>
                    <a:pt x="13496" y="30468"/>
                  </a:cubicBezTo>
                  <a:lnTo>
                    <a:pt x="13496" y="30468"/>
                  </a:lnTo>
                  <a:cubicBezTo>
                    <a:pt x="13321" y="30488"/>
                    <a:pt x="13145" y="30497"/>
                    <a:pt x="12970" y="30497"/>
                  </a:cubicBezTo>
                  <a:cubicBezTo>
                    <a:pt x="11698" y="30497"/>
                    <a:pt x="10426" y="30010"/>
                    <a:pt x="9346" y="29383"/>
                  </a:cubicBezTo>
                  <a:cubicBezTo>
                    <a:pt x="8015" y="28604"/>
                    <a:pt x="6867" y="27520"/>
                    <a:pt x="5869" y="26359"/>
                  </a:cubicBezTo>
                  <a:cubicBezTo>
                    <a:pt x="3600" y="23724"/>
                    <a:pt x="1967" y="20497"/>
                    <a:pt x="1348" y="17063"/>
                  </a:cubicBezTo>
                  <a:cubicBezTo>
                    <a:pt x="789" y="13969"/>
                    <a:pt x="1062" y="10785"/>
                    <a:pt x="2136" y="7835"/>
                  </a:cubicBezTo>
                  <a:cubicBezTo>
                    <a:pt x="2655" y="6397"/>
                    <a:pt x="3364" y="5030"/>
                    <a:pt x="4276" y="3806"/>
                  </a:cubicBezTo>
                  <a:cubicBezTo>
                    <a:pt x="5174" y="2601"/>
                    <a:pt x="6268" y="1400"/>
                    <a:pt x="7722" y="888"/>
                  </a:cubicBezTo>
                  <a:cubicBezTo>
                    <a:pt x="8070" y="765"/>
                    <a:pt x="8430" y="697"/>
                    <a:pt x="8787" y="697"/>
                  </a:cubicBezTo>
                  <a:close/>
                  <a:moveTo>
                    <a:pt x="8822" y="0"/>
                  </a:moveTo>
                  <a:cubicBezTo>
                    <a:pt x="7705" y="0"/>
                    <a:pt x="6596" y="556"/>
                    <a:pt x="5723" y="1254"/>
                  </a:cubicBezTo>
                  <a:cubicBezTo>
                    <a:pt x="4412" y="2295"/>
                    <a:pt x="3394" y="3693"/>
                    <a:pt x="2546" y="5120"/>
                  </a:cubicBezTo>
                  <a:cubicBezTo>
                    <a:pt x="809" y="8047"/>
                    <a:pt x="1" y="11504"/>
                    <a:pt x="174" y="14901"/>
                  </a:cubicBezTo>
                  <a:cubicBezTo>
                    <a:pt x="370" y="18773"/>
                    <a:pt x="1817" y="22546"/>
                    <a:pt x="4103" y="25660"/>
                  </a:cubicBezTo>
                  <a:cubicBezTo>
                    <a:pt x="5294" y="27287"/>
                    <a:pt x="6704" y="28801"/>
                    <a:pt x="8394" y="29918"/>
                  </a:cubicBezTo>
                  <a:cubicBezTo>
                    <a:pt x="9160" y="30421"/>
                    <a:pt x="9978" y="30833"/>
                    <a:pt x="10856" y="31099"/>
                  </a:cubicBezTo>
                  <a:cubicBezTo>
                    <a:pt x="11399" y="31264"/>
                    <a:pt x="11969" y="31330"/>
                    <a:pt x="12538" y="31330"/>
                  </a:cubicBezTo>
                  <a:cubicBezTo>
                    <a:pt x="12904" y="31330"/>
                    <a:pt x="13270" y="31303"/>
                    <a:pt x="13628" y="31256"/>
                  </a:cubicBezTo>
                  <a:cubicBezTo>
                    <a:pt x="13763" y="31238"/>
                    <a:pt x="13860" y="31168"/>
                    <a:pt x="13918" y="31077"/>
                  </a:cubicBezTo>
                  <a:lnTo>
                    <a:pt x="13918" y="31077"/>
                  </a:lnTo>
                  <a:cubicBezTo>
                    <a:pt x="15643" y="33356"/>
                    <a:pt x="18429" y="34772"/>
                    <a:pt x="21312" y="34772"/>
                  </a:cubicBezTo>
                  <a:cubicBezTo>
                    <a:pt x="21446" y="34772"/>
                    <a:pt x="21581" y="34769"/>
                    <a:pt x="21715" y="34762"/>
                  </a:cubicBezTo>
                  <a:cubicBezTo>
                    <a:pt x="23532" y="34679"/>
                    <a:pt x="25684" y="33997"/>
                    <a:pt x="25890" y="31901"/>
                  </a:cubicBezTo>
                  <a:cubicBezTo>
                    <a:pt x="26090" y="29869"/>
                    <a:pt x="24596" y="28328"/>
                    <a:pt x="22880" y="27516"/>
                  </a:cubicBezTo>
                  <a:cubicBezTo>
                    <a:pt x="21743" y="26978"/>
                    <a:pt x="20497" y="26640"/>
                    <a:pt x="19226" y="26482"/>
                  </a:cubicBezTo>
                  <a:lnTo>
                    <a:pt x="19226" y="26482"/>
                  </a:lnTo>
                  <a:cubicBezTo>
                    <a:pt x="20017" y="26296"/>
                    <a:pt x="20786" y="26033"/>
                    <a:pt x="21509" y="25633"/>
                  </a:cubicBezTo>
                  <a:cubicBezTo>
                    <a:pt x="22979" y="24822"/>
                    <a:pt x="24210" y="23481"/>
                    <a:pt x="24650" y="21837"/>
                  </a:cubicBezTo>
                  <a:cubicBezTo>
                    <a:pt x="25059" y="20287"/>
                    <a:pt x="24749" y="18564"/>
                    <a:pt x="23642" y="17373"/>
                  </a:cubicBezTo>
                  <a:cubicBezTo>
                    <a:pt x="22613" y="16273"/>
                    <a:pt x="21071" y="15807"/>
                    <a:pt x="19595" y="15807"/>
                  </a:cubicBezTo>
                  <a:cubicBezTo>
                    <a:pt x="19538" y="15807"/>
                    <a:pt x="19482" y="15808"/>
                    <a:pt x="19426" y="15809"/>
                  </a:cubicBezTo>
                  <a:cubicBezTo>
                    <a:pt x="18091" y="15842"/>
                    <a:pt x="16828" y="16264"/>
                    <a:pt x="15623" y="16828"/>
                  </a:cubicBezTo>
                  <a:lnTo>
                    <a:pt x="15623" y="16828"/>
                  </a:lnTo>
                  <a:cubicBezTo>
                    <a:pt x="16136" y="16333"/>
                    <a:pt x="16621" y="15810"/>
                    <a:pt x="17074" y="15260"/>
                  </a:cubicBezTo>
                  <a:cubicBezTo>
                    <a:pt x="17972" y="14166"/>
                    <a:pt x="18751" y="12918"/>
                    <a:pt x="19054" y="11524"/>
                  </a:cubicBezTo>
                  <a:cubicBezTo>
                    <a:pt x="19340" y="10223"/>
                    <a:pt x="19154" y="8769"/>
                    <a:pt x="18388" y="7658"/>
                  </a:cubicBezTo>
                  <a:cubicBezTo>
                    <a:pt x="17611" y="6538"/>
                    <a:pt x="16330" y="6004"/>
                    <a:pt x="14992" y="6004"/>
                  </a:cubicBezTo>
                  <a:cubicBezTo>
                    <a:pt x="14968" y="6004"/>
                    <a:pt x="14943" y="6004"/>
                    <a:pt x="14918" y="6005"/>
                  </a:cubicBezTo>
                  <a:cubicBezTo>
                    <a:pt x="13950" y="6019"/>
                    <a:pt x="13042" y="6303"/>
                    <a:pt x="12182" y="6713"/>
                  </a:cubicBezTo>
                  <a:lnTo>
                    <a:pt x="12182" y="6713"/>
                  </a:lnTo>
                  <a:cubicBezTo>
                    <a:pt x="12502" y="6100"/>
                    <a:pt x="12677" y="5405"/>
                    <a:pt x="12683" y="4694"/>
                  </a:cubicBezTo>
                  <a:cubicBezTo>
                    <a:pt x="12696" y="3004"/>
                    <a:pt x="11731" y="1041"/>
                    <a:pt x="10154" y="296"/>
                  </a:cubicBezTo>
                  <a:cubicBezTo>
                    <a:pt x="9719" y="90"/>
                    <a:pt x="9270" y="0"/>
                    <a:pt x="8822" y="0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5"/>
            <p:cNvSpPr/>
            <p:nvPr/>
          </p:nvSpPr>
          <p:spPr>
            <a:xfrm>
              <a:off x="6155725" y="2814175"/>
              <a:ext cx="75050" cy="48800"/>
            </a:xfrm>
            <a:custGeom>
              <a:avLst/>
              <a:gdLst/>
              <a:ahLst/>
              <a:cxnLst/>
              <a:rect l="l" t="t" r="r" b="b"/>
              <a:pathLst>
                <a:path w="3002" h="1952" extrusionOk="0">
                  <a:moveTo>
                    <a:pt x="1293" y="882"/>
                  </a:moveTo>
                  <a:lnTo>
                    <a:pt x="1293" y="882"/>
                  </a:lnTo>
                  <a:cubicBezTo>
                    <a:pt x="1301" y="882"/>
                    <a:pt x="1320" y="884"/>
                    <a:pt x="1355" y="891"/>
                  </a:cubicBezTo>
                  <a:lnTo>
                    <a:pt x="1352" y="891"/>
                  </a:lnTo>
                  <a:cubicBezTo>
                    <a:pt x="1338" y="889"/>
                    <a:pt x="1325" y="887"/>
                    <a:pt x="1312" y="885"/>
                  </a:cubicBezTo>
                  <a:cubicBezTo>
                    <a:pt x="1305" y="884"/>
                    <a:pt x="1299" y="883"/>
                    <a:pt x="1293" y="882"/>
                  </a:cubicBezTo>
                  <a:close/>
                  <a:moveTo>
                    <a:pt x="1083" y="1404"/>
                  </a:moveTo>
                  <a:lnTo>
                    <a:pt x="1083" y="1405"/>
                  </a:lnTo>
                  <a:lnTo>
                    <a:pt x="1083" y="1405"/>
                  </a:lnTo>
                  <a:cubicBezTo>
                    <a:pt x="1077" y="1410"/>
                    <a:pt x="1073" y="1414"/>
                    <a:pt x="1072" y="1414"/>
                  </a:cubicBezTo>
                  <a:cubicBezTo>
                    <a:pt x="1072" y="1414"/>
                    <a:pt x="1072" y="1414"/>
                    <a:pt x="1072" y="1414"/>
                  </a:cubicBezTo>
                  <a:cubicBezTo>
                    <a:pt x="1076" y="1410"/>
                    <a:pt x="1079" y="1407"/>
                    <a:pt x="1083" y="1404"/>
                  </a:cubicBezTo>
                  <a:close/>
                  <a:moveTo>
                    <a:pt x="1715" y="1"/>
                  </a:moveTo>
                  <a:cubicBezTo>
                    <a:pt x="1615" y="1"/>
                    <a:pt x="1516" y="11"/>
                    <a:pt x="1418" y="26"/>
                  </a:cubicBezTo>
                  <a:cubicBezTo>
                    <a:pt x="1099" y="83"/>
                    <a:pt x="793" y="189"/>
                    <a:pt x="530" y="389"/>
                  </a:cubicBezTo>
                  <a:cubicBezTo>
                    <a:pt x="380" y="499"/>
                    <a:pt x="237" y="628"/>
                    <a:pt x="147" y="795"/>
                  </a:cubicBezTo>
                  <a:cubicBezTo>
                    <a:pt x="1" y="1081"/>
                    <a:pt x="68" y="1427"/>
                    <a:pt x="310" y="1640"/>
                  </a:cubicBezTo>
                  <a:cubicBezTo>
                    <a:pt x="563" y="1859"/>
                    <a:pt x="939" y="1929"/>
                    <a:pt x="1262" y="1949"/>
                  </a:cubicBezTo>
                  <a:cubicBezTo>
                    <a:pt x="1295" y="1951"/>
                    <a:pt x="1328" y="1952"/>
                    <a:pt x="1361" y="1952"/>
                  </a:cubicBezTo>
                  <a:cubicBezTo>
                    <a:pt x="1884" y="1952"/>
                    <a:pt x="2425" y="1731"/>
                    <a:pt x="2766" y="1337"/>
                  </a:cubicBezTo>
                  <a:cubicBezTo>
                    <a:pt x="2902" y="1181"/>
                    <a:pt x="3002" y="998"/>
                    <a:pt x="2995" y="788"/>
                  </a:cubicBezTo>
                  <a:cubicBezTo>
                    <a:pt x="2992" y="585"/>
                    <a:pt x="2895" y="392"/>
                    <a:pt x="2736" y="266"/>
                  </a:cubicBezTo>
                  <a:lnTo>
                    <a:pt x="2646" y="203"/>
                  </a:lnTo>
                  <a:lnTo>
                    <a:pt x="2646" y="203"/>
                  </a:lnTo>
                  <a:cubicBezTo>
                    <a:pt x="2674" y="223"/>
                    <a:pt x="2688" y="233"/>
                    <a:pt x="2688" y="233"/>
                  </a:cubicBezTo>
                  <a:cubicBezTo>
                    <a:pt x="2688" y="233"/>
                    <a:pt x="2658" y="212"/>
                    <a:pt x="2599" y="173"/>
                  </a:cubicBezTo>
                  <a:cubicBezTo>
                    <a:pt x="2573" y="156"/>
                    <a:pt x="2546" y="139"/>
                    <a:pt x="2519" y="129"/>
                  </a:cubicBezTo>
                  <a:cubicBezTo>
                    <a:pt x="2450" y="96"/>
                    <a:pt x="2376" y="73"/>
                    <a:pt x="2303" y="53"/>
                  </a:cubicBezTo>
                  <a:cubicBezTo>
                    <a:pt x="2186" y="27"/>
                    <a:pt x="2069" y="13"/>
                    <a:pt x="1950" y="13"/>
                  </a:cubicBezTo>
                  <a:cubicBezTo>
                    <a:pt x="1946" y="13"/>
                    <a:pt x="1941" y="13"/>
                    <a:pt x="1936" y="13"/>
                  </a:cubicBezTo>
                  <a:lnTo>
                    <a:pt x="1936" y="13"/>
                  </a:lnTo>
                  <a:cubicBezTo>
                    <a:pt x="1889" y="8"/>
                    <a:pt x="1841" y="5"/>
                    <a:pt x="1794" y="3"/>
                  </a:cubicBezTo>
                  <a:cubicBezTo>
                    <a:pt x="1768" y="2"/>
                    <a:pt x="1741" y="1"/>
                    <a:pt x="1715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5"/>
            <p:cNvSpPr/>
            <p:nvPr/>
          </p:nvSpPr>
          <p:spPr>
            <a:xfrm>
              <a:off x="6055350" y="2505750"/>
              <a:ext cx="64975" cy="50650"/>
            </a:xfrm>
            <a:custGeom>
              <a:avLst/>
              <a:gdLst/>
              <a:ahLst/>
              <a:cxnLst/>
              <a:rect l="l" t="t" r="r" b="b"/>
              <a:pathLst>
                <a:path w="2599" h="2026" extrusionOk="0">
                  <a:moveTo>
                    <a:pt x="1724" y="1"/>
                  </a:moveTo>
                  <a:cubicBezTo>
                    <a:pt x="1554" y="1"/>
                    <a:pt x="1388" y="57"/>
                    <a:pt x="1231" y="114"/>
                  </a:cubicBezTo>
                  <a:cubicBezTo>
                    <a:pt x="1065" y="177"/>
                    <a:pt x="892" y="233"/>
                    <a:pt x="726" y="300"/>
                  </a:cubicBezTo>
                  <a:cubicBezTo>
                    <a:pt x="476" y="400"/>
                    <a:pt x="260" y="536"/>
                    <a:pt x="124" y="772"/>
                  </a:cubicBezTo>
                  <a:cubicBezTo>
                    <a:pt x="20" y="959"/>
                    <a:pt x="0" y="1182"/>
                    <a:pt x="67" y="1388"/>
                  </a:cubicBezTo>
                  <a:cubicBezTo>
                    <a:pt x="133" y="1551"/>
                    <a:pt x="240" y="1697"/>
                    <a:pt x="376" y="1810"/>
                  </a:cubicBezTo>
                  <a:cubicBezTo>
                    <a:pt x="509" y="1920"/>
                    <a:pt x="672" y="1993"/>
                    <a:pt x="845" y="2017"/>
                  </a:cubicBezTo>
                  <a:cubicBezTo>
                    <a:pt x="896" y="2023"/>
                    <a:pt x="946" y="2025"/>
                    <a:pt x="997" y="2025"/>
                  </a:cubicBezTo>
                  <a:cubicBezTo>
                    <a:pt x="1027" y="2025"/>
                    <a:pt x="1057" y="2024"/>
                    <a:pt x="1087" y="2022"/>
                  </a:cubicBezTo>
                  <a:lnTo>
                    <a:pt x="1087" y="2022"/>
                  </a:lnTo>
                  <a:cubicBezTo>
                    <a:pt x="1281" y="2022"/>
                    <a:pt x="1474" y="1982"/>
                    <a:pt x="1654" y="1904"/>
                  </a:cubicBezTo>
                  <a:cubicBezTo>
                    <a:pt x="1993" y="1747"/>
                    <a:pt x="2293" y="1508"/>
                    <a:pt x="2452" y="1158"/>
                  </a:cubicBezTo>
                  <a:cubicBezTo>
                    <a:pt x="2579" y="882"/>
                    <a:pt x="2599" y="589"/>
                    <a:pt x="2429" y="327"/>
                  </a:cubicBezTo>
                  <a:cubicBezTo>
                    <a:pt x="2279" y="90"/>
                    <a:pt x="1990" y="1"/>
                    <a:pt x="1724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5"/>
            <p:cNvSpPr/>
            <p:nvPr/>
          </p:nvSpPr>
          <p:spPr>
            <a:xfrm>
              <a:off x="5908350" y="2229775"/>
              <a:ext cx="60100" cy="68800"/>
            </a:xfrm>
            <a:custGeom>
              <a:avLst/>
              <a:gdLst/>
              <a:ahLst/>
              <a:cxnLst/>
              <a:rect l="l" t="t" r="r" b="b"/>
              <a:pathLst>
                <a:path w="2404" h="2752" extrusionOk="0">
                  <a:moveTo>
                    <a:pt x="1613" y="1"/>
                  </a:moveTo>
                  <a:cubicBezTo>
                    <a:pt x="1382" y="1"/>
                    <a:pt x="1154" y="104"/>
                    <a:pt x="953" y="207"/>
                  </a:cubicBezTo>
                  <a:cubicBezTo>
                    <a:pt x="790" y="300"/>
                    <a:pt x="644" y="417"/>
                    <a:pt x="521" y="557"/>
                  </a:cubicBezTo>
                  <a:cubicBezTo>
                    <a:pt x="391" y="693"/>
                    <a:pt x="288" y="849"/>
                    <a:pt x="211" y="1019"/>
                  </a:cubicBezTo>
                  <a:cubicBezTo>
                    <a:pt x="64" y="1343"/>
                    <a:pt x="1" y="1698"/>
                    <a:pt x="60" y="2041"/>
                  </a:cubicBezTo>
                  <a:lnTo>
                    <a:pt x="60" y="2041"/>
                  </a:lnTo>
                  <a:cubicBezTo>
                    <a:pt x="19" y="2243"/>
                    <a:pt x="117" y="2470"/>
                    <a:pt x="268" y="2599"/>
                  </a:cubicBezTo>
                  <a:cubicBezTo>
                    <a:pt x="383" y="2698"/>
                    <a:pt x="528" y="2751"/>
                    <a:pt x="676" y="2751"/>
                  </a:cubicBezTo>
                  <a:cubicBezTo>
                    <a:pt x="742" y="2751"/>
                    <a:pt x="809" y="2741"/>
                    <a:pt x="873" y="2719"/>
                  </a:cubicBezTo>
                  <a:cubicBezTo>
                    <a:pt x="1249" y="2593"/>
                    <a:pt x="1589" y="2370"/>
                    <a:pt x="1852" y="2070"/>
                  </a:cubicBezTo>
                  <a:cubicBezTo>
                    <a:pt x="2111" y="1778"/>
                    <a:pt x="2311" y="1398"/>
                    <a:pt x="2371" y="1012"/>
                  </a:cubicBezTo>
                  <a:cubicBezTo>
                    <a:pt x="2404" y="843"/>
                    <a:pt x="2394" y="673"/>
                    <a:pt x="2344" y="510"/>
                  </a:cubicBezTo>
                  <a:cubicBezTo>
                    <a:pt x="2264" y="250"/>
                    <a:pt x="2025" y="71"/>
                    <a:pt x="1768" y="18"/>
                  </a:cubicBezTo>
                  <a:cubicBezTo>
                    <a:pt x="1716" y="6"/>
                    <a:pt x="1664" y="1"/>
                    <a:pt x="1613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5"/>
            <p:cNvSpPr/>
            <p:nvPr/>
          </p:nvSpPr>
          <p:spPr>
            <a:xfrm>
              <a:off x="5504500" y="2070425"/>
              <a:ext cx="849950" cy="1141650"/>
            </a:xfrm>
            <a:custGeom>
              <a:avLst/>
              <a:gdLst/>
              <a:ahLst/>
              <a:cxnLst/>
              <a:rect l="l" t="t" r="r" b="b"/>
              <a:pathLst>
                <a:path w="33998" h="45666" fill="none" extrusionOk="0">
                  <a:moveTo>
                    <a:pt x="19596" y="41194"/>
                  </a:moveTo>
                  <a:cubicBezTo>
                    <a:pt x="19899" y="43749"/>
                    <a:pt x="22770" y="45666"/>
                    <a:pt x="25245" y="44960"/>
                  </a:cubicBezTo>
                  <a:cubicBezTo>
                    <a:pt x="27717" y="44258"/>
                    <a:pt x="29154" y="41118"/>
                    <a:pt x="28066" y="38789"/>
                  </a:cubicBezTo>
                  <a:cubicBezTo>
                    <a:pt x="29786" y="39557"/>
                    <a:pt x="32038" y="38779"/>
                    <a:pt x="32913" y="37115"/>
                  </a:cubicBezTo>
                  <a:cubicBezTo>
                    <a:pt x="33788" y="35449"/>
                    <a:pt x="33153" y="33153"/>
                    <a:pt x="31546" y="32172"/>
                  </a:cubicBezTo>
                  <a:cubicBezTo>
                    <a:pt x="32967" y="31862"/>
                    <a:pt x="33998" y="30332"/>
                    <a:pt x="33748" y="28901"/>
                  </a:cubicBezTo>
                  <a:cubicBezTo>
                    <a:pt x="33502" y="27471"/>
                    <a:pt x="32015" y="26373"/>
                    <a:pt x="30575" y="26559"/>
                  </a:cubicBezTo>
                  <a:cubicBezTo>
                    <a:pt x="31696" y="25847"/>
                    <a:pt x="32285" y="24380"/>
                    <a:pt x="31959" y="23086"/>
                  </a:cubicBezTo>
                  <a:cubicBezTo>
                    <a:pt x="31633" y="21795"/>
                    <a:pt x="30425" y="20780"/>
                    <a:pt x="29097" y="20684"/>
                  </a:cubicBezTo>
                  <a:cubicBezTo>
                    <a:pt x="30245" y="19839"/>
                    <a:pt x="30724" y="18192"/>
                    <a:pt x="30205" y="16865"/>
                  </a:cubicBezTo>
                  <a:cubicBezTo>
                    <a:pt x="29686" y="15537"/>
                    <a:pt x="28219" y="14649"/>
                    <a:pt x="26802" y="14809"/>
                  </a:cubicBezTo>
                  <a:cubicBezTo>
                    <a:pt x="27936" y="13864"/>
                    <a:pt x="28246" y="12064"/>
                    <a:pt x="27487" y="10796"/>
                  </a:cubicBezTo>
                  <a:cubicBezTo>
                    <a:pt x="26732" y="9529"/>
                    <a:pt x="25002" y="8943"/>
                    <a:pt x="23628" y="9492"/>
                  </a:cubicBezTo>
                  <a:cubicBezTo>
                    <a:pt x="24762" y="8681"/>
                    <a:pt x="25039" y="6901"/>
                    <a:pt x="24210" y="5783"/>
                  </a:cubicBezTo>
                  <a:cubicBezTo>
                    <a:pt x="23385" y="4662"/>
                    <a:pt x="21602" y="4409"/>
                    <a:pt x="20491" y="5254"/>
                  </a:cubicBezTo>
                  <a:cubicBezTo>
                    <a:pt x="20963" y="3876"/>
                    <a:pt x="20201" y="2200"/>
                    <a:pt x="18854" y="1647"/>
                  </a:cubicBezTo>
                  <a:cubicBezTo>
                    <a:pt x="17510" y="1095"/>
                    <a:pt x="15790" y="1751"/>
                    <a:pt x="15154" y="3061"/>
                  </a:cubicBezTo>
                  <a:cubicBezTo>
                    <a:pt x="15886" y="1684"/>
                    <a:pt x="14269" y="1"/>
                    <a:pt x="12712" y="84"/>
                  </a:cubicBezTo>
                  <a:cubicBezTo>
                    <a:pt x="11155" y="167"/>
                    <a:pt x="9895" y="1338"/>
                    <a:pt x="8860" y="2506"/>
                  </a:cubicBezTo>
                  <a:cubicBezTo>
                    <a:pt x="6345" y="1860"/>
                    <a:pt x="3494" y="2822"/>
                    <a:pt x="1883" y="4858"/>
                  </a:cubicBezTo>
                  <a:cubicBezTo>
                    <a:pt x="277" y="6897"/>
                    <a:pt x="0" y="9895"/>
                    <a:pt x="1215" y="12190"/>
                  </a:cubicBezTo>
                </a:path>
              </a:pathLst>
            </a:custGeom>
            <a:noFill/>
            <a:ln w="1075" cap="flat" cmpd="sng">
              <a:solidFill>
                <a:schemeClr val="accent2"/>
              </a:solidFill>
              <a:prstDash val="solid"/>
              <a:miter lim="33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70" name="Google Shape;870;p5"/>
          <p:cNvSpPr txBox="1">
            <a:spLocks noGrp="1"/>
          </p:cNvSpPr>
          <p:nvPr>
            <p:ph type="subTitle" idx="1"/>
          </p:nvPr>
        </p:nvSpPr>
        <p:spPr>
          <a:xfrm>
            <a:off x="960000" y="2416633"/>
            <a:ext cx="5152000" cy="7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71" name="Google Shape;871;p5"/>
          <p:cNvSpPr txBox="1">
            <a:spLocks noGrp="1"/>
          </p:cNvSpPr>
          <p:nvPr>
            <p:ph type="subTitle" idx="2"/>
          </p:nvPr>
        </p:nvSpPr>
        <p:spPr>
          <a:xfrm>
            <a:off x="960000" y="4393867"/>
            <a:ext cx="5152000" cy="7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72" name="Google Shape;872;p5"/>
          <p:cNvSpPr txBox="1">
            <a:spLocks noGrp="1"/>
          </p:cNvSpPr>
          <p:nvPr>
            <p:ph type="subTitle" idx="3"/>
          </p:nvPr>
        </p:nvSpPr>
        <p:spPr>
          <a:xfrm>
            <a:off x="960000" y="3119433"/>
            <a:ext cx="5152000" cy="1048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73" name="Google Shape;873;p5"/>
          <p:cNvSpPr txBox="1">
            <a:spLocks noGrp="1"/>
          </p:cNvSpPr>
          <p:nvPr>
            <p:ph type="subTitle" idx="4"/>
          </p:nvPr>
        </p:nvSpPr>
        <p:spPr>
          <a:xfrm>
            <a:off x="960000" y="5096667"/>
            <a:ext cx="5152000" cy="1048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74" name="Google Shape;874;p5"/>
          <p:cNvSpPr txBox="1">
            <a:spLocks noGrp="1"/>
          </p:cNvSpPr>
          <p:nvPr>
            <p:ph type="title"/>
          </p:nvPr>
        </p:nvSpPr>
        <p:spPr>
          <a:xfrm>
            <a:off x="960000" y="491767"/>
            <a:ext cx="5834800" cy="15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875" name="Google Shape;875;p5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876" name="Google Shape;876;p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" name="Google Shape;882;p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" name="Google Shape;884;p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12" name="Google Shape;1012;p5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1013" name="Google Shape;1013;p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098016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0" name="Google Shape;1150;p6"/>
          <p:cNvGrpSpPr/>
          <p:nvPr/>
        </p:nvGrpSpPr>
        <p:grpSpPr>
          <a:xfrm>
            <a:off x="8558958" y="-1420477"/>
            <a:ext cx="2838973" cy="2890433"/>
            <a:chOff x="6443636" y="-651126"/>
            <a:chExt cx="1857643" cy="1891315"/>
          </a:xfrm>
        </p:grpSpPr>
        <p:sp>
          <p:nvSpPr>
            <p:cNvPr id="1151" name="Google Shape;1151;p6"/>
            <p:cNvSpPr/>
            <p:nvPr/>
          </p:nvSpPr>
          <p:spPr>
            <a:xfrm rot="2918932">
              <a:off x="6614851" y="-276011"/>
              <a:ext cx="1515213" cy="1141085"/>
            </a:xfrm>
            <a:custGeom>
              <a:avLst/>
              <a:gdLst/>
              <a:ahLst/>
              <a:cxnLst/>
              <a:rect l="l" t="t" r="r" b="b"/>
              <a:pathLst>
                <a:path w="47393" h="35691" extrusionOk="0">
                  <a:moveTo>
                    <a:pt x="33712" y="1"/>
                  </a:moveTo>
                  <a:cubicBezTo>
                    <a:pt x="33522" y="1"/>
                    <a:pt x="33430" y="292"/>
                    <a:pt x="33639" y="350"/>
                  </a:cubicBezTo>
                  <a:cubicBezTo>
                    <a:pt x="36952" y="1305"/>
                    <a:pt x="40130" y="2815"/>
                    <a:pt x="42944" y="4805"/>
                  </a:cubicBezTo>
                  <a:cubicBezTo>
                    <a:pt x="44371" y="5816"/>
                    <a:pt x="46135" y="7060"/>
                    <a:pt x="46561" y="8870"/>
                  </a:cubicBezTo>
                  <a:cubicBezTo>
                    <a:pt x="46737" y="9612"/>
                    <a:pt x="46670" y="10447"/>
                    <a:pt x="46291" y="11119"/>
                  </a:cubicBezTo>
                  <a:cubicBezTo>
                    <a:pt x="45875" y="11854"/>
                    <a:pt x="45167" y="12150"/>
                    <a:pt x="44371" y="12300"/>
                  </a:cubicBezTo>
                  <a:cubicBezTo>
                    <a:pt x="43620" y="12447"/>
                    <a:pt x="42798" y="12516"/>
                    <a:pt x="42172" y="13009"/>
                  </a:cubicBezTo>
                  <a:cubicBezTo>
                    <a:pt x="41800" y="13302"/>
                    <a:pt x="41547" y="13724"/>
                    <a:pt x="41420" y="14180"/>
                  </a:cubicBezTo>
                  <a:cubicBezTo>
                    <a:pt x="41151" y="15158"/>
                    <a:pt x="41347" y="16219"/>
                    <a:pt x="41397" y="17214"/>
                  </a:cubicBezTo>
                  <a:cubicBezTo>
                    <a:pt x="41450" y="18272"/>
                    <a:pt x="41374" y="19523"/>
                    <a:pt x="40286" y="20048"/>
                  </a:cubicBezTo>
                  <a:cubicBezTo>
                    <a:pt x="39761" y="20301"/>
                    <a:pt x="39191" y="20334"/>
                    <a:pt x="38615" y="20334"/>
                  </a:cubicBezTo>
                  <a:cubicBezTo>
                    <a:pt x="38408" y="20334"/>
                    <a:pt x="38200" y="20330"/>
                    <a:pt x="37993" y="20330"/>
                  </a:cubicBezTo>
                  <a:cubicBezTo>
                    <a:pt x="37414" y="20330"/>
                    <a:pt x="36842" y="20363"/>
                    <a:pt x="36314" y="20617"/>
                  </a:cubicBezTo>
                  <a:cubicBezTo>
                    <a:pt x="35010" y="21239"/>
                    <a:pt x="34976" y="22846"/>
                    <a:pt x="35209" y="24081"/>
                  </a:cubicBezTo>
                  <a:cubicBezTo>
                    <a:pt x="35369" y="24942"/>
                    <a:pt x="35642" y="25834"/>
                    <a:pt x="35499" y="26719"/>
                  </a:cubicBezTo>
                  <a:cubicBezTo>
                    <a:pt x="35379" y="27461"/>
                    <a:pt x="34847" y="28279"/>
                    <a:pt x="34051" y="28392"/>
                  </a:cubicBezTo>
                  <a:cubicBezTo>
                    <a:pt x="33992" y="28401"/>
                    <a:pt x="33934" y="28404"/>
                    <a:pt x="33877" y="28404"/>
                  </a:cubicBezTo>
                  <a:cubicBezTo>
                    <a:pt x="33180" y="28404"/>
                    <a:pt x="32676" y="27810"/>
                    <a:pt x="32252" y="27318"/>
                  </a:cubicBezTo>
                  <a:cubicBezTo>
                    <a:pt x="31829" y="26832"/>
                    <a:pt x="31407" y="26343"/>
                    <a:pt x="30788" y="26110"/>
                  </a:cubicBezTo>
                  <a:cubicBezTo>
                    <a:pt x="30467" y="25990"/>
                    <a:pt x="30136" y="25935"/>
                    <a:pt x="29805" y="25935"/>
                  </a:cubicBezTo>
                  <a:cubicBezTo>
                    <a:pt x="28836" y="25935"/>
                    <a:pt x="27875" y="26409"/>
                    <a:pt x="27215" y="27111"/>
                  </a:cubicBezTo>
                  <a:cubicBezTo>
                    <a:pt x="26110" y="28286"/>
                    <a:pt x="25718" y="29903"/>
                    <a:pt x="25415" y="31436"/>
                  </a:cubicBezTo>
                  <a:cubicBezTo>
                    <a:pt x="25219" y="32440"/>
                    <a:pt x="24868" y="35515"/>
                    <a:pt x="23426" y="35515"/>
                  </a:cubicBezTo>
                  <a:cubicBezTo>
                    <a:pt x="23229" y="35515"/>
                    <a:pt x="23011" y="35458"/>
                    <a:pt x="22770" y="35329"/>
                  </a:cubicBezTo>
                  <a:cubicBezTo>
                    <a:pt x="22075" y="34956"/>
                    <a:pt x="21669" y="34201"/>
                    <a:pt x="21379" y="33502"/>
                  </a:cubicBezTo>
                  <a:cubicBezTo>
                    <a:pt x="21000" y="32591"/>
                    <a:pt x="20817" y="31609"/>
                    <a:pt x="20837" y="30625"/>
                  </a:cubicBezTo>
                  <a:cubicBezTo>
                    <a:pt x="20857" y="29773"/>
                    <a:pt x="21007" y="28915"/>
                    <a:pt x="20864" y="28066"/>
                  </a:cubicBezTo>
                  <a:cubicBezTo>
                    <a:pt x="20744" y="27388"/>
                    <a:pt x="20461" y="26749"/>
                    <a:pt x="20035" y="26207"/>
                  </a:cubicBezTo>
                  <a:cubicBezTo>
                    <a:pt x="19157" y="25062"/>
                    <a:pt x="17783" y="24340"/>
                    <a:pt x="16399" y="24011"/>
                  </a:cubicBezTo>
                  <a:cubicBezTo>
                    <a:pt x="15743" y="23855"/>
                    <a:pt x="15074" y="23792"/>
                    <a:pt x="14402" y="23792"/>
                  </a:cubicBezTo>
                  <a:cubicBezTo>
                    <a:pt x="13427" y="23792"/>
                    <a:pt x="12446" y="23924"/>
                    <a:pt x="11492" y="24094"/>
                  </a:cubicBezTo>
                  <a:cubicBezTo>
                    <a:pt x="9531" y="24442"/>
                    <a:pt x="7460" y="24985"/>
                    <a:pt x="5436" y="24985"/>
                  </a:cubicBezTo>
                  <a:cubicBezTo>
                    <a:pt x="4227" y="24985"/>
                    <a:pt x="3035" y="24792"/>
                    <a:pt x="1894" y="24247"/>
                  </a:cubicBezTo>
                  <a:cubicBezTo>
                    <a:pt x="1208" y="23918"/>
                    <a:pt x="606" y="23492"/>
                    <a:pt x="110" y="22913"/>
                  </a:cubicBezTo>
                  <a:cubicBezTo>
                    <a:pt x="99" y="22901"/>
                    <a:pt x="86" y="22897"/>
                    <a:pt x="74" y="22897"/>
                  </a:cubicBezTo>
                  <a:cubicBezTo>
                    <a:pt x="35" y="22897"/>
                    <a:pt x="0" y="22943"/>
                    <a:pt x="31" y="22983"/>
                  </a:cubicBezTo>
                  <a:lnTo>
                    <a:pt x="24" y="22983"/>
                  </a:lnTo>
                  <a:cubicBezTo>
                    <a:pt x="1404" y="24636"/>
                    <a:pt x="3438" y="25156"/>
                    <a:pt x="5498" y="25156"/>
                  </a:cubicBezTo>
                  <a:cubicBezTo>
                    <a:pt x="6477" y="25156"/>
                    <a:pt x="7462" y="25038"/>
                    <a:pt x="8384" y="24869"/>
                  </a:cubicBezTo>
                  <a:cubicBezTo>
                    <a:pt x="10345" y="24509"/>
                    <a:pt x="12432" y="23947"/>
                    <a:pt x="14446" y="23947"/>
                  </a:cubicBezTo>
                  <a:cubicBezTo>
                    <a:pt x="15947" y="23947"/>
                    <a:pt x="17409" y="24260"/>
                    <a:pt x="18748" y="25202"/>
                  </a:cubicBezTo>
                  <a:cubicBezTo>
                    <a:pt x="19403" y="25658"/>
                    <a:pt x="19969" y="26250"/>
                    <a:pt x="20328" y="26965"/>
                  </a:cubicBezTo>
                  <a:cubicBezTo>
                    <a:pt x="20754" y="27810"/>
                    <a:pt x="20780" y="28708"/>
                    <a:pt x="20717" y="29633"/>
                  </a:cubicBezTo>
                  <a:cubicBezTo>
                    <a:pt x="20594" y="31353"/>
                    <a:pt x="20734" y="33126"/>
                    <a:pt x="21732" y="34597"/>
                  </a:cubicBezTo>
                  <a:cubicBezTo>
                    <a:pt x="22055" y="35076"/>
                    <a:pt x="22520" y="35548"/>
                    <a:pt x="23113" y="35665"/>
                  </a:cubicBezTo>
                  <a:cubicBezTo>
                    <a:pt x="23199" y="35682"/>
                    <a:pt x="23285" y="35690"/>
                    <a:pt x="23368" y="35690"/>
                  </a:cubicBezTo>
                  <a:cubicBezTo>
                    <a:pt x="23959" y="35690"/>
                    <a:pt x="24447" y="35276"/>
                    <a:pt x="24736" y="34757"/>
                  </a:cubicBezTo>
                  <a:cubicBezTo>
                    <a:pt x="25152" y="34021"/>
                    <a:pt x="25308" y="33143"/>
                    <a:pt x="25468" y="32321"/>
                  </a:cubicBezTo>
                  <a:cubicBezTo>
                    <a:pt x="25648" y="31406"/>
                    <a:pt x="25794" y="30485"/>
                    <a:pt x="26077" y="29597"/>
                  </a:cubicBezTo>
                  <a:cubicBezTo>
                    <a:pt x="26579" y="28010"/>
                    <a:pt x="27611" y="26413"/>
                    <a:pt x="29387" y="26147"/>
                  </a:cubicBezTo>
                  <a:cubicBezTo>
                    <a:pt x="29530" y="26125"/>
                    <a:pt x="29672" y="26114"/>
                    <a:pt x="29812" y="26114"/>
                  </a:cubicBezTo>
                  <a:cubicBezTo>
                    <a:pt x="30487" y="26114"/>
                    <a:pt x="31120" y="26365"/>
                    <a:pt x="31613" y="26859"/>
                  </a:cubicBezTo>
                  <a:cubicBezTo>
                    <a:pt x="32079" y="27324"/>
                    <a:pt x="32425" y="27917"/>
                    <a:pt x="32964" y="28309"/>
                  </a:cubicBezTo>
                  <a:cubicBezTo>
                    <a:pt x="33266" y="28529"/>
                    <a:pt x="33575" y="28625"/>
                    <a:pt x="33872" y="28625"/>
                  </a:cubicBezTo>
                  <a:cubicBezTo>
                    <a:pt x="34748" y="28625"/>
                    <a:pt x="35519" y="27794"/>
                    <a:pt x="35715" y="26865"/>
                  </a:cubicBezTo>
                  <a:cubicBezTo>
                    <a:pt x="36061" y="25218"/>
                    <a:pt x="34910" y="23608"/>
                    <a:pt x="35412" y="21958"/>
                  </a:cubicBezTo>
                  <a:cubicBezTo>
                    <a:pt x="35944" y="20211"/>
                    <a:pt x="37884" y="20614"/>
                    <a:pt x="39288" y="20494"/>
                  </a:cubicBezTo>
                  <a:cubicBezTo>
                    <a:pt x="40426" y="20398"/>
                    <a:pt x="41311" y="19789"/>
                    <a:pt x="41540" y="18641"/>
                  </a:cubicBezTo>
                  <a:cubicBezTo>
                    <a:pt x="41753" y="17570"/>
                    <a:pt x="41497" y="16465"/>
                    <a:pt x="41504" y="15384"/>
                  </a:cubicBezTo>
                  <a:cubicBezTo>
                    <a:pt x="41507" y="14872"/>
                    <a:pt x="41554" y="14330"/>
                    <a:pt x="41790" y="13867"/>
                  </a:cubicBezTo>
                  <a:cubicBezTo>
                    <a:pt x="42136" y="13202"/>
                    <a:pt x="42814" y="12922"/>
                    <a:pt x="43520" y="12799"/>
                  </a:cubicBezTo>
                  <a:cubicBezTo>
                    <a:pt x="44322" y="12659"/>
                    <a:pt x="45190" y="12636"/>
                    <a:pt x="45885" y="12160"/>
                  </a:cubicBezTo>
                  <a:cubicBezTo>
                    <a:pt x="46454" y="11774"/>
                    <a:pt x="46827" y="11159"/>
                    <a:pt x="46990" y="10497"/>
                  </a:cubicBezTo>
                  <a:cubicBezTo>
                    <a:pt x="47392" y="8827"/>
                    <a:pt x="46531" y="7286"/>
                    <a:pt x="45363" y="6149"/>
                  </a:cubicBezTo>
                  <a:cubicBezTo>
                    <a:pt x="44092" y="4908"/>
                    <a:pt x="42558" y="3883"/>
                    <a:pt x="41031" y="2982"/>
                  </a:cubicBezTo>
                  <a:cubicBezTo>
                    <a:pt x="39517" y="2087"/>
                    <a:pt x="37917" y="1345"/>
                    <a:pt x="36257" y="759"/>
                  </a:cubicBezTo>
                  <a:cubicBezTo>
                    <a:pt x="35435" y="473"/>
                    <a:pt x="34604" y="220"/>
                    <a:pt x="33762" y="7"/>
                  </a:cubicBezTo>
                  <a:cubicBezTo>
                    <a:pt x="33745" y="3"/>
                    <a:pt x="33728" y="1"/>
                    <a:pt x="33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6"/>
            <p:cNvSpPr/>
            <p:nvPr/>
          </p:nvSpPr>
          <p:spPr>
            <a:xfrm rot="2918932">
              <a:off x="6900323" y="-129092"/>
              <a:ext cx="1014319" cy="735882"/>
            </a:xfrm>
            <a:custGeom>
              <a:avLst/>
              <a:gdLst/>
              <a:ahLst/>
              <a:cxnLst/>
              <a:rect l="l" t="t" r="r" b="b"/>
              <a:pathLst>
                <a:path w="31726" h="23017" extrusionOk="0">
                  <a:moveTo>
                    <a:pt x="23033" y="1"/>
                  </a:moveTo>
                  <a:cubicBezTo>
                    <a:pt x="22811" y="1"/>
                    <a:pt x="22756" y="369"/>
                    <a:pt x="22982" y="447"/>
                  </a:cubicBezTo>
                  <a:cubicBezTo>
                    <a:pt x="23458" y="617"/>
                    <a:pt x="23917" y="843"/>
                    <a:pt x="24343" y="1113"/>
                  </a:cubicBezTo>
                  <a:cubicBezTo>
                    <a:pt x="24769" y="1379"/>
                    <a:pt x="25211" y="1605"/>
                    <a:pt x="25614" y="1901"/>
                  </a:cubicBezTo>
                  <a:cubicBezTo>
                    <a:pt x="26422" y="2493"/>
                    <a:pt x="27207" y="3089"/>
                    <a:pt x="27893" y="3824"/>
                  </a:cubicBezTo>
                  <a:cubicBezTo>
                    <a:pt x="29130" y="5148"/>
                    <a:pt x="30168" y="6778"/>
                    <a:pt x="30514" y="8582"/>
                  </a:cubicBezTo>
                  <a:cubicBezTo>
                    <a:pt x="30664" y="9367"/>
                    <a:pt x="30714" y="10225"/>
                    <a:pt x="30514" y="11007"/>
                  </a:cubicBezTo>
                  <a:cubicBezTo>
                    <a:pt x="30404" y="11433"/>
                    <a:pt x="30245" y="11845"/>
                    <a:pt x="30005" y="12218"/>
                  </a:cubicBezTo>
                  <a:cubicBezTo>
                    <a:pt x="29696" y="12697"/>
                    <a:pt x="29203" y="13173"/>
                    <a:pt x="28638" y="13302"/>
                  </a:cubicBezTo>
                  <a:cubicBezTo>
                    <a:pt x="28185" y="13402"/>
                    <a:pt x="27743" y="13419"/>
                    <a:pt x="27307" y="13602"/>
                  </a:cubicBezTo>
                  <a:cubicBezTo>
                    <a:pt x="26928" y="13765"/>
                    <a:pt x="26582" y="13991"/>
                    <a:pt x="26279" y="14274"/>
                  </a:cubicBezTo>
                  <a:cubicBezTo>
                    <a:pt x="25694" y="14826"/>
                    <a:pt x="25281" y="15568"/>
                    <a:pt x="25178" y="16370"/>
                  </a:cubicBezTo>
                  <a:cubicBezTo>
                    <a:pt x="25071" y="17188"/>
                    <a:pt x="25464" y="18376"/>
                    <a:pt x="24765" y="19011"/>
                  </a:cubicBezTo>
                  <a:cubicBezTo>
                    <a:pt x="24526" y="19229"/>
                    <a:pt x="24211" y="19319"/>
                    <a:pt x="23893" y="19319"/>
                  </a:cubicBezTo>
                  <a:cubicBezTo>
                    <a:pt x="23716" y="19319"/>
                    <a:pt x="23537" y="19291"/>
                    <a:pt x="23371" y="19241"/>
                  </a:cubicBezTo>
                  <a:cubicBezTo>
                    <a:pt x="22849" y="19085"/>
                    <a:pt x="22570" y="18702"/>
                    <a:pt x="22194" y="18346"/>
                  </a:cubicBezTo>
                  <a:cubicBezTo>
                    <a:pt x="21856" y="18027"/>
                    <a:pt x="21453" y="17906"/>
                    <a:pt x="21036" y="17906"/>
                  </a:cubicBezTo>
                  <a:cubicBezTo>
                    <a:pt x="20637" y="17906"/>
                    <a:pt x="20224" y="18017"/>
                    <a:pt x="19842" y="18170"/>
                  </a:cubicBezTo>
                  <a:cubicBezTo>
                    <a:pt x="19003" y="18509"/>
                    <a:pt x="18198" y="19061"/>
                    <a:pt x="17742" y="19863"/>
                  </a:cubicBezTo>
                  <a:cubicBezTo>
                    <a:pt x="17479" y="20329"/>
                    <a:pt x="17413" y="20811"/>
                    <a:pt x="17277" y="21317"/>
                  </a:cubicBezTo>
                  <a:cubicBezTo>
                    <a:pt x="17217" y="21540"/>
                    <a:pt x="17153" y="21776"/>
                    <a:pt x="17007" y="21962"/>
                  </a:cubicBezTo>
                  <a:cubicBezTo>
                    <a:pt x="16901" y="22095"/>
                    <a:pt x="16658" y="22285"/>
                    <a:pt x="16488" y="22325"/>
                  </a:cubicBezTo>
                  <a:cubicBezTo>
                    <a:pt x="16462" y="22331"/>
                    <a:pt x="16437" y="22334"/>
                    <a:pt x="16412" y="22334"/>
                  </a:cubicBezTo>
                  <a:cubicBezTo>
                    <a:pt x="16045" y="22334"/>
                    <a:pt x="15775" y="21681"/>
                    <a:pt x="15713" y="21413"/>
                  </a:cubicBezTo>
                  <a:cubicBezTo>
                    <a:pt x="15590" y="20884"/>
                    <a:pt x="15603" y="20312"/>
                    <a:pt x="15580" y="19773"/>
                  </a:cubicBezTo>
                  <a:cubicBezTo>
                    <a:pt x="15537" y="18835"/>
                    <a:pt x="15453" y="17790"/>
                    <a:pt x="14781" y="17065"/>
                  </a:cubicBezTo>
                  <a:cubicBezTo>
                    <a:pt x="14166" y="16400"/>
                    <a:pt x="13228" y="16170"/>
                    <a:pt x="12356" y="16114"/>
                  </a:cubicBezTo>
                  <a:cubicBezTo>
                    <a:pt x="12202" y="16104"/>
                    <a:pt x="12048" y="16099"/>
                    <a:pt x="11895" y="16099"/>
                  </a:cubicBezTo>
                  <a:cubicBezTo>
                    <a:pt x="10119" y="16099"/>
                    <a:pt x="8417" y="16731"/>
                    <a:pt x="6680" y="17019"/>
                  </a:cubicBezTo>
                  <a:cubicBezTo>
                    <a:pt x="6184" y="17100"/>
                    <a:pt x="5680" y="17153"/>
                    <a:pt x="5177" y="17153"/>
                  </a:cubicBezTo>
                  <a:cubicBezTo>
                    <a:pt x="4658" y="17153"/>
                    <a:pt x="4141" y="17097"/>
                    <a:pt x="3636" y="16959"/>
                  </a:cubicBezTo>
                  <a:cubicBezTo>
                    <a:pt x="2658" y="16689"/>
                    <a:pt x="1770" y="16167"/>
                    <a:pt x="1055" y="15445"/>
                  </a:cubicBezTo>
                  <a:cubicBezTo>
                    <a:pt x="699" y="15082"/>
                    <a:pt x="393" y="14676"/>
                    <a:pt x="146" y="14237"/>
                  </a:cubicBezTo>
                  <a:cubicBezTo>
                    <a:pt x="132" y="14213"/>
                    <a:pt x="109" y="14202"/>
                    <a:pt x="87" y="14202"/>
                  </a:cubicBezTo>
                  <a:cubicBezTo>
                    <a:pt x="43" y="14202"/>
                    <a:pt x="0" y="14243"/>
                    <a:pt x="27" y="14294"/>
                  </a:cubicBezTo>
                  <a:lnTo>
                    <a:pt x="23" y="14294"/>
                  </a:lnTo>
                  <a:cubicBezTo>
                    <a:pt x="948" y="15977"/>
                    <a:pt x="2675" y="17142"/>
                    <a:pt x="4591" y="17335"/>
                  </a:cubicBezTo>
                  <a:cubicBezTo>
                    <a:pt x="4822" y="17358"/>
                    <a:pt x="5051" y="17368"/>
                    <a:pt x="5281" y="17368"/>
                  </a:cubicBezTo>
                  <a:cubicBezTo>
                    <a:pt x="7074" y="17368"/>
                    <a:pt x="8825" y="16728"/>
                    <a:pt x="10586" y="16460"/>
                  </a:cubicBezTo>
                  <a:cubicBezTo>
                    <a:pt x="11042" y="16390"/>
                    <a:pt x="11519" y="16340"/>
                    <a:pt x="11994" y="16340"/>
                  </a:cubicBezTo>
                  <a:cubicBezTo>
                    <a:pt x="12608" y="16340"/>
                    <a:pt x="13219" y="16423"/>
                    <a:pt x="13780" y="16656"/>
                  </a:cubicBezTo>
                  <a:cubicBezTo>
                    <a:pt x="15057" y="17185"/>
                    <a:pt x="15297" y="18449"/>
                    <a:pt x="15340" y="19697"/>
                  </a:cubicBezTo>
                  <a:cubicBezTo>
                    <a:pt x="15367" y="20575"/>
                    <a:pt x="15274" y="21676"/>
                    <a:pt x="15833" y="22425"/>
                  </a:cubicBezTo>
                  <a:cubicBezTo>
                    <a:pt x="16052" y="22724"/>
                    <a:pt x="16418" y="22960"/>
                    <a:pt x="16787" y="23010"/>
                  </a:cubicBezTo>
                  <a:cubicBezTo>
                    <a:pt x="16820" y="23015"/>
                    <a:pt x="16852" y="23017"/>
                    <a:pt x="16884" y="23017"/>
                  </a:cubicBezTo>
                  <a:cubicBezTo>
                    <a:pt x="17330" y="23017"/>
                    <a:pt x="17748" y="22599"/>
                    <a:pt x="17962" y="22242"/>
                  </a:cubicBezTo>
                  <a:cubicBezTo>
                    <a:pt x="18251" y="21753"/>
                    <a:pt x="18308" y="21170"/>
                    <a:pt x="18454" y="20632"/>
                  </a:cubicBezTo>
                  <a:cubicBezTo>
                    <a:pt x="18584" y="20166"/>
                    <a:pt x="18777" y="19727"/>
                    <a:pt x="19066" y="19337"/>
                  </a:cubicBezTo>
                  <a:cubicBezTo>
                    <a:pt x="19495" y="18764"/>
                    <a:pt x="20335" y="18207"/>
                    <a:pt x="21113" y="18207"/>
                  </a:cubicBezTo>
                  <a:cubicBezTo>
                    <a:pt x="21422" y="18207"/>
                    <a:pt x="21721" y="18295"/>
                    <a:pt x="21981" y="18506"/>
                  </a:cubicBezTo>
                  <a:cubicBezTo>
                    <a:pt x="22337" y="18795"/>
                    <a:pt x="22600" y="19168"/>
                    <a:pt x="23015" y="19381"/>
                  </a:cubicBezTo>
                  <a:cubicBezTo>
                    <a:pt x="23297" y="19525"/>
                    <a:pt x="23608" y="19599"/>
                    <a:pt x="23922" y="19599"/>
                  </a:cubicBezTo>
                  <a:cubicBezTo>
                    <a:pt x="24028" y="19599"/>
                    <a:pt x="24134" y="19590"/>
                    <a:pt x="24240" y="19574"/>
                  </a:cubicBezTo>
                  <a:cubicBezTo>
                    <a:pt x="25121" y="19421"/>
                    <a:pt x="25484" y="18642"/>
                    <a:pt x="25491" y="17817"/>
                  </a:cubicBezTo>
                  <a:cubicBezTo>
                    <a:pt x="25494" y="17358"/>
                    <a:pt x="25427" y="16902"/>
                    <a:pt x="25477" y="16443"/>
                  </a:cubicBezTo>
                  <a:cubicBezTo>
                    <a:pt x="25534" y="15961"/>
                    <a:pt x="25704" y="15498"/>
                    <a:pt x="25973" y="15092"/>
                  </a:cubicBezTo>
                  <a:cubicBezTo>
                    <a:pt x="26529" y="14234"/>
                    <a:pt x="27460" y="13688"/>
                    <a:pt x="28485" y="13622"/>
                  </a:cubicBezTo>
                  <a:cubicBezTo>
                    <a:pt x="29047" y="13585"/>
                    <a:pt x="29556" y="13539"/>
                    <a:pt x="30025" y="13203"/>
                  </a:cubicBezTo>
                  <a:cubicBezTo>
                    <a:pt x="30438" y="12903"/>
                    <a:pt x="30774" y="12487"/>
                    <a:pt x="31030" y="12048"/>
                  </a:cubicBezTo>
                  <a:cubicBezTo>
                    <a:pt x="31476" y="11276"/>
                    <a:pt x="31725" y="10338"/>
                    <a:pt x="31695" y="9443"/>
                  </a:cubicBezTo>
                  <a:cubicBezTo>
                    <a:pt x="31619" y="7487"/>
                    <a:pt x="30767" y="5664"/>
                    <a:pt x="29599" y="4124"/>
                  </a:cubicBezTo>
                  <a:cubicBezTo>
                    <a:pt x="28352" y="2483"/>
                    <a:pt x="26595" y="880"/>
                    <a:pt x="24556" y="334"/>
                  </a:cubicBezTo>
                  <a:cubicBezTo>
                    <a:pt x="24070" y="204"/>
                    <a:pt x="23571" y="101"/>
                    <a:pt x="23075" y="5"/>
                  </a:cubicBezTo>
                  <a:cubicBezTo>
                    <a:pt x="23061" y="2"/>
                    <a:pt x="23047" y="1"/>
                    <a:pt x="23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6"/>
            <p:cNvSpPr/>
            <p:nvPr/>
          </p:nvSpPr>
          <p:spPr>
            <a:xfrm rot="2918932">
              <a:off x="7163812" y="82452"/>
              <a:ext cx="567362" cy="322846"/>
            </a:xfrm>
            <a:custGeom>
              <a:avLst/>
              <a:gdLst/>
              <a:ahLst/>
              <a:cxnLst/>
              <a:rect l="l" t="t" r="r" b="b"/>
              <a:pathLst>
                <a:path w="17746" h="10098" extrusionOk="0">
                  <a:moveTo>
                    <a:pt x="12843" y="1"/>
                  </a:moveTo>
                  <a:cubicBezTo>
                    <a:pt x="12753" y="1"/>
                    <a:pt x="12669" y="119"/>
                    <a:pt x="12748" y="193"/>
                  </a:cubicBezTo>
                  <a:cubicBezTo>
                    <a:pt x="14059" y="1401"/>
                    <a:pt x="16518" y="2089"/>
                    <a:pt x="16810" y="4109"/>
                  </a:cubicBezTo>
                  <a:cubicBezTo>
                    <a:pt x="16933" y="4954"/>
                    <a:pt x="16458" y="5656"/>
                    <a:pt x="15736" y="6052"/>
                  </a:cubicBezTo>
                  <a:cubicBezTo>
                    <a:pt x="15370" y="6251"/>
                    <a:pt x="14977" y="6401"/>
                    <a:pt x="14571" y="6497"/>
                  </a:cubicBezTo>
                  <a:cubicBezTo>
                    <a:pt x="14119" y="6607"/>
                    <a:pt x="13627" y="6610"/>
                    <a:pt x="13221" y="6863"/>
                  </a:cubicBezTo>
                  <a:cubicBezTo>
                    <a:pt x="12485" y="7316"/>
                    <a:pt x="12642" y="8271"/>
                    <a:pt x="12316" y="8959"/>
                  </a:cubicBezTo>
                  <a:cubicBezTo>
                    <a:pt x="12093" y="9433"/>
                    <a:pt x="11637" y="9809"/>
                    <a:pt x="11104" y="9809"/>
                  </a:cubicBezTo>
                  <a:cubicBezTo>
                    <a:pt x="11071" y="9809"/>
                    <a:pt x="11038" y="9807"/>
                    <a:pt x="11005" y="9804"/>
                  </a:cubicBezTo>
                  <a:cubicBezTo>
                    <a:pt x="10373" y="9751"/>
                    <a:pt x="10137" y="9252"/>
                    <a:pt x="9960" y="8716"/>
                  </a:cubicBezTo>
                  <a:cubicBezTo>
                    <a:pt x="9721" y="7988"/>
                    <a:pt x="9245" y="7549"/>
                    <a:pt x="8457" y="7542"/>
                  </a:cubicBezTo>
                  <a:cubicBezTo>
                    <a:pt x="8449" y="7542"/>
                    <a:pt x="8441" y="7542"/>
                    <a:pt x="8433" y="7542"/>
                  </a:cubicBezTo>
                  <a:cubicBezTo>
                    <a:pt x="7644" y="7542"/>
                    <a:pt x="6919" y="7867"/>
                    <a:pt x="6171" y="8074"/>
                  </a:cubicBezTo>
                  <a:cubicBezTo>
                    <a:pt x="5546" y="8249"/>
                    <a:pt x="4874" y="8349"/>
                    <a:pt x="4206" y="8349"/>
                  </a:cubicBezTo>
                  <a:cubicBezTo>
                    <a:pt x="2535" y="8349"/>
                    <a:pt x="891" y="7727"/>
                    <a:pt x="93" y="6111"/>
                  </a:cubicBezTo>
                  <a:cubicBezTo>
                    <a:pt x="84" y="6096"/>
                    <a:pt x="70" y="6089"/>
                    <a:pt x="56" y="6089"/>
                  </a:cubicBezTo>
                  <a:cubicBezTo>
                    <a:pt x="28" y="6089"/>
                    <a:pt x="1" y="6116"/>
                    <a:pt x="16" y="6151"/>
                  </a:cubicBezTo>
                  <a:lnTo>
                    <a:pt x="16" y="6148"/>
                  </a:lnTo>
                  <a:cubicBezTo>
                    <a:pt x="783" y="7832"/>
                    <a:pt x="2575" y="8577"/>
                    <a:pt x="4332" y="8577"/>
                  </a:cubicBezTo>
                  <a:cubicBezTo>
                    <a:pt x="4512" y="8577"/>
                    <a:pt x="4692" y="8569"/>
                    <a:pt x="4870" y="8553"/>
                  </a:cubicBezTo>
                  <a:cubicBezTo>
                    <a:pt x="5878" y="8464"/>
                    <a:pt x="6790" y="8074"/>
                    <a:pt x="7771" y="7881"/>
                  </a:cubicBezTo>
                  <a:cubicBezTo>
                    <a:pt x="7980" y="7840"/>
                    <a:pt x="8204" y="7807"/>
                    <a:pt x="8425" y="7807"/>
                  </a:cubicBezTo>
                  <a:cubicBezTo>
                    <a:pt x="8654" y="7807"/>
                    <a:pt x="8881" y="7843"/>
                    <a:pt x="9085" y="7945"/>
                  </a:cubicBezTo>
                  <a:cubicBezTo>
                    <a:pt x="9614" y="8207"/>
                    <a:pt x="9658" y="8803"/>
                    <a:pt x="9874" y="9289"/>
                  </a:cubicBezTo>
                  <a:cubicBezTo>
                    <a:pt x="10114" y="9818"/>
                    <a:pt x="10635" y="10098"/>
                    <a:pt x="11171" y="10098"/>
                  </a:cubicBezTo>
                  <a:cubicBezTo>
                    <a:pt x="11454" y="10098"/>
                    <a:pt x="11741" y="10020"/>
                    <a:pt x="11993" y="9861"/>
                  </a:cubicBezTo>
                  <a:cubicBezTo>
                    <a:pt x="12362" y="9618"/>
                    <a:pt x="12645" y="9262"/>
                    <a:pt x="12792" y="8843"/>
                  </a:cubicBezTo>
                  <a:cubicBezTo>
                    <a:pt x="12935" y="8444"/>
                    <a:pt x="12911" y="7851"/>
                    <a:pt x="13234" y="7542"/>
                  </a:cubicBezTo>
                  <a:cubicBezTo>
                    <a:pt x="13444" y="7342"/>
                    <a:pt x="13750" y="7379"/>
                    <a:pt x="14016" y="7366"/>
                  </a:cubicBezTo>
                  <a:cubicBezTo>
                    <a:pt x="14269" y="7356"/>
                    <a:pt x="14518" y="7332"/>
                    <a:pt x="14764" y="7296"/>
                  </a:cubicBezTo>
                  <a:cubicBezTo>
                    <a:pt x="15237" y="7223"/>
                    <a:pt x="15696" y="7080"/>
                    <a:pt x="16122" y="6867"/>
                  </a:cubicBezTo>
                  <a:cubicBezTo>
                    <a:pt x="16953" y="6444"/>
                    <a:pt x="17625" y="5689"/>
                    <a:pt x="17682" y="4721"/>
                  </a:cubicBezTo>
                  <a:cubicBezTo>
                    <a:pt x="17745" y="3633"/>
                    <a:pt x="17017" y="2628"/>
                    <a:pt x="16202" y="1989"/>
                  </a:cubicBezTo>
                  <a:cubicBezTo>
                    <a:pt x="15187" y="1194"/>
                    <a:pt x="13943" y="775"/>
                    <a:pt x="12901" y="20"/>
                  </a:cubicBezTo>
                  <a:cubicBezTo>
                    <a:pt x="12883" y="7"/>
                    <a:pt x="12863" y="1"/>
                    <a:pt x="12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54" name="Google Shape;1154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155" name="Google Shape;1155;p6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1156" name="Google Shape;1156;p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2" name="Google Shape;1292;p6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1293" name="Google Shape;1293;p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7694632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0" name="Google Shape;1430;p7"/>
          <p:cNvGrpSpPr/>
          <p:nvPr/>
        </p:nvGrpSpPr>
        <p:grpSpPr>
          <a:xfrm rot="3586312" flipH="1">
            <a:off x="5749149" y="5137894"/>
            <a:ext cx="2356699" cy="1412540"/>
            <a:chOff x="3911500" y="3122300"/>
            <a:chExt cx="597375" cy="358050"/>
          </a:xfrm>
        </p:grpSpPr>
        <p:sp>
          <p:nvSpPr>
            <p:cNvPr id="1431" name="Google Shape;1431;p7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7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7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7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7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7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7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7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7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" name="Google Shape;1440;p7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" name="Google Shape;1441;p7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" name="Google Shape;1442;p7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" name="Google Shape;1443;p7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" name="Google Shape;1444;p7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" name="Google Shape;1445;p7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" name="Google Shape;1446;p7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" name="Google Shape;1447;p7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" name="Google Shape;1448;p7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" name="Google Shape;1449;p7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" name="Google Shape;1450;p7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" name="Google Shape;1451;p7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" name="Google Shape;1452;p7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" name="Google Shape;1453;p7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" name="Google Shape;1454;p7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" name="Google Shape;1455;p7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" name="Google Shape;1456;p7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" name="Google Shape;1457;p7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" name="Google Shape;1458;p7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" name="Google Shape;1459;p7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" name="Google Shape;1460;p7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" name="Google Shape;1461;p7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62" name="Google Shape;1462;p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463" name="Google Shape;1463;p7"/>
          <p:cNvSpPr txBox="1">
            <a:spLocks noGrp="1"/>
          </p:cNvSpPr>
          <p:nvPr>
            <p:ph type="body" idx="1"/>
          </p:nvPr>
        </p:nvSpPr>
        <p:spPr>
          <a:xfrm>
            <a:off x="960000" y="2031367"/>
            <a:ext cx="5988400" cy="406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 sz="1867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1464" name="Google Shape;1464;p7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1465" name="Google Shape;1465;p7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6" name="Google Shape;1466;p7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7" name="Google Shape;1467;p7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8" name="Google Shape;1468;p7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9" name="Google Shape;1469;p7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0" name="Google Shape;1470;p7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1" name="Google Shape;1471;p7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2" name="Google Shape;1472;p7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3" name="Google Shape;1473;p7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4" name="Google Shape;1474;p7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7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7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7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7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7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7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7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7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7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" name="Google Shape;1484;p7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" name="Google Shape;1485;p7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" name="Google Shape;1486;p7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7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7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7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7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7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7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7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" name="Google Shape;1494;p7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" name="Google Shape;1495;p7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7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" name="Google Shape;1497;p7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" name="Google Shape;1498;p7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7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7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7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7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7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7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7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7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7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7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7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7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7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" name="Google Shape;1512;p7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" name="Google Shape;1513;p7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7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7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7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7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7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7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7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7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7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7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7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7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7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7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7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7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7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7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7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7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7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7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7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7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7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7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7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7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7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7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7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7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7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7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7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7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7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7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7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" name="Google Shape;1553;p7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" name="Google Shape;1554;p7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" name="Google Shape;1555;p7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" name="Google Shape;1556;p7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" name="Google Shape;1557;p7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" name="Google Shape;1558;p7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" name="Google Shape;1559;p7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" name="Google Shape;1560;p7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" name="Google Shape;1561;p7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" name="Google Shape;1562;p7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" name="Google Shape;1563;p7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" name="Google Shape;1564;p7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" name="Google Shape;1565;p7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" name="Google Shape;1566;p7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" name="Google Shape;1567;p7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" name="Google Shape;1568;p7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" name="Google Shape;1569;p7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" name="Google Shape;1570;p7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" name="Google Shape;1571;p7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" name="Google Shape;1572;p7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" name="Google Shape;1573;p7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" name="Google Shape;1574;p7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" name="Google Shape;1575;p7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" name="Google Shape;1576;p7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" name="Google Shape;1577;p7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" name="Google Shape;1578;p7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" name="Google Shape;1579;p7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" name="Google Shape;1580;p7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" name="Google Shape;1581;p7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" name="Google Shape;1582;p7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7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7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7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7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7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7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7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7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7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7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7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7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7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7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7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7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7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7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01" name="Google Shape;1601;p7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1602" name="Google Shape;1602;p7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7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7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7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7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7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7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7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7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7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7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7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7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7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7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7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7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7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7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7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7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7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7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7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7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7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7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7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7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7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7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3" name="Google Shape;1633;p7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4" name="Google Shape;1634;p7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5" name="Google Shape;1635;p7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6" name="Google Shape;1636;p7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7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7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9" name="Google Shape;1639;p7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0" name="Google Shape;1640;p7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7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7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7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7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7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7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7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7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7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7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7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7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7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7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7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7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7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7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7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7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7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7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7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7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7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7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7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8" name="Google Shape;1668;p7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9" name="Google Shape;1669;p7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7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7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7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7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7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7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7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7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7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7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7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7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7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7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7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7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7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7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7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7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7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7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7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7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7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7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7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7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7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7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7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7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7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7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7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7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7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7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7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7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7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7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7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7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7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7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7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7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7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7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7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7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7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7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7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7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7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7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7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7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7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7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7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7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4" name="Google Shape;1734;p7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7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7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7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9614818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9" name="Google Shape;1739;p8"/>
          <p:cNvGrpSpPr/>
          <p:nvPr/>
        </p:nvGrpSpPr>
        <p:grpSpPr>
          <a:xfrm rot="5400000" flipH="1">
            <a:off x="1806859" y="-1482401"/>
            <a:ext cx="2042571" cy="3457796"/>
            <a:chOff x="6699775" y="1851925"/>
            <a:chExt cx="697250" cy="1180350"/>
          </a:xfrm>
        </p:grpSpPr>
        <p:sp>
          <p:nvSpPr>
            <p:cNvPr id="1740" name="Google Shape;1740;p8"/>
            <p:cNvSpPr/>
            <p:nvPr/>
          </p:nvSpPr>
          <p:spPr>
            <a:xfrm>
              <a:off x="7058750" y="2146825"/>
              <a:ext cx="338275" cy="448000"/>
            </a:xfrm>
            <a:custGeom>
              <a:avLst/>
              <a:gdLst/>
              <a:ahLst/>
              <a:cxnLst/>
              <a:rect l="l" t="t" r="r" b="b"/>
              <a:pathLst>
                <a:path w="13531" h="17920" extrusionOk="0">
                  <a:moveTo>
                    <a:pt x="6705" y="1"/>
                  </a:moveTo>
                  <a:cubicBezTo>
                    <a:pt x="6038" y="1"/>
                    <a:pt x="5353" y="141"/>
                    <a:pt x="4674" y="445"/>
                  </a:cubicBezTo>
                  <a:cubicBezTo>
                    <a:pt x="3400" y="1014"/>
                    <a:pt x="2476" y="1973"/>
                    <a:pt x="1885" y="3129"/>
                  </a:cubicBezTo>
                  <a:lnTo>
                    <a:pt x="1885" y="3129"/>
                  </a:lnTo>
                  <a:cubicBezTo>
                    <a:pt x="1533" y="3558"/>
                    <a:pt x="1237" y="4038"/>
                    <a:pt x="1008" y="4553"/>
                  </a:cubicBezTo>
                  <a:cubicBezTo>
                    <a:pt x="0" y="6832"/>
                    <a:pt x="120" y="9554"/>
                    <a:pt x="659" y="11942"/>
                  </a:cubicBezTo>
                  <a:cubicBezTo>
                    <a:pt x="1204" y="14364"/>
                    <a:pt x="2459" y="16813"/>
                    <a:pt x="4950" y="17661"/>
                  </a:cubicBezTo>
                  <a:cubicBezTo>
                    <a:pt x="5471" y="17838"/>
                    <a:pt x="5987" y="17920"/>
                    <a:pt x="6489" y="17920"/>
                  </a:cubicBezTo>
                  <a:cubicBezTo>
                    <a:pt x="8300" y="17920"/>
                    <a:pt x="9939" y="16855"/>
                    <a:pt x="11012" y="15306"/>
                  </a:cubicBezTo>
                  <a:cubicBezTo>
                    <a:pt x="13384" y="11869"/>
                    <a:pt x="13531" y="5941"/>
                    <a:pt x="11125" y="2484"/>
                  </a:cubicBezTo>
                  <a:cubicBezTo>
                    <a:pt x="10058" y="953"/>
                    <a:pt x="8441" y="1"/>
                    <a:pt x="6705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6740200" y="2466975"/>
              <a:ext cx="422700" cy="565300"/>
            </a:xfrm>
            <a:custGeom>
              <a:avLst/>
              <a:gdLst/>
              <a:ahLst/>
              <a:cxnLst/>
              <a:rect l="l" t="t" r="r" b="b"/>
              <a:pathLst>
                <a:path w="16908" h="22612" extrusionOk="0">
                  <a:moveTo>
                    <a:pt x="16593" y="0"/>
                  </a:moveTo>
                  <a:cubicBezTo>
                    <a:pt x="16590" y="0"/>
                    <a:pt x="16588" y="1"/>
                    <a:pt x="16585" y="1"/>
                  </a:cubicBezTo>
                  <a:lnTo>
                    <a:pt x="16585" y="5"/>
                  </a:lnTo>
                  <a:cubicBezTo>
                    <a:pt x="14658" y="301"/>
                    <a:pt x="12935" y="1575"/>
                    <a:pt x="11398" y="2703"/>
                  </a:cubicBezTo>
                  <a:cubicBezTo>
                    <a:pt x="8387" y="4915"/>
                    <a:pt x="5786" y="7633"/>
                    <a:pt x="3706" y="10737"/>
                  </a:cubicBezTo>
                  <a:cubicBezTo>
                    <a:pt x="2638" y="12327"/>
                    <a:pt x="1647" y="14034"/>
                    <a:pt x="958" y="15827"/>
                  </a:cubicBezTo>
                  <a:cubicBezTo>
                    <a:pt x="293" y="17547"/>
                    <a:pt x="0" y="19603"/>
                    <a:pt x="1171" y="21177"/>
                  </a:cubicBezTo>
                  <a:cubicBezTo>
                    <a:pt x="1640" y="21809"/>
                    <a:pt x="2306" y="22331"/>
                    <a:pt x="3077" y="22531"/>
                  </a:cubicBezTo>
                  <a:cubicBezTo>
                    <a:pt x="3290" y="22585"/>
                    <a:pt x="3502" y="22611"/>
                    <a:pt x="3711" y="22611"/>
                  </a:cubicBezTo>
                  <a:cubicBezTo>
                    <a:pt x="4296" y="22611"/>
                    <a:pt x="4863" y="22411"/>
                    <a:pt x="5370" y="22075"/>
                  </a:cubicBezTo>
                  <a:cubicBezTo>
                    <a:pt x="6135" y="21569"/>
                    <a:pt x="6800" y="20884"/>
                    <a:pt x="7449" y="20239"/>
                  </a:cubicBezTo>
                  <a:cubicBezTo>
                    <a:pt x="8118" y="19570"/>
                    <a:pt x="8760" y="18875"/>
                    <a:pt x="9375" y="18153"/>
                  </a:cubicBezTo>
                  <a:cubicBezTo>
                    <a:pt x="10600" y="16712"/>
                    <a:pt x="11701" y="15169"/>
                    <a:pt x="12666" y="13542"/>
                  </a:cubicBezTo>
                  <a:cubicBezTo>
                    <a:pt x="14582" y="10315"/>
                    <a:pt x="16066" y="6695"/>
                    <a:pt x="16741" y="2995"/>
                  </a:cubicBezTo>
                  <a:cubicBezTo>
                    <a:pt x="16824" y="2543"/>
                    <a:pt x="16877" y="2087"/>
                    <a:pt x="16904" y="1628"/>
                  </a:cubicBezTo>
                  <a:cubicBezTo>
                    <a:pt x="16908" y="1567"/>
                    <a:pt x="16857" y="1533"/>
                    <a:pt x="16806" y="1533"/>
                  </a:cubicBezTo>
                  <a:cubicBezTo>
                    <a:pt x="16765" y="1533"/>
                    <a:pt x="16724" y="1554"/>
                    <a:pt x="16711" y="1601"/>
                  </a:cubicBezTo>
                  <a:cubicBezTo>
                    <a:pt x="16222" y="3335"/>
                    <a:pt x="15886" y="5098"/>
                    <a:pt x="15307" y="6811"/>
                  </a:cubicBezTo>
                  <a:cubicBezTo>
                    <a:pt x="14722" y="8535"/>
                    <a:pt x="14003" y="10211"/>
                    <a:pt x="13155" y="11825"/>
                  </a:cubicBezTo>
                  <a:cubicBezTo>
                    <a:pt x="11494" y="14999"/>
                    <a:pt x="9349" y="17940"/>
                    <a:pt x="6790" y="20445"/>
                  </a:cubicBezTo>
                  <a:cubicBezTo>
                    <a:pt x="6135" y="21087"/>
                    <a:pt x="5443" y="21829"/>
                    <a:pt x="4571" y="22172"/>
                  </a:cubicBezTo>
                  <a:cubicBezTo>
                    <a:pt x="4295" y="22279"/>
                    <a:pt x="4012" y="22329"/>
                    <a:pt x="3732" y="22329"/>
                  </a:cubicBezTo>
                  <a:cubicBezTo>
                    <a:pt x="3188" y="22329"/>
                    <a:pt x="2651" y="22141"/>
                    <a:pt x="2186" y="21816"/>
                  </a:cubicBezTo>
                  <a:cubicBezTo>
                    <a:pt x="492" y="20631"/>
                    <a:pt x="366" y="18492"/>
                    <a:pt x="918" y="16666"/>
                  </a:cubicBezTo>
                  <a:cubicBezTo>
                    <a:pt x="1461" y="14876"/>
                    <a:pt x="2439" y="13179"/>
                    <a:pt x="3433" y="11605"/>
                  </a:cubicBezTo>
                  <a:cubicBezTo>
                    <a:pt x="5466" y="8398"/>
                    <a:pt x="8044" y="5570"/>
                    <a:pt x="11055" y="3255"/>
                  </a:cubicBezTo>
                  <a:cubicBezTo>
                    <a:pt x="11864" y="2633"/>
                    <a:pt x="12705" y="2051"/>
                    <a:pt x="13574" y="1508"/>
                  </a:cubicBezTo>
                  <a:cubicBezTo>
                    <a:pt x="14525" y="919"/>
                    <a:pt x="15503" y="334"/>
                    <a:pt x="16608" y="94"/>
                  </a:cubicBezTo>
                  <a:cubicBezTo>
                    <a:pt x="16665" y="82"/>
                    <a:pt x="16644" y="0"/>
                    <a:pt x="1659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6699775" y="2329000"/>
              <a:ext cx="431150" cy="208625"/>
            </a:xfrm>
            <a:custGeom>
              <a:avLst/>
              <a:gdLst/>
              <a:ahLst/>
              <a:cxnLst/>
              <a:rect l="l" t="t" r="r" b="b"/>
              <a:pathLst>
                <a:path w="17246" h="8345" extrusionOk="0">
                  <a:moveTo>
                    <a:pt x="7358" y="0"/>
                  </a:moveTo>
                  <a:cubicBezTo>
                    <a:pt x="5172" y="0"/>
                    <a:pt x="2879" y="511"/>
                    <a:pt x="1314" y="2114"/>
                  </a:cubicBezTo>
                  <a:cubicBezTo>
                    <a:pt x="556" y="2889"/>
                    <a:pt x="0" y="3967"/>
                    <a:pt x="43" y="5071"/>
                  </a:cubicBezTo>
                  <a:cubicBezTo>
                    <a:pt x="87" y="6142"/>
                    <a:pt x="735" y="7044"/>
                    <a:pt x="1627" y="7593"/>
                  </a:cubicBezTo>
                  <a:cubicBezTo>
                    <a:pt x="2625" y="8210"/>
                    <a:pt x="3823" y="8344"/>
                    <a:pt x="4977" y="8344"/>
                  </a:cubicBezTo>
                  <a:cubicBezTo>
                    <a:pt x="5081" y="8344"/>
                    <a:pt x="5184" y="8343"/>
                    <a:pt x="5287" y="8341"/>
                  </a:cubicBezTo>
                  <a:cubicBezTo>
                    <a:pt x="6544" y="8315"/>
                    <a:pt x="7795" y="8152"/>
                    <a:pt x="9019" y="7852"/>
                  </a:cubicBezTo>
                  <a:cubicBezTo>
                    <a:pt x="11731" y="7197"/>
                    <a:pt x="14369" y="5916"/>
                    <a:pt x="16405" y="3990"/>
                  </a:cubicBezTo>
                  <a:cubicBezTo>
                    <a:pt x="16440" y="3957"/>
                    <a:pt x="16409" y="3896"/>
                    <a:pt x="16370" y="3896"/>
                  </a:cubicBezTo>
                  <a:cubicBezTo>
                    <a:pt x="16361" y="3896"/>
                    <a:pt x="16351" y="3899"/>
                    <a:pt x="16342" y="3907"/>
                  </a:cubicBezTo>
                  <a:lnTo>
                    <a:pt x="16342" y="3903"/>
                  </a:lnTo>
                  <a:cubicBezTo>
                    <a:pt x="14466" y="5334"/>
                    <a:pt x="12406" y="6495"/>
                    <a:pt x="10147" y="7194"/>
                  </a:cubicBezTo>
                  <a:cubicBezTo>
                    <a:pt x="9009" y="7546"/>
                    <a:pt x="7842" y="7783"/>
                    <a:pt x="6661" y="7899"/>
                  </a:cubicBezTo>
                  <a:cubicBezTo>
                    <a:pt x="6100" y="7953"/>
                    <a:pt x="5523" y="7996"/>
                    <a:pt x="4947" y="7996"/>
                  </a:cubicBezTo>
                  <a:cubicBezTo>
                    <a:pt x="4280" y="7996"/>
                    <a:pt x="3615" y="7938"/>
                    <a:pt x="2978" y="7773"/>
                  </a:cubicBezTo>
                  <a:cubicBezTo>
                    <a:pt x="1920" y="7496"/>
                    <a:pt x="865" y="6814"/>
                    <a:pt x="519" y="5727"/>
                  </a:cubicBezTo>
                  <a:cubicBezTo>
                    <a:pt x="170" y="4635"/>
                    <a:pt x="639" y="3438"/>
                    <a:pt x="1351" y="2596"/>
                  </a:cubicBezTo>
                  <a:cubicBezTo>
                    <a:pt x="2808" y="871"/>
                    <a:pt x="5178" y="337"/>
                    <a:pt x="7361" y="337"/>
                  </a:cubicBezTo>
                  <a:cubicBezTo>
                    <a:pt x="7565" y="337"/>
                    <a:pt x="7768" y="341"/>
                    <a:pt x="7968" y="350"/>
                  </a:cubicBezTo>
                  <a:cubicBezTo>
                    <a:pt x="9525" y="420"/>
                    <a:pt x="11069" y="693"/>
                    <a:pt x="12599" y="949"/>
                  </a:cubicBezTo>
                  <a:cubicBezTo>
                    <a:pt x="13361" y="1076"/>
                    <a:pt x="14123" y="1209"/>
                    <a:pt x="14885" y="1348"/>
                  </a:cubicBezTo>
                  <a:cubicBezTo>
                    <a:pt x="15630" y="1485"/>
                    <a:pt x="16382" y="1668"/>
                    <a:pt x="17137" y="1691"/>
                  </a:cubicBezTo>
                  <a:cubicBezTo>
                    <a:pt x="17138" y="1691"/>
                    <a:pt x="17139" y="1691"/>
                    <a:pt x="17141" y="1691"/>
                  </a:cubicBezTo>
                  <a:cubicBezTo>
                    <a:pt x="17237" y="1691"/>
                    <a:pt x="17246" y="1558"/>
                    <a:pt x="17164" y="1528"/>
                  </a:cubicBezTo>
                  <a:cubicBezTo>
                    <a:pt x="16442" y="1255"/>
                    <a:pt x="15667" y="1149"/>
                    <a:pt x="14908" y="1009"/>
                  </a:cubicBezTo>
                  <a:cubicBezTo>
                    <a:pt x="14173" y="876"/>
                    <a:pt x="13434" y="746"/>
                    <a:pt x="12692" y="623"/>
                  </a:cubicBezTo>
                  <a:cubicBezTo>
                    <a:pt x="11238" y="380"/>
                    <a:pt x="9778" y="124"/>
                    <a:pt x="8304" y="31"/>
                  </a:cubicBezTo>
                  <a:cubicBezTo>
                    <a:pt x="7993" y="11"/>
                    <a:pt x="7676" y="0"/>
                    <a:pt x="735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6772450" y="2037250"/>
              <a:ext cx="409575" cy="325700"/>
            </a:xfrm>
            <a:custGeom>
              <a:avLst/>
              <a:gdLst/>
              <a:ahLst/>
              <a:cxnLst/>
              <a:rect l="l" t="t" r="r" b="b"/>
              <a:pathLst>
                <a:path w="16383" h="13028" extrusionOk="0">
                  <a:moveTo>
                    <a:pt x="4832" y="1"/>
                  </a:moveTo>
                  <a:cubicBezTo>
                    <a:pt x="4410" y="1"/>
                    <a:pt x="3983" y="50"/>
                    <a:pt x="3554" y="157"/>
                  </a:cubicBezTo>
                  <a:cubicBezTo>
                    <a:pt x="1621" y="639"/>
                    <a:pt x="1" y="2668"/>
                    <a:pt x="553" y="4718"/>
                  </a:cubicBezTo>
                  <a:cubicBezTo>
                    <a:pt x="859" y="5856"/>
                    <a:pt x="1841" y="6597"/>
                    <a:pt x="2742" y="7266"/>
                  </a:cubicBezTo>
                  <a:cubicBezTo>
                    <a:pt x="3833" y="8071"/>
                    <a:pt x="4965" y="8820"/>
                    <a:pt x="6136" y="9502"/>
                  </a:cubicBezTo>
                  <a:cubicBezTo>
                    <a:pt x="8771" y="11039"/>
                    <a:pt x="11595" y="12223"/>
                    <a:pt x="14539" y="13025"/>
                  </a:cubicBezTo>
                  <a:cubicBezTo>
                    <a:pt x="14546" y="13027"/>
                    <a:pt x="14553" y="13028"/>
                    <a:pt x="14559" y="13028"/>
                  </a:cubicBezTo>
                  <a:cubicBezTo>
                    <a:pt x="14627" y="13028"/>
                    <a:pt x="14649" y="12920"/>
                    <a:pt x="14573" y="12899"/>
                  </a:cubicBezTo>
                  <a:cubicBezTo>
                    <a:pt x="12147" y="12107"/>
                    <a:pt x="9779" y="11102"/>
                    <a:pt x="7540" y="9868"/>
                  </a:cubicBezTo>
                  <a:cubicBezTo>
                    <a:pt x="6425" y="9252"/>
                    <a:pt x="5331" y="8600"/>
                    <a:pt x="4276" y="7882"/>
                  </a:cubicBezTo>
                  <a:cubicBezTo>
                    <a:pt x="3298" y="7216"/>
                    <a:pt x="2170" y="6531"/>
                    <a:pt x="1435" y="5586"/>
                  </a:cubicBezTo>
                  <a:cubicBezTo>
                    <a:pt x="41" y="3793"/>
                    <a:pt x="1375" y="1278"/>
                    <a:pt x="3334" y="622"/>
                  </a:cubicBezTo>
                  <a:cubicBezTo>
                    <a:pt x="3839" y="454"/>
                    <a:pt x="4345" y="379"/>
                    <a:pt x="4845" y="379"/>
                  </a:cubicBezTo>
                  <a:cubicBezTo>
                    <a:pt x="6789" y="379"/>
                    <a:pt x="8655" y="1519"/>
                    <a:pt x="10081" y="2791"/>
                  </a:cubicBezTo>
                  <a:cubicBezTo>
                    <a:pt x="12061" y="4558"/>
                    <a:pt x="13731" y="7023"/>
                    <a:pt x="16283" y="8005"/>
                  </a:cubicBezTo>
                  <a:cubicBezTo>
                    <a:pt x="16291" y="8008"/>
                    <a:pt x="16298" y="8009"/>
                    <a:pt x="16305" y="8009"/>
                  </a:cubicBezTo>
                  <a:cubicBezTo>
                    <a:pt x="16360" y="8009"/>
                    <a:pt x="16383" y="7924"/>
                    <a:pt x="16333" y="7892"/>
                  </a:cubicBezTo>
                  <a:cubicBezTo>
                    <a:pt x="15181" y="7150"/>
                    <a:pt x="14137" y="6285"/>
                    <a:pt x="13162" y="5327"/>
                  </a:cubicBezTo>
                  <a:cubicBezTo>
                    <a:pt x="12217" y="4398"/>
                    <a:pt x="11332" y="3414"/>
                    <a:pt x="10348" y="2532"/>
                  </a:cubicBezTo>
                  <a:cubicBezTo>
                    <a:pt x="8834" y="1176"/>
                    <a:pt x="6894" y="1"/>
                    <a:pt x="483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6980725" y="1851925"/>
              <a:ext cx="200800" cy="465525"/>
            </a:xfrm>
            <a:custGeom>
              <a:avLst/>
              <a:gdLst/>
              <a:ahLst/>
              <a:cxnLst/>
              <a:rect l="l" t="t" r="r" b="b"/>
              <a:pathLst>
                <a:path w="8032" h="18621" extrusionOk="0">
                  <a:moveTo>
                    <a:pt x="3742" y="356"/>
                  </a:moveTo>
                  <a:cubicBezTo>
                    <a:pt x="4730" y="356"/>
                    <a:pt x="5598" y="1049"/>
                    <a:pt x="6168" y="1827"/>
                  </a:cubicBezTo>
                  <a:cubicBezTo>
                    <a:pt x="7662" y="3863"/>
                    <a:pt x="7669" y="6708"/>
                    <a:pt x="7672" y="9127"/>
                  </a:cubicBezTo>
                  <a:cubicBezTo>
                    <a:pt x="7675" y="11298"/>
                    <a:pt x="7599" y="13470"/>
                    <a:pt x="7549" y="15643"/>
                  </a:cubicBezTo>
                  <a:lnTo>
                    <a:pt x="7549" y="15643"/>
                  </a:lnTo>
                  <a:cubicBezTo>
                    <a:pt x="7548" y="15631"/>
                    <a:pt x="7543" y="15619"/>
                    <a:pt x="7533" y="15607"/>
                  </a:cubicBezTo>
                  <a:cubicBezTo>
                    <a:pt x="5852" y="13731"/>
                    <a:pt x="4532" y="11559"/>
                    <a:pt x="3361" y="9336"/>
                  </a:cubicBezTo>
                  <a:cubicBezTo>
                    <a:pt x="2772" y="8222"/>
                    <a:pt x="2166" y="7094"/>
                    <a:pt x="1697" y="5926"/>
                  </a:cubicBezTo>
                  <a:cubicBezTo>
                    <a:pt x="1255" y="4822"/>
                    <a:pt x="965" y="3581"/>
                    <a:pt x="1335" y="2416"/>
                  </a:cubicBezTo>
                  <a:cubicBezTo>
                    <a:pt x="1631" y="1481"/>
                    <a:pt x="2336" y="586"/>
                    <a:pt x="3344" y="393"/>
                  </a:cubicBezTo>
                  <a:cubicBezTo>
                    <a:pt x="3478" y="368"/>
                    <a:pt x="3611" y="356"/>
                    <a:pt x="3742" y="356"/>
                  </a:cubicBezTo>
                  <a:close/>
                  <a:moveTo>
                    <a:pt x="3741" y="0"/>
                  </a:moveTo>
                  <a:cubicBezTo>
                    <a:pt x="2794" y="0"/>
                    <a:pt x="1966" y="558"/>
                    <a:pt x="1451" y="1338"/>
                  </a:cubicBezTo>
                  <a:cubicBezTo>
                    <a:pt x="0" y="3521"/>
                    <a:pt x="1335" y="6112"/>
                    <a:pt x="2389" y="8142"/>
                  </a:cubicBezTo>
                  <a:cubicBezTo>
                    <a:pt x="3793" y="10843"/>
                    <a:pt x="5347" y="13468"/>
                    <a:pt x="7436" y="15701"/>
                  </a:cubicBezTo>
                  <a:cubicBezTo>
                    <a:pt x="7450" y="15715"/>
                    <a:pt x="7466" y="15722"/>
                    <a:pt x="7481" y="15722"/>
                  </a:cubicBezTo>
                  <a:cubicBezTo>
                    <a:pt x="7514" y="15722"/>
                    <a:pt x="7543" y="15694"/>
                    <a:pt x="7549" y="15662"/>
                  </a:cubicBezTo>
                  <a:lnTo>
                    <a:pt x="7549" y="15662"/>
                  </a:lnTo>
                  <a:cubicBezTo>
                    <a:pt x="7528" y="16618"/>
                    <a:pt x="7511" y="17575"/>
                    <a:pt x="7509" y="18532"/>
                  </a:cubicBezTo>
                  <a:cubicBezTo>
                    <a:pt x="7509" y="18591"/>
                    <a:pt x="7552" y="18620"/>
                    <a:pt x="7596" y="18620"/>
                  </a:cubicBezTo>
                  <a:cubicBezTo>
                    <a:pt x="7641" y="18620"/>
                    <a:pt x="7687" y="18590"/>
                    <a:pt x="7692" y="18532"/>
                  </a:cubicBezTo>
                  <a:cubicBezTo>
                    <a:pt x="8005" y="15478"/>
                    <a:pt x="8015" y="12387"/>
                    <a:pt x="8015" y="9320"/>
                  </a:cubicBezTo>
                  <a:cubicBezTo>
                    <a:pt x="8015" y="6768"/>
                    <a:pt x="8032" y="3757"/>
                    <a:pt x="6441" y="1608"/>
                  </a:cubicBezTo>
                  <a:cubicBezTo>
                    <a:pt x="5839" y="793"/>
                    <a:pt x="4974" y="87"/>
                    <a:pt x="3929" y="8"/>
                  </a:cubicBezTo>
                  <a:cubicBezTo>
                    <a:pt x="3866" y="3"/>
                    <a:pt x="3803" y="0"/>
                    <a:pt x="374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7074200" y="2519625"/>
              <a:ext cx="165225" cy="466775"/>
            </a:xfrm>
            <a:custGeom>
              <a:avLst/>
              <a:gdLst/>
              <a:ahLst/>
              <a:cxnLst/>
              <a:rect l="l" t="t" r="r" b="b"/>
              <a:pathLst>
                <a:path w="6609" h="18671" extrusionOk="0">
                  <a:moveTo>
                    <a:pt x="5513" y="0"/>
                  </a:moveTo>
                  <a:cubicBezTo>
                    <a:pt x="5445" y="0"/>
                    <a:pt x="5374" y="58"/>
                    <a:pt x="5390" y="148"/>
                  </a:cubicBezTo>
                  <a:cubicBezTo>
                    <a:pt x="5816" y="2543"/>
                    <a:pt x="6036" y="4982"/>
                    <a:pt x="5903" y="7413"/>
                  </a:cubicBezTo>
                  <a:cubicBezTo>
                    <a:pt x="5763" y="9845"/>
                    <a:pt x="5287" y="12241"/>
                    <a:pt x="4485" y="14540"/>
                  </a:cubicBezTo>
                  <a:cubicBezTo>
                    <a:pt x="4279" y="15125"/>
                    <a:pt x="4053" y="15704"/>
                    <a:pt x="3803" y="16273"/>
                  </a:cubicBezTo>
                  <a:cubicBezTo>
                    <a:pt x="3584" y="16775"/>
                    <a:pt x="3374" y="17314"/>
                    <a:pt x="3018" y="17740"/>
                  </a:cubicBezTo>
                  <a:cubicBezTo>
                    <a:pt x="2782" y="18022"/>
                    <a:pt x="2479" y="18220"/>
                    <a:pt x="2166" y="18220"/>
                  </a:cubicBezTo>
                  <a:cubicBezTo>
                    <a:pt x="1976" y="18220"/>
                    <a:pt x="1782" y="18147"/>
                    <a:pt x="1598" y="17976"/>
                  </a:cubicBezTo>
                  <a:cubicBezTo>
                    <a:pt x="1185" y="17600"/>
                    <a:pt x="919" y="17022"/>
                    <a:pt x="756" y="16496"/>
                  </a:cubicBezTo>
                  <a:cubicBezTo>
                    <a:pt x="413" y="15405"/>
                    <a:pt x="447" y="14220"/>
                    <a:pt x="613" y="13099"/>
                  </a:cubicBezTo>
                  <a:cubicBezTo>
                    <a:pt x="799" y="11848"/>
                    <a:pt x="1129" y="10617"/>
                    <a:pt x="1511" y="9416"/>
                  </a:cubicBezTo>
                  <a:cubicBezTo>
                    <a:pt x="2423" y="6545"/>
                    <a:pt x="3564" y="3741"/>
                    <a:pt x="4612" y="919"/>
                  </a:cubicBezTo>
                  <a:cubicBezTo>
                    <a:pt x="4636" y="859"/>
                    <a:pt x="4587" y="820"/>
                    <a:pt x="4536" y="820"/>
                  </a:cubicBezTo>
                  <a:cubicBezTo>
                    <a:pt x="4503" y="820"/>
                    <a:pt x="4468" y="837"/>
                    <a:pt x="4452" y="876"/>
                  </a:cubicBezTo>
                  <a:cubicBezTo>
                    <a:pt x="3371" y="3574"/>
                    <a:pt x="2207" y="6259"/>
                    <a:pt x="1268" y="9014"/>
                  </a:cubicBezTo>
                  <a:cubicBezTo>
                    <a:pt x="823" y="10328"/>
                    <a:pt x="433" y="11675"/>
                    <a:pt x="224" y="13046"/>
                  </a:cubicBezTo>
                  <a:cubicBezTo>
                    <a:pt x="51" y="14187"/>
                    <a:pt x="1" y="15378"/>
                    <a:pt x="320" y="16499"/>
                  </a:cubicBezTo>
                  <a:cubicBezTo>
                    <a:pt x="562" y="17344"/>
                    <a:pt x="1149" y="18671"/>
                    <a:pt x="2188" y="18671"/>
                  </a:cubicBezTo>
                  <a:cubicBezTo>
                    <a:pt x="2238" y="18671"/>
                    <a:pt x="2288" y="18668"/>
                    <a:pt x="2340" y="18662"/>
                  </a:cubicBezTo>
                  <a:cubicBezTo>
                    <a:pt x="3414" y="18529"/>
                    <a:pt x="3930" y="17211"/>
                    <a:pt x="4303" y="16359"/>
                  </a:cubicBezTo>
                  <a:cubicBezTo>
                    <a:pt x="5337" y="13974"/>
                    <a:pt x="6009" y="11446"/>
                    <a:pt x="6289" y="8861"/>
                  </a:cubicBezTo>
                  <a:cubicBezTo>
                    <a:pt x="6608" y="5930"/>
                    <a:pt x="6458" y="2922"/>
                    <a:pt x="5620" y="84"/>
                  </a:cubicBezTo>
                  <a:cubicBezTo>
                    <a:pt x="5603" y="26"/>
                    <a:pt x="5558" y="0"/>
                    <a:pt x="551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6861950" y="2878175"/>
              <a:ext cx="21900" cy="17125"/>
            </a:xfrm>
            <a:custGeom>
              <a:avLst/>
              <a:gdLst/>
              <a:ahLst/>
              <a:cxnLst/>
              <a:rect l="l" t="t" r="r" b="b"/>
              <a:pathLst>
                <a:path w="876" h="685" extrusionOk="0">
                  <a:moveTo>
                    <a:pt x="356" y="0"/>
                  </a:moveTo>
                  <a:cubicBezTo>
                    <a:pt x="280" y="0"/>
                    <a:pt x="186" y="49"/>
                    <a:pt x="134" y="101"/>
                  </a:cubicBezTo>
                  <a:cubicBezTo>
                    <a:pt x="1" y="234"/>
                    <a:pt x="1" y="451"/>
                    <a:pt x="130" y="584"/>
                  </a:cubicBezTo>
                  <a:cubicBezTo>
                    <a:pt x="188" y="636"/>
                    <a:pt x="269" y="685"/>
                    <a:pt x="351" y="685"/>
                  </a:cubicBezTo>
                  <a:cubicBezTo>
                    <a:pt x="358" y="685"/>
                    <a:pt x="366" y="684"/>
                    <a:pt x="373" y="683"/>
                  </a:cubicBezTo>
                  <a:cubicBezTo>
                    <a:pt x="436" y="677"/>
                    <a:pt x="500" y="670"/>
                    <a:pt x="566" y="663"/>
                  </a:cubicBezTo>
                  <a:cubicBezTo>
                    <a:pt x="716" y="643"/>
                    <a:pt x="876" y="514"/>
                    <a:pt x="869" y="347"/>
                  </a:cubicBezTo>
                  <a:cubicBezTo>
                    <a:pt x="862" y="198"/>
                    <a:pt x="756" y="71"/>
                    <a:pt x="613" y="35"/>
                  </a:cubicBezTo>
                  <a:cubicBezTo>
                    <a:pt x="536" y="18"/>
                    <a:pt x="456" y="8"/>
                    <a:pt x="377" y="1"/>
                  </a:cubicBezTo>
                  <a:cubicBezTo>
                    <a:pt x="370" y="1"/>
                    <a:pt x="363" y="0"/>
                    <a:pt x="35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6893150" y="2909575"/>
              <a:ext cx="16325" cy="15825"/>
            </a:xfrm>
            <a:custGeom>
              <a:avLst/>
              <a:gdLst/>
              <a:ahLst/>
              <a:cxnLst/>
              <a:rect l="l" t="t" r="r" b="b"/>
              <a:pathLst>
                <a:path w="653" h="633" extrusionOk="0">
                  <a:moveTo>
                    <a:pt x="348" y="0"/>
                  </a:moveTo>
                  <a:cubicBezTo>
                    <a:pt x="332" y="0"/>
                    <a:pt x="315" y="2"/>
                    <a:pt x="300" y="6"/>
                  </a:cubicBezTo>
                  <a:cubicBezTo>
                    <a:pt x="270" y="6"/>
                    <a:pt x="243" y="13"/>
                    <a:pt x="220" y="26"/>
                  </a:cubicBezTo>
                  <a:cubicBezTo>
                    <a:pt x="180" y="40"/>
                    <a:pt x="143" y="63"/>
                    <a:pt x="117" y="93"/>
                  </a:cubicBezTo>
                  <a:cubicBezTo>
                    <a:pt x="107" y="99"/>
                    <a:pt x="100" y="106"/>
                    <a:pt x="90" y="113"/>
                  </a:cubicBezTo>
                  <a:cubicBezTo>
                    <a:pt x="70" y="129"/>
                    <a:pt x="53" y="153"/>
                    <a:pt x="40" y="176"/>
                  </a:cubicBezTo>
                  <a:cubicBezTo>
                    <a:pt x="14" y="219"/>
                    <a:pt x="0" y="266"/>
                    <a:pt x="0" y="316"/>
                  </a:cubicBezTo>
                  <a:cubicBezTo>
                    <a:pt x="4" y="362"/>
                    <a:pt x="14" y="409"/>
                    <a:pt x="37" y="452"/>
                  </a:cubicBezTo>
                  <a:cubicBezTo>
                    <a:pt x="50" y="475"/>
                    <a:pt x="67" y="499"/>
                    <a:pt x="83" y="515"/>
                  </a:cubicBezTo>
                  <a:cubicBezTo>
                    <a:pt x="93" y="525"/>
                    <a:pt x="103" y="532"/>
                    <a:pt x="113" y="539"/>
                  </a:cubicBezTo>
                  <a:lnTo>
                    <a:pt x="177" y="588"/>
                  </a:lnTo>
                  <a:lnTo>
                    <a:pt x="253" y="622"/>
                  </a:lnTo>
                  <a:cubicBezTo>
                    <a:pt x="276" y="630"/>
                    <a:pt x="301" y="633"/>
                    <a:pt x="325" y="633"/>
                  </a:cubicBezTo>
                  <a:cubicBezTo>
                    <a:pt x="342" y="633"/>
                    <a:pt x="360" y="631"/>
                    <a:pt x="376" y="628"/>
                  </a:cubicBezTo>
                  <a:cubicBezTo>
                    <a:pt x="406" y="628"/>
                    <a:pt x="433" y="622"/>
                    <a:pt x="456" y="605"/>
                  </a:cubicBezTo>
                  <a:cubicBezTo>
                    <a:pt x="483" y="598"/>
                    <a:pt x="506" y="585"/>
                    <a:pt x="526" y="565"/>
                  </a:cubicBezTo>
                  <a:cubicBezTo>
                    <a:pt x="549" y="552"/>
                    <a:pt x="569" y="532"/>
                    <a:pt x="582" y="509"/>
                  </a:cubicBezTo>
                  <a:cubicBezTo>
                    <a:pt x="629" y="455"/>
                    <a:pt x="652" y="389"/>
                    <a:pt x="652" y="319"/>
                  </a:cubicBezTo>
                  <a:cubicBezTo>
                    <a:pt x="652" y="262"/>
                    <a:pt x="636" y="209"/>
                    <a:pt x="612" y="159"/>
                  </a:cubicBezTo>
                  <a:cubicBezTo>
                    <a:pt x="582" y="113"/>
                    <a:pt x="546" y="73"/>
                    <a:pt x="499" y="46"/>
                  </a:cubicBezTo>
                  <a:lnTo>
                    <a:pt x="423" y="13"/>
                  </a:lnTo>
                  <a:cubicBezTo>
                    <a:pt x="399" y="5"/>
                    <a:pt x="373" y="0"/>
                    <a:pt x="3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6845325" y="2953025"/>
              <a:ext cx="24550" cy="27500"/>
            </a:xfrm>
            <a:custGeom>
              <a:avLst/>
              <a:gdLst/>
              <a:ahLst/>
              <a:cxnLst/>
              <a:rect l="l" t="t" r="r" b="b"/>
              <a:pathLst>
                <a:path w="982" h="1100" extrusionOk="0">
                  <a:moveTo>
                    <a:pt x="622" y="1"/>
                  </a:moveTo>
                  <a:cubicBezTo>
                    <a:pt x="580" y="1"/>
                    <a:pt x="537" y="13"/>
                    <a:pt x="499" y="42"/>
                  </a:cubicBezTo>
                  <a:cubicBezTo>
                    <a:pt x="389" y="121"/>
                    <a:pt x="283" y="211"/>
                    <a:pt x="183" y="308"/>
                  </a:cubicBezTo>
                  <a:cubicBezTo>
                    <a:pt x="0" y="484"/>
                    <a:pt x="0" y="780"/>
                    <a:pt x="180" y="960"/>
                  </a:cubicBezTo>
                  <a:cubicBezTo>
                    <a:pt x="271" y="1052"/>
                    <a:pt x="391" y="1099"/>
                    <a:pt x="511" y="1099"/>
                  </a:cubicBezTo>
                  <a:cubicBezTo>
                    <a:pt x="628" y="1099"/>
                    <a:pt x="745" y="1055"/>
                    <a:pt x="835" y="966"/>
                  </a:cubicBezTo>
                  <a:cubicBezTo>
                    <a:pt x="962" y="843"/>
                    <a:pt x="982" y="687"/>
                    <a:pt x="958" y="517"/>
                  </a:cubicBezTo>
                  <a:cubicBezTo>
                    <a:pt x="942" y="411"/>
                    <a:pt x="918" y="304"/>
                    <a:pt x="885" y="201"/>
                  </a:cubicBezTo>
                  <a:cubicBezTo>
                    <a:pt x="853" y="94"/>
                    <a:pt x="738" y="1"/>
                    <a:pt x="62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7123700" y="2872175"/>
              <a:ext cx="20325" cy="20600"/>
            </a:xfrm>
            <a:custGeom>
              <a:avLst/>
              <a:gdLst/>
              <a:ahLst/>
              <a:cxnLst/>
              <a:rect l="l" t="t" r="r" b="b"/>
              <a:pathLst>
                <a:path w="813" h="824" extrusionOk="0">
                  <a:moveTo>
                    <a:pt x="405" y="0"/>
                  </a:moveTo>
                  <a:cubicBezTo>
                    <a:pt x="344" y="0"/>
                    <a:pt x="283" y="16"/>
                    <a:pt x="230" y="48"/>
                  </a:cubicBezTo>
                  <a:lnTo>
                    <a:pt x="203" y="65"/>
                  </a:lnTo>
                  <a:cubicBezTo>
                    <a:pt x="157" y="88"/>
                    <a:pt x="120" y="125"/>
                    <a:pt x="90" y="168"/>
                  </a:cubicBezTo>
                  <a:cubicBezTo>
                    <a:pt x="64" y="195"/>
                    <a:pt x="47" y="225"/>
                    <a:pt x="37" y="258"/>
                  </a:cubicBezTo>
                  <a:cubicBezTo>
                    <a:pt x="10" y="305"/>
                    <a:pt x="0" y="361"/>
                    <a:pt x="0" y="414"/>
                  </a:cubicBezTo>
                  <a:lnTo>
                    <a:pt x="14" y="521"/>
                  </a:lnTo>
                  <a:cubicBezTo>
                    <a:pt x="27" y="554"/>
                    <a:pt x="40" y="587"/>
                    <a:pt x="57" y="621"/>
                  </a:cubicBezTo>
                  <a:cubicBezTo>
                    <a:pt x="80" y="664"/>
                    <a:pt x="113" y="704"/>
                    <a:pt x="157" y="734"/>
                  </a:cubicBezTo>
                  <a:cubicBezTo>
                    <a:pt x="180" y="757"/>
                    <a:pt x="210" y="777"/>
                    <a:pt x="247" y="787"/>
                  </a:cubicBezTo>
                  <a:cubicBezTo>
                    <a:pt x="293" y="810"/>
                    <a:pt x="346" y="824"/>
                    <a:pt x="403" y="824"/>
                  </a:cubicBezTo>
                  <a:lnTo>
                    <a:pt x="509" y="807"/>
                  </a:lnTo>
                  <a:lnTo>
                    <a:pt x="606" y="767"/>
                  </a:lnTo>
                  <a:cubicBezTo>
                    <a:pt x="652" y="744"/>
                    <a:pt x="692" y="707"/>
                    <a:pt x="722" y="664"/>
                  </a:cubicBezTo>
                  <a:cubicBezTo>
                    <a:pt x="746" y="637"/>
                    <a:pt x="766" y="607"/>
                    <a:pt x="776" y="574"/>
                  </a:cubicBezTo>
                  <a:cubicBezTo>
                    <a:pt x="799" y="528"/>
                    <a:pt x="812" y="474"/>
                    <a:pt x="809" y="418"/>
                  </a:cubicBezTo>
                  <a:lnTo>
                    <a:pt x="795" y="311"/>
                  </a:lnTo>
                  <a:cubicBezTo>
                    <a:pt x="782" y="278"/>
                    <a:pt x="769" y="245"/>
                    <a:pt x="756" y="215"/>
                  </a:cubicBezTo>
                  <a:cubicBezTo>
                    <a:pt x="722" y="155"/>
                    <a:pt x="672" y="105"/>
                    <a:pt x="612" y="68"/>
                  </a:cubicBezTo>
                  <a:lnTo>
                    <a:pt x="589" y="52"/>
                  </a:lnTo>
                  <a:cubicBezTo>
                    <a:pt x="533" y="18"/>
                    <a:pt x="469" y="0"/>
                    <a:pt x="40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6856300" y="2073175"/>
              <a:ext cx="28300" cy="27975"/>
            </a:xfrm>
            <a:custGeom>
              <a:avLst/>
              <a:gdLst/>
              <a:ahLst/>
              <a:cxnLst/>
              <a:rect l="l" t="t" r="r" b="b"/>
              <a:pathLst>
                <a:path w="1132" h="1119" extrusionOk="0">
                  <a:moveTo>
                    <a:pt x="746" y="0"/>
                  </a:moveTo>
                  <a:cubicBezTo>
                    <a:pt x="553" y="0"/>
                    <a:pt x="385" y="170"/>
                    <a:pt x="233" y="277"/>
                  </a:cubicBezTo>
                  <a:cubicBezTo>
                    <a:pt x="107" y="370"/>
                    <a:pt x="0" y="496"/>
                    <a:pt x="7" y="666"/>
                  </a:cubicBezTo>
                  <a:cubicBezTo>
                    <a:pt x="10" y="786"/>
                    <a:pt x="57" y="899"/>
                    <a:pt x="137" y="985"/>
                  </a:cubicBezTo>
                  <a:cubicBezTo>
                    <a:pt x="223" y="1068"/>
                    <a:pt x="336" y="1118"/>
                    <a:pt x="456" y="1118"/>
                  </a:cubicBezTo>
                  <a:cubicBezTo>
                    <a:pt x="623" y="1118"/>
                    <a:pt x="756" y="1032"/>
                    <a:pt x="845" y="899"/>
                  </a:cubicBezTo>
                  <a:cubicBezTo>
                    <a:pt x="952" y="746"/>
                    <a:pt x="1132" y="559"/>
                    <a:pt x="1122" y="363"/>
                  </a:cubicBezTo>
                  <a:cubicBezTo>
                    <a:pt x="1118" y="167"/>
                    <a:pt x="962" y="7"/>
                    <a:pt x="762" y="0"/>
                  </a:cubicBezTo>
                  <a:cubicBezTo>
                    <a:pt x="757" y="0"/>
                    <a:pt x="751" y="0"/>
                    <a:pt x="74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6909025" y="2078000"/>
              <a:ext cx="21725" cy="23975"/>
            </a:xfrm>
            <a:custGeom>
              <a:avLst/>
              <a:gdLst/>
              <a:ahLst/>
              <a:cxnLst/>
              <a:rect l="l" t="t" r="r" b="b"/>
              <a:pathLst>
                <a:path w="869" h="959" extrusionOk="0">
                  <a:moveTo>
                    <a:pt x="440" y="0"/>
                  </a:moveTo>
                  <a:cubicBezTo>
                    <a:pt x="197" y="0"/>
                    <a:pt x="1" y="240"/>
                    <a:pt x="71" y="479"/>
                  </a:cubicBezTo>
                  <a:cubicBezTo>
                    <a:pt x="127" y="676"/>
                    <a:pt x="174" y="959"/>
                    <a:pt x="433" y="959"/>
                  </a:cubicBezTo>
                  <a:cubicBezTo>
                    <a:pt x="435" y="959"/>
                    <a:pt x="436" y="959"/>
                    <a:pt x="438" y="959"/>
                  </a:cubicBezTo>
                  <a:cubicBezTo>
                    <a:pt x="690" y="959"/>
                    <a:pt x="743" y="678"/>
                    <a:pt x="802" y="486"/>
                  </a:cubicBezTo>
                  <a:cubicBezTo>
                    <a:pt x="869" y="243"/>
                    <a:pt x="689" y="7"/>
                    <a:pt x="440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6912700" y="2137675"/>
              <a:ext cx="29125" cy="25025"/>
            </a:xfrm>
            <a:custGeom>
              <a:avLst/>
              <a:gdLst/>
              <a:ahLst/>
              <a:cxnLst/>
              <a:rect l="l" t="t" r="r" b="b"/>
              <a:pathLst>
                <a:path w="1165" h="1001" extrusionOk="0">
                  <a:moveTo>
                    <a:pt x="647" y="0"/>
                  </a:moveTo>
                  <a:cubicBezTo>
                    <a:pt x="533" y="0"/>
                    <a:pt x="418" y="43"/>
                    <a:pt x="329" y="129"/>
                  </a:cubicBezTo>
                  <a:cubicBezTo>
                    <a:pt x="279" y="175"/>
                    <a:pt x="226" y="218"/>
                    <a:pt x="180" y="268"/>
                  </a:cubicBezTo>
                  <a:cubicBezTo>
                    <a:pt x="93" y="351"/>
                    <a:pt x="60" y="455"/>
                    <a:pt x="30" y="564"/>
                  </a:cubicBezTo>
                  <a:cubicBezTo>
                    <a:pt x="0" y="664"/>
                    <a:pt x="23" y="774"/>
                    <a:pt x="87" y="857"/>
                  </a:cubicBezTo>
                  <a:cubicBezTo>
                    <a:pt x="150" y="940"/>
                    <a:pt x="246" y="990"/>
                    <a:pt x="353" y="994"/>
                  </a:cubicBezTo>
                  <a:cubicBezTo>
                    <a:pt x="383" y="997"/>
                    <a:pt x="413" y="1000"/>
                    <a:pt x="442" y="1000"/>
                  </a:cubicBezTo>
                  <a:cubicBezTo>
                    <a:pt x="449" y="1000"/>
                    <a:pt x="455" y="1001"/>
                    <a:pt x="461" y="1001"/>
                  </a:cubicBezTo>
                  <a:cubicBezTo>
                    <a:pt x="541" y="1001"/>
                    <a:pt x="621" y="980"/>
                    <a:pt x="692" y="940"/>
                  </a:cubicBezTo>
                  <a:cubicBezTo>
                    <a:pt x="755" y="914"/>
                    <a:pt x="815" y="880"/>
                    <a:pt x="878" y="850"/>
                  </a:cubicBezTo>
                  <a:cubicBezTo>
                    <a:pt x="1128" y="731"/>
                    <a:pt x="1164" y="385"/>
                    <a:pt x="1011" y="182"/>
                  </a:cubicBezTo>
                  <a:cubicBezTo>
                    <a:pt x="920" y="62"/>
                    <a:pt x="784" y="0"/>
                    <a:pt x="647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6878750" y="2173000"/>
              <a:ext cx="32375" cy="23975"/>
            </a:xfrm>
            <a:custGeom>
              <a:avLst/>
              <a:gdLst/>
              <a:ahLst/>
              <a:cxnLst/>
              <a:rect l="l" t="t" r="r" b="b"/>
              <a:pathLst>
                <a:path w="1295" h="959" extrusionOk="0">
                  <a:moveTo>
                    <a:pt x="765" y="0"/>
                  </a:moveTo>
                  <a:cubicBezTo>
                    <a:pt x="724" y="0"/>
                    <a:pt x="682" y="5"/>
                    <a:pt x="639" y="13"/>
                  </a:cubicBezTo>
                  <a:cubicBezTo>
                    <a:pt x="380" y="63"/>
                    <a:pt x="7" y="143"/>
                    <a:pt x="4" y="475"/>
                  </a:cubicBezTo>
                  <a:cubicBezTo>
                    <a:pt x="1" y="805"/>
                    <a:pt x="373" y="891"/>
                    <a:pt x="633" y="945"/>
                  </a:cubicBezTo>
                  <a:cubicBezTo>
                    <a:pt x="677" y="953"/>
                    <a:pt x="722" y="958"/>
                    <a:pt x="766" y="958"/>
                  </a:cubicBezTo>
                  <a:cubicBezTo>
                    <a:pt x="891" y="958"/>
                    <a:pt x="1014" y="920"/>
                    <a:pt x="1102" y="825"/>
                  </a:cubicBezTo>
                  <a:cubicBezTo>
                    <a:pt x="1291" y="635"/>
                    <a:pt x="1295" y="329"/>
                    <a:pt x="1109" y="139"/>
                  </a:cubicBezTo>
                  <a:cubicBezTo>
                    <a:pt x="1011" y="42"/>
                    <a:pt x="892" y="0"/>
                    <a:pt x="76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6853800" y="2160300"/>
              <a:ext cx="22475" cy="31425"/>
            </a:xfrm>
            <a:custGeom>
              <a:avLst/>
              <a:gdLst/>
              <a:ahLst/>
              <a:cxnLst/>
              <a:rect l="l" t="t" r="r" b="b"/>
              <a:pathLst>
                <a:path w="899" h="1257" extrusionOk="0">
                  <a:moveTo>
                    <a:pt x="289" y="0"/>
                  </a:moveTo>
                  <a:cubicBezTo>
                    <a:pt x="183" y="0"/>
                    <a:pt x="80" y="55"/>
                    <a:pt x="60" y="175"/>
                  </a:cubicBezTo>
                  <a:cubicBezTo>
                    <a:pt x="44" y="291"/>
                    <a:pt x="17" y="408"/>
                    <a:pt x="11" y="524"/>
                  </a:cubicBezTo>
                  <a:cubicBezTo>
                    <a:pt x="1" y="634"/>
                    <a:pt x="14" y="744"/>
                    <a:pt x="14" y="854"/>
                  </a:cubicBezTo>
                  <a:cubicBezTo>
                    <a:pt x="14" y="1078"/>
                    <a:pt x="198" y="1257"/>
                    <a:pt x="418" y="1257"/>
                  </a:cubicBezTo>
                  <a:cubicBezTo>
                    <a:pt x="436" y="1257"/>
                    <a:pt x="454" y="1255"/>
                    <a:pt x="473" y="1253"/>
                  </a:cubicBezTo>
                  <a:cubicBezTo>
                    <a:pt x="696" y="1226"/>
                    <a:pt x="899" y="983"/>
                    <a:pt x="812" y="751"/>
                  </a:cubicBezTo>
                  <a:cubicBezTo>
                    <a:pt x="772" y="634"/>
                    <a:pt x="729" y="511"/>
                    <a:pt x="679" y="395"/>
                  </a:cubicBezTo>
                  <a:cubicBezTo>
                    <a:pt x="629" y="301"/>
                    <a:pt x="576" y="208"/>
                    <a:pt x="520" y="118"/>
                  </a:cubicBezTo>
                  <a:cubicBezTo>
                    <a:pt x="475" y="41"/>
                    <a:pt x="381" y="0"/>
                    <a:pt x="289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6873300" y="2123650"/>
              <a:ext cx="19400" cy="18700"/>
            </a:xfrm>
            <a:custGeom>
              <a:avLst/>
              <a:gdLst/>
              <a:ahLst/>
              <a:cxnLst/>
              <a:rect l="l" t="t" r="r" b="b"/>
              <a:pathLst>
                <a:path w="776" h="748" extrusionOk="0">
                  <a:moveTo>
                    <a:pt x="388" y="0"/>
                  </a:moveTo>
                  <a:cubicBezTo>
                    <a:pt x="196" y="0"/>
                    <a:pt x="4" y="124"/>
                    <a:pt x="2" y="370"/>
                  </a:cubicBezTo>
                  <a:cubicBezTo>
                    <a:pt x="1" y="621"/>
                    <a:pt x="195" y="748"/>
                    <a:pt x="390" y="748"/>
                  </a:cubicBezTo>
                  <a:cubicBezTo>
                    <a:pt x="581" y="748"/>
                    <a:pt x="773" y="625"/>
                    <a:pt x="774" y="377"/>
                  </a:cubicBezTo>
                  <a:cubicBezTo>
                    <a:pt x="776" y="126"/>
                    <a:pt x="582" y="0"/>
                    <a:pt x="38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7029900" y="1905250"/>
              <a:ext cx="26625" cy="36375"/>
            </a:xfrm>
            <a:custGeom>
              <a:avLst/>
              <a:gdLst/>
              <a:ahLst/>
              <a:cxnLst/>
              <a:rect l="l" t="t" r="r" b="b"/>
              <a:pathLst>
                <a:path w="1065" h="1455" extrusionOk="0">
                  <a:moveTo>
                    <a:pt x="648" y="0"/>
                  </a:moveTo>
                  <a:cubicBezTo>
                    <a:pt x="503" y="10"/>
                    <a:pt x="408" y="61"/>
                    <a:pt x="324" y="146"/>
                  </a:cubicBezTo>
                  <a:lnTo>
                    <a:pt x="324" y="146"/>
                  </a:lnTo>
                  <a:cubicBezTo>
                    <a:pt x="0" y="328"/>
                    <a:pt x="9" y="781"/>
                    <a:pt x="83" y="1098"/>
                  </a:cubicBezTo>
                  <a:cubicBezTo>
                    <a:pt x="130" y="1302"/>
                    <a:pt x="340" y="1455"/>
                    <a:pt x="548" y="1455"/>
                  </a:cubicBezTo>
                  <a:cubicBezTo>
                    <a:pt x="587" y="1455"/>
                    <a:pt x="627" y="1449"/>
                    <a:pt x="665" y="1438"/>
                  </a:cubicBezTo>
                  <a:cubicBezTo>
                    <a:pt x="915" y="1364"/>
                    <a:pt x="1064" y="1108"/>
                    <a:pt x="1001" y="855"/>
                  </a:cubicBezTo>
                  <a:lnTo>
                    <a:pt x="1001" y="852"/>
                  </a:lnTo>
                  <a:cubicBezTo>
                    <a:pt x="998" y="842"/>
                    <a:pt x="992" y="762"/>
                    <a:pt x="989" y="762"/>
                  </a:cubicBezTo>
                  <a:cubicBezTo>
                    <a:pt x="988" y="762"/>
                    <a:pt x="988" y="769"/>
                    <a:pt x="988" y="787"/>
                  </a:cubicBezTo>
                  <a:lnTo>
                    <a:pt x="988" y="787"/>
                  </a:lnTo>
                  <a:cubicBezTo>
                    <a:pt x="988" y="741"/>
                    <a:pt x="991" y="695"/>
                    <a:pt x="988" y="646"/>
                  </a:cubicBezTo>
                  <a:lnTo>
                    <a:pt x="974" y="523"/>
                  </a:lnTo>
                  <a:lnTo>
                    <a:pt x="974" y="523"/>
                  </a:lnTo>
                  <a:cubicBezTo>
                    <a:pt x="976" y="547"/>
                    <a:pt x="976" y="559"/>
                    <a:pt x="975" y="559"/>
                  </a:cubicBezTo>
                  <a:cubicBezTo>
                    <a:pt x="974" y="559"/>
                    <a:pt x="970" y="517"/>
                    <a:pt x="961" y="433"/>
                  </a:cubicBezTo>
                  <a:cubicBezTo>
                    <a:pt x="952" y="402"/>
                    <a:pt x="940" y="370"/>
                    <a:pt x="924" y="339"/>
                  </a:cubicBezTo>
                  <a:lnTo>
                    <a:pt x="924" y="339"/>
                  </a:lnTo>
                  <a:cubicBezTo>
                    <a:pt x="913" y="263"/>
                    <a:pt x="890" y="188"/>
                    <a:pt x="855" y="120"/>
                  </a:cubicBezTo>
                  <a:cubicBezTo>
                    <a:pt x="811" y="47"/>
                    <a:pt x="735" y="0"/>
                    <a:pt x="6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7102075" y="1927350"/>
              <a:ext cx="28550" cy="24325"/>
            </a:xfrm>
            <a:custGeom>
              <a:avLst/>
              <a:gdLst/>
              <a:ahLst/>
              <a:cxnLst/>
              <a:rect l="l" t="t" r="r" b="b"/>
              <a:pathLst>
                <a:path w="1142" h="973" extrusionOk="0">
                  <a:moveTo>
                    <a:pt x="574" y="0"/>
                  </a:moveTo>
                  <a:cubicBezTo>
                    <a:pt x="447" y="0"/>
                    <a:pt x="325" y="49"/>
                    <a:pt x="233" y="138"/>
                  </a:cubicBezTo>
                  <a:cubicBezTo>
                    <a:pt x="207" y="164"/>
                    <a:pt x="183" y="191"/>
                    <a:pt x="157" y="221"/>
                  </a:cubicBezTo>
                  <a:cubicBezTo>
                    <a:pt x="94" y="291"/>
                    <a:pt x="50" y="374"/>
                    <a:pt x="27" y="464"/>
                  </a:cubicBezTo>
                  <a:cubicBezTo>
                    <a:pt x="0" y="564"/>
                    <a:pt x="14" y="670"/>
                    <a:pt x="64" y="760"/>
                  </a:cubicBezTo>
                  <a:cubicBezTo>
                    <a:pt x="84" y="787"/>
                    <a:pt x="103" y="813"/>
                    <a:pt x="123" y="840"/>
                  </a:cubicBezTo>
                  <a:cubicBezTo>
                    <a:pt x="170" y="886"/>
                    <a:pt x="227" y="923"/>
                    <a:pt x="293" y="940"/>
                  </a:cubicBezTo>
                  <a:cubicBezTo>
                    <a:pt x="352" y="962"/>
                    <a:pt x="416" y="973"/>
                    <a:pt x="480" y="973"/>
                  </a:cubicBezTo>
                  <a:cubicBezTo>
                    <a:pt x="510" y="973"/>
                    <a:pt x="540" y="970"/>
                    <a:pt x="569" y="966"/>
                  </a:cubicBezTo>
                  <a:cubicBezTo>
                    <a:pt x="652" y="966"/>
                    <a:pt x="739" y="946"/>
                    <a:pt x="812" y="903"/>
                  </a:cubicBezTo>
                  <a:cubicBezTo>
                    <a:pt x="885" y="860"/>
                    <a:pt x="945" y="800"/>
                    <a:pt x="988" y="730"/>
                  </a:cubicBezTo>
                  <a:cubicBezTo>
                    <a:pt x="1141" y="457"/>
                    <a:pt x="1005" y="111"/>
                    <a:pt x="706" y="18"/>
                  </a:cubicBezTo>
                  <a:cubicBezTo>
                    <a:pt x="662" y="6"/>
                    <a:pt x="618" y="0"/>
                    <a:pt x="57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7076950" y="1978700"/>
              <a:ext cx="30875" cy="23850"/>
            </a:xfrm>
            <a:custGeom>
              <a:avLst/>
              <a:gdLst/>
              <a:ahLst/>
              <a:cxnLst/>
              <a:rect l="l" t="t" r="r" b="b"/>
              <a:pathLst>
                <a:path w="1235" h="954" extrusionOk="0">
                  <a:moveTo>
                    <a:pt x="408" y="1"/>
                  </a:moveTo>
                  <a:cubicBezTo>
                    <a:pt x="305" y="1"/>
                    <a:pt x="205" y="19"/>
                    <a:pt x="110" y="70"/>
                  </a:cubicBezTo>
                  <a:cubicBezTo>
                    <a:pt x="21" y="120"/>
                    <a:pt x="1" y="216"/>
                    <a:pt x="14" y="310"/>
                  </a:cubicBezTo>
                  <a:cubicBezTo>
                    <a:pt x="41" y="519"/>
                    <a:pt x="227" y="685"/>
                    <a:pt x="383" y="819"/>
                  </a:cubicBezTo>
                  <a:cubicBezTo>
                    <a:pt x="477" y="895"/>
                    <a:pt x="588" y="953"/>
                    <a:pt x="708" y="953"/>
                  </a:cubicBezTo>
                  <a:cubicBezTo>
                    <a:pt x="745" y="953"/>
                    <a:pt x="784" y="948"/>
                    <a:pt x="822" y="935"/>
                  </a:cubicBezTo>
                  <a:cubicBezTo>
                    <a:pt x="932" y="905"/>
                    <a:pt x="1029" y="832"/>
                    <a:pt x="1092" y="732"/>
                  </a:cubicBezTo>
                  <a:cubicBezTo>
                    <a:pt x="1235" y="489"/>
                    <a:pt x="1112" y="140"/>
                    <a:pt x="826" y="67"/>
                  </a:cubicBezTo>
                  <a:lnTo>
                    <a:pt x="826" y="70"/>
                  </a:lnTo>
                  <a:cubicBezTo>
                    <a:pt x="691" y="35"/>
                    <a:pt x="548" y="1"/>
                    <a:pt x="408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7044850" y="1960425"/>
              <a:ext cx="26450" cy="35750"/>
            </a:xfrm>
            <a:custGeom>
              <a:avLst/>
              <a:gdLst/>
              <a:ahLst/>
              <a:cxnLst/>
              <a:rect l="l" t="t" r="r" b="b"/>
              <a:pathLst>
                <a:path w="1058" h="1430" extrusionOk="0">
                  <a:moveTo>
                    <a:pt x="533" y="0"/>
                  </a:moveTo>
                  <a:cubicBezTo>
                    <a:pt x="434" y="0"/>
                    <a:pt x="335" y="58"/>
                    <a:pt x="300" y="172"/>
                  </a:cubicBezTo>
                  <a:cubicBezTo>
                    <a:pt x="230" y="398"/>
                    <a:pt x="160" y="625"/>
                    <a:pt x="90" y="848"/>
                  </a:cubicBezTo>
                  <a:cubicBezTo>
                    <a:pt x="0" y="1134"/>
                    <a:pt x="237" y="1426"/>
                    <a:pt x="526" y="1430"/>
                  </a:cubicBezTo>
                  <a:cubicBezTo>
                    <a:pt x="528" y="1430"/>
                    <a:pt x="529" y="1430"/>
                    <a:pt x="531" y="1430"/>
                  </a:cubicBezTo>
                  <a:cubicBezTo>
                    <a:pt x="818" y="1430"/>
                    <a:pt x="1058" y="1139"/>
                    <a:pt x="972" y="854"/>
                  </a:cubicBezTo>
                  <a:lnTo>
                    <a:pt x="969" y="854"/>
                  </a:lnTo>
                  <a:cubicBezTo>
                    <a:pt x="902" y="628"/>
                    <a:pt x="836" y="402"/>
                    <a:pt x="769" y="176"/>
                  </a:cubicBezTo>
                  <a:cubicBezTo>
                    <a:pt x="734" y="59"/>
                    <a:pt x="634" y="0"/>
                    <a:pt x="53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7091925" y="1939350"/>
              <a:ext cx="6175" cy="6025"/>
            </a:xfrm>
            <a:custGeom>
              <a:avLst/>
              <a:gdLst/>
              <a:ahLst/>
              <a:cxnLst/>
              <a:rect l="l" t="t" r="r" b="b"/>
              <a:pathLst>
                <a:path w="247" h="241" extrusionOk="0">
                  <a:moveTo>
                    <a:pt x="124" y="0"/>
                  </a:moveTo>
                  <a:cubicBezTo>
                    <a:pt x="62" y="0"/>
                    <a:pt x="0" y="40"/>
                    <a:pt x="0" y="120"/>
                  </a:cubicBezTo>
                  <a:cubicBezTo>
                    <a:pt x="0" y="200"/>
                    <a:pt x="61" y="240"/>
                    <a:pt x="122" y="240"/>
                  </a:cubicBezTo>
                  <a:cubicBezTo>
                    <a:pt x="183" y="240"/>
                    <a:pt x="245" y="200"/>
                    <a:pt x="247" y="120"/>
                  </a:cubicBezTo>
                  <a:cubicBezTo>
                    <a:pt x="247" y="40"/>
                    <a:pt x="185" y="0"/>
                    <a:pt x="12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1" name="Google Shape;1761;p8"/>
          <p:cNvGrpSpPr/>
          <p:nvPr/>
        </p:nvGrpSpPr>
        <p:grpSpPr>
          <a:xfrm rot="5400000">
            <a:off x="8235325" y="4768199"/>
            <a:ext cx="2042571" cy="3457796"/>
            <a:chOff x="6699775" y="1851925"/>
            <a:chExt cx="697250" cy="1180350"/>
          </a:xfrm>
        </p:grpSpPr>
        <p:sp>
          <p:nvSpPr>
            <p:cNvPr id="1762" name="Google Shape;1762;p8"/>
            <p:cNvSpPr/>
            <p:nvPr/>
          </p:nvSpPr>
          <p:spPr>
            <a:xfrm>
              <a:off x="7058750" y="2146825"/>
              <a:ext cx="338275" cy="448000"/>
            </a:xfrm>
            <a:custGeom>
              <a:avLst/>
              <a:gdLst/>
              <a:ahLst/>
              <a:cxnLst/>
              <a:rect l="l" t="t" r="r" b="b"/>
              <a:pathLst>
                <a:path w="13531" h="17920" extrusionOk="0">
                  <a:moveTo>
                    <a:pt x="6705" y="1"/>
                  </a:moveTo>
                  <a:cubicBezTo>
                    <a:pt x="6038" y="1"/>
                    <a:pt x="5353" y="141"/>
                    <a:pt x="4674" y="445"/>
                  </a:cubicBezTo>
                  <a:cubicBezTo>
                    <a:pt x="3400" y="1014"/>
                    <a:pt x="2476" y="1973"/>
                    <a:pt x="1885" y="3129"/>
                  </a:cubicBezTo>
                  <a:lnTo>
                    <a:pt x="1885" y="3129"/>
                  </a:lnTo>
                  <a:cubicBezTo>
                    <a:pt x="1533" y="3558"/>
                    <a:pt x="1237" y="4038"/>
                    <a:pt x="1008" y="4553"/>
                  </a:cubicBezTo>
                  <a:cubicBezTo>
                    <a:pt x="0" y="6832"/>
                    <a:pt x="120" y="9554"/>
                    <a:pt x="659" y="11942"/>
                  </a:cubicBezTo>
                  <a:cubicBezTo>
                    <a:pt x="1204" y="14364"/>
                    <a:pt x="2459" y="16813"/>
                    <a:pt x="4950" y="17661"/>
                  </a:cubicBezTo>
                  <a:cubicBezTo>
                    <a:pt x="5471" y="17838"/>
                    <a:pt x="5987" y="17920"/>
                    <a:pt x="6489" y="17920"/>
                  </a:cubicBezTo>
                  <a:cubicBezTo>
                    <a:pt x="8300" y="17920"/>
                    <a:pt x="9939" y="16855"/>
                    <a:pt x="11012" y="15306"/>
                  </a:cubicBezTo>
                  <a:cubicBezTo>
                    <a:pt x="13384" y="11869"/>
                    <a:pt x="13531" y="5941"/>
                    <a:pt x="11125" y="2484"/>
                  </a:cubicBezTo>
                  <a:cubicBezTo>
                    <a:pt x="10058" y="953"/>
                    <a:pt x="8441" y="1"/>
                    <a:pt x="6705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6740200" y="2466975"/>
              <a:ext cx="422700" cy="565300"/>
            </a:xfrm>
            <a:custGeom>
              <a:avLst/>
              <a:gdLst/>
              <a:ahLst/>
              <a:cxnLst/>
              <a:rect l="l" t="t" r="r" b="b"/>
              <a:pathLst>
                <a:path w="16908" h="22612" extrusionOk="0">
                  <a:moveTo>
                    <a:pt x="16593" y="0"/>
                  </a:moveTo>
                  <a:cubicBezTo>
                    <a:pt x="16590" y="0"/>
                    <a:pt x="16588" y="1"/>
                    <a:pt x="16585" y="1"/>
                  </a:cubicBezTo>
                  <a:lnTo>
                    <a:pt x="16585" y="5"/>
                  </a:lnTo>
                  <a:cubicBezTo>
                    <a:pt x="14658" y="301"/>
                    <a:pt x="12935" y="1575"/>
                    <a:pt x="11398" y="2703"/>
                  </a:cubicBezTo>
                  <a:cubicBezTo>
                    <a:pt x="8387" y="4915"/>
                    <a:pt x="5786" y="7633"/>
                    <a:pt x="3706" y="10737"/>
                  </a:cubicBezTo>
                  <a:cubicBezTo>
                    <a:pt x="2638" y="12327"/>
                    <a:pt x="1647" y="14034"/>
                    <a:pt x="958" y="15827"/>
                  </a:cubicBezTo>
                  <a:cubicBezTo>
                    <a:pt x="293" y="17547"/>
                    <a:pt x="0" y="19603"/>
                    <a:pt x="1171" y="21177"/>
                  </a:cubicBezTo>
                  <a:cubicBezTo>
                    <a:pt x="1640" y="21809"/>
                    <a:pt x="2306" y="22331"/>
                    <a:pt x="3077" y="22531"/>
                  </a:cubicBezTo>
                  <a:cubicBezTo>
                    <a:pt x="3290" y="22585"/>
                    <a:pt x="3502" y="22611"/>
                    <a:pt x="3711" y="22611"/>
                  </a:cubicBezTo>
                  <a:cubicBezTo>
                    <a:pt x="4296" y="22611"/>
                    <a:pt x="4863" y="22411"/>
                    <a:pt x="5370" y="22075"/>
                  </a:cubicBezTo>
                  <a:cubicBezTo>
                    <a:pt x="6135" y="21569"/>
                    <a:pt x="6800" y="20884"/>
                    <a:pt x="7449" y="20239"/>
                  </a:cubicBezTo>
                  <a:cubicBezTo>
                    <a:pt x="8118" y="19570"/>
                    <a:pt x="8760" y="18875"/>
                    <a:pt x="9375" y="18153"/>
                  </a:cubicBezTo>
                  <a:cubicBezTo>
                    <a:pt x="10600" y="16712"/>
                    <a:pt x="11701" y="15169"/>
                    <a:pt x="12666" y="13542"/>
                  </a:cubicBezTo>
                  <a:cubicBezTo>
                    <a:pt x="14582" y="10315"/>
                    <a:pt x="16066" y="6695"/>
                    <a:pt x="16741" y="2995"/>
                  </a:cubicBezTo>
                  <a:cubicBezTo>
                    <a:pt x="16824" y="2543"/>
                    <a:pt x="16877" y="2087"/>
                    <a:pt x="16904" y="1628"/>
                  </a:cubicBezTo>
                  <a:cubicBezTo>
                    <a:pt x="16908" y="1567"/>
                    <a:pt x="16857" y="1533"/>
                    <a:pt x="16806" y="1533"/>
                  </a:cubicBezTo>
                  <a:cubicBezTo>
                    <a:pt x="16765" y="1533"/>
                    <a:pt x="16724" y="1554"/>
                    <a:pt x="16711" y="1601"/>
                  </a:cubicBezTo>
                  <a:cubicBezTo>
                    <a:pt x="16222" y="3335"/>
                    <a:pt x="15886" y="5098"/>
                    <a:pt x="15307" y="6811"/>
                  </a:cubicBezTo>
                  <a:cubicBezTo>
                    <a:pt x="14722" y="8535"/>
                    <a:pt x="14003" y="10211"/>
                    <a:pt x="13155" y="11825"/>
                  </a:cubicBezTo>
                  <a:cubicBezTo>
                    <a:pt x="11494" y="14999"/>
                    <a:pt x="9349" y="17940"/>
                    <a:pt x="6790" y="20445"/>
                  </a:cubicBezTo>
                  <a:cubicBezTo>
                    <a:pt x="6135" y="21087"/>
                    <a:pt x="5443" y="21829"/>
                    <a:pt x="4571" y="22172"/>
                  </a:cubicBezTo>
                  <a:cubicBezTo>
                    <a:pt x="4295" y="22279"/>
                    <a:pt x="4012" y="22329"/>
                    <a:pt x="3732" y="22329"/>
                  </a:cubicBezTo>
                  <a:cubicBezTo>
                    <a:pt x="3188" y="22329"/>
                    <a:pt x="2651" y="22141"/>
                    <a:pt x="2186" y="21816"/>
                  </a:cubicBezTo>
                  <a:cubicBezTo>
                    <a:pt x="492" y="20631"/>
                    <a:pt x="366" y="18492"/>
                    <a:pt x="918" y="16666"/>
                  </a:cubicBezTo>
                  <a:cubicBezTo>
                    <a:pt x="1461" y="14876"/>
                    <a:pt x="2439" y="13179"/>
                    <a:pt x="3433" y="11605"/>
                  </a:cubicBezTo>
                  <a:cubicBezTo>
                    <a:pt x="5466" y="8398"/>
                    <a:pt x="8044" y="5570"/>
                    <a:pt x="11055" y="3255"/>
                  </a:cubicBezTo>
                  <a:cubicBezTo>
                    <a:pt x="11864" y="2633"/>
                    <a:pt x="12705" y="2051"/>
                    <a:pt x="13574" y="1508"/>
                  </a:cubicBezTo>
                  <a:cubicBezTo>
                    <a:pt x="14525" y="919"/>
                    <a:pt x="15503" y="334"/>
                    <a:pt x="16608" y="94"/>
                  </a:cubicBezTo>
                  <a:cubicBezTo>
                    <a:pt x="16665" y="82"/>
                    <a:pt x="16644" y="0"/>
                    <a:pt x="1659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6699775" y="2329000"/>
              <a:ext cx="431150" cy="208625"/>
            </a:xfrm>
            <a:custGeom>
              <a:avLst/>
              <a:gdLst/>
              <a:ahLst/>
              <a:cxnLst/>
              <a:rect l="l" t="t" r="r" b="b"/>
              <a:pathLst>
                <a:path w="17246" h="8345" extrusionOk="0">
                  <a:moveTo>
                    <a:pt x="7358" y="0"/>
                  </a:moveTo>
                  <a:cubicBezTo>
                    <a:pt x="5172" y="0"/>
                    <a:pt x="2879" y="511"/>
                    <a:pt x="1314" y="2114"/>
                  </a:cubicBezTo>
                  <a:cubicBezTo>
                    <a:pt x="556" y="2889"/>
                    <a:pt x="0" y="3967"/>
                    <a:pt x="43" y="5071"/>
                  </a:cubicBezTo>
                  <a:cubicBezTo>
                    <a:pt x="87" y="6142"/>
                    <a:pt x="735" y="7044"/>
                    <a:pt x="1627" y="7593"/>
                  </a:cubicBezTo>
                  <a:cubicBezTo>
                    <a:pt x="2625" y="8210"/>
                    <a:pt x="3823" y="8344"/>
                    <a:pt x="4977" y="8344"/>
                  </a:cubicBezTo>
                  <a:cubicBezTo>
                    <a:pt x="5081" y="8344"/>
                    <a:pt x="5184" y="8343"/>
                    <a:pt x="5287" y="8341"/>
                  </a:cubicBezTo>
                  <a:cubicBezTo>
                    <a:pt x="6544" y="8315"/>
                    <a:pt x="7795" y="8152"/>
                    <a:pt x="9019" y="7852"/>
                  </a:cubicBezTo>
                  <a:cubicBezTo>
                    <a:pt x="11731" y="7197"/>
                    <a:pt x="14369" y="5916"/>
                    <a:pt x="16405" y="3990"/>
                  </a:cubicBezTo>
                  <a:cubicBezTo>
                    <a:pt x="16440" y="3957"/>
                    <a:pt x="16409" y="3896"/>
                    <a:pt x="16370" y="3896"/>
                  </a:cubicBezTo>
                  <a:cubicBezTo>
                    <a:pt x="16361" y="3896"/>
                    <a:pt x="16351" y="3899"/>
                    <a:pt x="16342" y="3907"/>
                  </a:cubicBezTo>
                  <a:lnTo>
                    <a:pt x="16342" y="3903"/>
                  </a:lnTo>
                  <a:cubicBezTo>
                    <a:pt x="14466" y="5334"/>
                    <a:pt x="12406" y="6495"/>
                    <a:pt x="10147" y="7194"/>
                  </a:cubicBezTo>
                  <a:cubicBezTo>
                    <a:pt x="9009" y="7546"/>
                    <a:pt x="7842" y="7783"/>
                    <a:pt x="6661" y="7899"/>
                  </a:cubicBezTo>
                  <a:cubicBezTo>
                    <a:pt x="6100" y="7953"/>
                    <a:pt x="5523" y="7996"/>
                    <a:pt x="4947" y="7996"/>
                  </a:cubicBezTo>
                  <a:cubicBezTo>
                    <a:pt x="4280" y="7996"/>
                    <a:pt x="3615" y="7938"/>
                    <a:pt x="2978" y="7773"/>
                  </a:cubicBezTo>
                  <a:cubicBezTo>
                    <a:pt x="1920" y="7496"/>
                    <a:pt x="865" y="6814"/>
                    <a:pt x="519" y="5727"/>
                  </a:cubicBezTo>
                  <a:cubicBezTo>
                    <a:pt x="170" y="4635"/>
                    <a:pt x="639" y="3438"/>
                    <a:pt x="1351" y="2596"/>
                  </a:cubicBezTo>
                  <a:cubicBezTo>
                    <a:pt x="2808" y="871"/>
                    <a:pt x="5178" y="337"/>
                    <a:pt x="7361" y="337"/>
                  </a:cubicBezTo>
                  <a:cubicBezTo>
                    <a:pt x="7565" y="337"/>
                    <a:pt x="7768" y="341"/>
                    <a:pt x="7968" y="350"/>
                  </a:cubicBezTo>
                  <a:cubicBezTo>
                    <a:pt x="9525" y="420"/>
                    <a:pt x="11069" y="693"/>
                    <a:pt x="12599" y="949"/>
                  </a:cubicBezTo>
                  <a:cubicBezTo>
                    <a:pt x="13361" y="1076"/>
                    <a:pt x="14123" y="1209"/>
                    <a:pt x="14885" y="1348"/>
                  </a:cubicBezTo>
                  <a:cubicBezTo>
                    <a:pt x="15630" y="1485"/>
                    <a:pt x="16382" y="1668"/>
                    <a:pt x="17137" y="1691"/>
                  </a:cubicBezTo>
                  <a:cubicBezTo>
                    <a:pt x="17138" y="1691"/>
                    <a:pt x="17139" y="1691"/>
                    <a:pt x="17141" y="1691"/>
                  </a:cubicBezTo>
                  <a:cubicBezTo>
                    <a:pt x="17237" y="1691"/>
                    <a:pt x="17246" y="1558"/>
                    <a:pt x="17164" y="1528"/>
                  </a:cubicBezTo>
                  <a:cubicBezTo>
                    <a:pt x="16442" y="1255"/>
                    <a:pt x="15667" y="1149"/>
                    <a:pt x="14908" y="1009"/>
                  </a:cubicBezTo>
                  <a:cubicBezTo>
                    <a:pt x="14173" y="876"/>
                    <a:pt x="13434" y="746"/>
                    <a:pt x="12692" y="623"/>
                  </a:cubicBezTo>
                  <a:cubicBezTo>
                    <a:pt x="11238" y="380"/>
                    <a:pt x="9778" y="124"/>
                    <a:pt x="8304" y="31"/>
                  </a:cubicBezTo>
                  <a:cubicBezTo>
                    <a:pt x="7993" y="11"/>
                    <a:pt x="7676" y="0"/>
                    <a:pt x="735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6772450" y="2037250"/>
              <a:ext cx="409575" cy="325700"/>
            </a:xfrm>
            <a:custGeom>
              <a:avLst/>
              <a:gdLst/>
              <a:ahLst/>
              <a:cxnLst/>
              <a:rect l="l" t="t" r="r" b="b"/>
              <a:pathLst>
                <a:path w="16383" h="13028" extrusionOk="0">
                  <a:moveTo>
                    <a:pt x="4832" y="1"/>
                  </a:moveTo>
                  <a:cubicBezTo>
                    <a:pt x="4410" y="1"/>
                    <a:pt x="3983" y="50"/>
                    <a:pt x="3554" y="157"/>
                  </a:cubicBezTo>
                  <a:cubicBezTo>
                    <a:pt x="1621" y="639"/>
                    <a:pt x="1" y="2668"/>
                    <a:pt x="553" y="4718"/>
                  </a:cubicBezTo>
                  <a:cubicBezTo>
                    <a:pt x="859" y="5856"/>
                    <a:pt x="1841" y="6597"/>
                    <a:pt x="2742" y="7266"/>
                  </a:cubicBezTo>
                  <a:cubicBezTo>
                    <a:pt x="3833" y="8071"/>
                    <a:pt x="4965" y="8820"/>
                    <a:pt x="6136" y="9502"/>
                  </a:cubicBezTo>
                  <a:cubicBezTo>
                    <a:pt x="8771" y="11039"/>
                    <a:pt x="11595" y="12223"/>
                    <a:pt x="14539" y="13025"/>
                  </a:cubicBezTo>
                  <a:cubicBezTo>
                    <a:pt x="14546" y="13027"/>
                    <a:pt x="14553" y="13028"/>
                    <a:pt x="14559" y="13028"/>
                  </a:cubicBezTo>
                  <a:cubicBezTo>
                    <a:pt x="14627" y="13028"/>
                    <a:pt x="14649" y="12920"/>
                    <a:pt x="14573" y="12899"/>
                  </a:cubicBezTo>
                  <a:cubicBezTo>
                    <a:pt x="12147" y="12107"/>
                    <a:pt x="9779" y="11102"/>
                    <a:pt x="7540" y="9868"/>
                  </a:cubicBezTo>
                  <a:cubicBezTo>
                    <a:pt x="6425" y="9252"/>
                    <a:pt x="5331" y="8600"/>
                    <a:pt x="4276" y="7882"/>
                  </a:cubicBezTo>
                  <a:cubicBezTo>
                    <a:pt x="3298" y="7216"/>
                    <a:pt x="2170" y="6531"/>
                    <a:pt x="1435" y="5586"/>
                  </a:cubicBezTo>
                  <a:cubicBezTo>
                    <a:pt x="41" y="3793"/>
                    <a:pt x="1375" y="1278"/>
                    <a:pt x="3334" y="622"/>
                  </a:cubicBezTo>
                  <a:cubicBezTo>
                    <a:pt x="3839" y="454"/>
                    <a:pt x="4345" y="379"/>
                    <a:pt x="4845" y="379"/>
                  </a:cubicBezTo>
                  <a:cubicBezTo>
                    <a:pt x="6789" y="379"/>
                    <a:pt x="8655" y="1519"/>
                    <a:pt x="10081" y="2791"/>
                  </a:cubicBezTo>
                  <a:cubicBezTo>
                    <a:pt x="12061" y="4558"/>
                    <a:pt x="13731" y="7023"/>
                    <a:pt x="16283" y="8005"/>
                  </a:cubicBezTo>
                  <a:cubicBezTo>
                    <a:pt x="16291" y="8008"/>
                    <a:pt x="16298" y="8009"/>
                    <a:pt x="16305" y="8009"/>
                  </a:cubicBezTo>
                  <a:cubicBezTo>
                    <a:pt x="16360" y="8009"/>
                    <a:pt x="16383" y="7924"/>
                    <a:pt x="16333" y="7892"/>
                  </a:cubicBezTo>
                  <a:cubicBezTo>
                    <a:pt x="15181" y="7150"/>
                    <a:pt x="14137" y="6285"/>
                    <a:pt x="13162" y="5327"/>
                  </a:cubicBezTo>
                  <a:cubicBezTo>
                    <a:pt x="12217" y="4398"/>
                    <a:pt x="11332" y="3414"/>
                    <a:pt x="10348" y="2532"/>
                  </a:cubicBezTo>
                  <a:cubicBezTo>
                    <a:pt x="8834" y="1176"/>
                    <a:pt x="6894" y="1"/>
                    <a:pt x="483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6980725" y="1851925"/>
              <a:ext cx="200800" cy="465525"/>
            </a:xfrm>
            <a:custGeom>
              <a:avLst/>
              <a:gdLst/>
              <a:ahLst/>
              <a:cxnLst/>
              <a:rect l="l" t="t" r="r" b="b"/>
              <a:pathLst>
                <a:path w="8032" h="18621" extrusionOk="0">
                  <a:moveTo>
                    <a:pt x="3742" y="356"/>
                  </a:moveTo>
                  <a:cubicBezTo>
                    <a:pt x="4730" y="356"/>
                    <a:pt x="5598" y="1049"/>
                    <a:pt x="6168" y="1827"/>
                  </a:cubicBezTo>
                  <a:cubicBezTo>
                    <a:pt x="7662" y="3863"/>
                    <a:pt x="7669" y="6708"/>
                    <a:pt x="7672" y="9127"/>
                  </a:cubicBezTo>
                  <a:cubicBezTo>
                    <a:pt x="7675" y="11298"/>
                    <a:pt x="7599" y="13470"/>
                    <a:pt x="7549" y="15643"/>
                  </a:cubicBezTo>
                  <a:lnTo>
                    <a:pt x="7549" y="15643"/>
                  </a:lnTo>
                  <a:cubicBezTo>
                    <a:pt x="7548" y="15631"/>
                    <a:pt x="7543" y="15619"/>
                    <a:pt x="7533" y="15607"/>
                  </a:cubicBezTo>
                  <a:cubicBezTo>
                    <a:pt x="5852" y="13731"/>
                    <a:pt x="4532" y="11559"/>
                    <a:pt x="3361" y="9336"/>
                  </a:cubicBezTo>
                  <a:cubicBezTo>
                    <a:pt x="2772" y="8222"/>
                    <a:pt x="2166" y="7094"/>
                    <a:pt x="1697" y="5926"/>
                  </a:cubicBezTo>
                  <a:cubicBezTo>
                    <a:pt x="1255" y="4822"/>
                    <a:pt x="965" y="3581"/>
                    <a:pt x="1335" y="2416"/>
                  </a:cubicBezTo>
                  <a:cubicBezTo>
                    <a:pt x="1631" y="1481"/>
                    <a:pt x="2336" y="586"/>
                    <a:pt x="3344" y="393"/>
                  </a:cubicBezTo>
                  <a:cubicBezTo>
                    <a:pt x="3478" y="368"/>
                    <a:pt x="3611" y="356"/>
                    <a:pt x="3742" y="356"/>
                  </a:cubicBezTo>
                  <a:close/>
                  <a:moveTo>
                    <a:pt x="3741" y="0"/>
                  </a:moveTo>
                  <a:cubicBezTo>
                    <a:pt x="2794" y="0"/>
                    <a:pt x="1966" y="558"/>
                    <a:pt x="1451" y="1338"/>
                  </a:cubicBezTo>
                  <a:cubicBezTo>
                    <a:pt x="0" y="3521"/>
                    <a:pt x="1335" y="6112"/>
                    <a:pt x="2389" y="8142"/>
                  </a:cubicBezTo>
                  <a:cubicBezTo>
                    <a:pt x="3793" y="10843"/>
                    <a:pt x="5347" y="13468"/>
                    <a:pt x="7436" y="15701"/>
                  </a:cubicBezTo>
                  <a:cubicBezTo>
                    <a:pt x="7450" y="15715"/>
                    <a:pt x="7466" y="15722"/>
                    <a:pt x="7481" y="15722"/>
                  </a:cubicBezTo>
                  <a:cubicBezTo>
                    <a:pt x="7514" y="15722"/>
                    <a:pt x="7543" y="15694"/>
                    <a:pt x="7549" y="15662"/>
                  </a:cubicBezTo>
                  <a:lnTo>
                    <a:pt x="7549" y="15662"/>
                  </a:lnTo>
                  <a:cubicBezTo>
                    <a:pt x="7528" y="16618"/>
                    <a:pt x="7511" y="17575"/>
                    <a:pt x="7509" y="18532"/>
                  </a:cubicBezTo>
                  <a:cubicBezTo>
                    <a:pt x="7509" y="18591"/>
                    <a:pt x="7552" y="18620"/>
                    <a:pt x="7596" y="18620"/>
                  </a:cubicBezTo>
                  <a:cubicBezTo>
                    <a:pt x="7641" y="18620"/>
                    <a:pt x="7687" y="18590"/>
                    <a:pt x="7692" y="18532"/>
                  </a:cubicBezTo>
                  <a:cubicBezTo>
                    <a:pt x="8005" y="15478"/>
                    <a:pt x="8015" y="12387"/>
                    <a:pt x="8015" y="9320"/>
                  </a:cubicBezTo>
                  <a:cubicBezTo>
                    <a:pt x="8015" y="6768"/>
                    <a:pt x="8032" y="3757"/>
                    <a:pt x="6441" y="1608"/>
                  </a:cubicBezTo>
                  <a:cubicBezTo>
                    <a:pt x="5839" y="793"/>
                    <a:pt x="4974" y="87"/>
                    <a:pt x="3929" y="8"/>
                  </a:cubicBezTo>
                  <a:cubicBezTo>
                    <a:pt x="3866" y="3"/>
                    <a:pt x="3803" y="0"/>
                    <a:pt x="374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7074200" y="2519625"/>
              <a:ext cx="165225" cy="466775"/>
            </a:xfrm>
            <a:custGeom>
              <a:avLst/>
              <a:gdLst/>
              <a:ahLst/>
              <a:cxnLst/>
              <a:rect l="l" t="t" r="r" b="b"/>
              <a:pathLst>
                <a:path w="6609" h="18671" extrusionOk="0">
                  <a:moveTo>
                    <a:pt x="5513" y="0"/>
                  </a:moveTo>
                  <a:cubicBezTo>
                    <a:pt x="5445" y="0"/>
                    <a:pt x="5374" y="58"/>
                    <a:pt x="5390" y="148"/>
                  </a:cubicBezTo>
                  <a:cubicBezTo>
                    <a:pt x="5816" y="2543"/>
                    <a:pt x="6036" y="4982"/>
                    <a:pt x="5903" y="7413"/>
                  </a:cubicBezTo>
                  <a:cubicBezTo>
                    <a:pt x="5763" y="9845"/>
                    <a:pt x="5287" y="12241"/>
                    <a:pt x="4485" y="14540"/>
                  </a:cubicBezTo>
                  <a:cubicBezTo>
                    <a:pt x="4279" y="15125"/>
                    <a:pt x="4053" y="15704"/>
                    <a:pt x="3803" y="16273"/>
                  </a:cubicBezTo>
                  <a:cubicBezTo>
                    <a:pt x="3584" y="16775"/>
                    <a:pt x="3374" y="17314"/>
                    <a:pt x="3018" y="17740"/>
                  </a:cubicBezTo>
                  <a:cubicBezTo>
                    <a:pt x="2782" y="18022"/>
                    <a:pt x="2479" y="18220"/>
                    <a:pt x="2166" y="18220"/>
                  </a:cubicBezTo>
                  <a:cubicBezTo>
                    <a:pt x="1976" y="18220"/>
                    <a:pt x="1782" y="18147"/>
                    <a:pt x="1598" y="17976"/>
                  </a:cubicBezTo>
                  <a:cubicBezTo>
                    <a:pt x="1185" y="17600"/>
                    <a:pt x="919" y="17022"/>
                    <a:pt x="756" y="16496"/>
                  </a:cubicBezTo>
                  <a:cubicBezTo>
                    <a:pt x="413" y="15405"/>
                    <a:pt x="447" y="14220"/>
                    <a:pt x="613" y="13099"/>
                  </a:cubicBezTo>
                  <a:cubicBezTo>
                    <a:pt x="799" y="11848"/>
                    <a:pt x="1129" y="10617"/>
                    <a:pt x="1511" y="9416"/>
                  </a:cubicBezTo>
                  <a:cubicBezTo>
                    <a:pt x="2423" y="6545"/>
                    <a:pt x="3564" y="3741"/>
                    <a:pt x="4612" y="919"/>
                  </a:cubicBezTo>
                  <a:cubicBezTo>
                    <a:pt x="4636" y="859"/>
                    <a:pt x="4587" y="820"/>
                    <a:pt x="4536" y="820"/>
                  </a:cubicBezTo>
                  <a:cubicBezTo>
                    <a:pt x="4503" y="820"/>
                    <a:pt x="4468" y="837"/>
                    <a:pt x="4452" y="876"/>
                  </a:cubicBezTo>
                  <a:cubicBezTo>
                    <a:pt x="3371" y="3574"/>
                    <a:pt x="2207" y="6259"/>
                    <a:pt x="1268" y="9014"/>
                  </a:cubicBezTo>
                  <a:cubicBezTo>
                    <a:pt x="823" y="10328"/>
                    <a:pt x="433" y="11675"/>
                    <a:pt x="224" y="13046"/>
                  </a:cubicBezTo>
                  <a:cubicBezTo>
                    <a:pt x="51" y="14187"/>
                    <a:pt x="1" y="15378"/>
                    <a:pt x="320" y="16499"/>
                  </a:cubicBezTo>
                  <a:cubicBezTo>
                    <a:pt x="562" y="17344"/>
                    <a:pt x="1149" y="18671"/>
                    <a:pt x="2188" y="18671"/>
                  </a:cubicBezTo>
                  <a:cubicBezTo>
                    <a:pt x="2238" y="18671"/>
                    <a:pt x="2288" y="18668"/>
                    <a:pt x="2340" y="18662"/>
                  </a:cubicBezTo>
                  <a:cubicBezTo>
                    <a:pt x="3414" y="18529"/>
                    <a:pt x="3930" y="17211"/>
                    <a:pt x="4303" y="16359"/>
                  </a:cubicBezTo>
                  <a:cubicBezTo>
                    <a:pt x="5337" y="13974"/>
                    <a:pt x="6009" y="11446"/>
                    <a:pt x="6289" y="8861"/>
                  </a:cubicBezTo>
                  <a:cubicBezTo>
                    <a:pt x="6608" y="5930"/>
                    <a:pt x="6458" y="2922"/>
                    <a:pt x="5620" y="84"/>
                  </a:cubicBezTo>
                  <a:cubicBezTo>
                    <a:pt x="5603" y="26"/>
                    <a:pt x="5558" y="0"/>
                    <a:pt x="551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6861950" y="2878175"/>
              <a:ext cx="21900" cy="17125"/>
            </a:xfrm>
            <a:custGeom>
              <a:avLst/>
              <a:gdLst/>
              <a:ahLst/>
              <a:cxnLst/>
              <a:rect l="l" t="t" r="r" b="b"/>
              <a:pathLst>
                <a:path w="876" h="685" extrusionOk="0">
                  <a:moveTo>
                    <a:pt x="356" y="0"/>
                  </a:moveTo>
                  <a:cubicBezTo>
                    <a:pt x="280" y="0"/>
                    <a:pt x="186" y="49"/>
                    <a:pt x="134" y="101"/>
                  </a:cubicBezTo>
                  <a:cubicBezTo>
                    <a:pt x="1" y="234"/>
                    <a:pt x="1" y="451"/>
                    <a:pt x="130" y="584"/>
                  </a:cubicBezTo>
                  <a:cubicBezTo>
                    <a:pt x="188" y="636"/>
                    <a:pt x="269" y="685"/>
                    <a:pt x="351" y="685"/>
                  </a:cubicBezTo>
                  <a:cubicBezTo>
                    <a:pt x="358" y="685"/>
                    <a:pt x="366" y="684"/>
                    <a:pt x="373" y="683"/>
                  </a:cubicBezTo>
                  <a:cubicBezTo>
                    <a:pt x="436" y="677"/>
                    <a:pt x="500" y="670"/>
                    <a:pt x="566" y="663"/>
                  </a:cubicBezTo>
                  <a:cubicBezTo>
                    <a:pt x="716" y="643"/>
                    <a:pt x="876" y="514"/>
                    <a:pt x="869" y="347"/>
                  </a:cubicBezTo>
                  <a:cubicBezTo>
                    <a:pt x="862" y="198"/>
                    <a:pt x="756" y="71"/>
                    <a:pt x="613" y="35"/>
                  </a:cubicBezTo>
                  <a:cubicBezTo>
                    <a:pt x="536" y="18"/>
                    <a:pt x="456" y="8"/>
                    <a:pt x="377" y="1"/>
                  </a:cubicBezTo>
                  <a:cubicBezTo>
                    <a:pt x="370" y="1"/>
                    <a:pt x="363" y="0"/>
                    <a:pt x="35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6893150" y="2909575"/>
              <a:ext cx="16325" cy="15825"/>
            </a:xfrm>
            <a:custGeom>
              <a:avLst/>
              <a:gdLst/>
              <a:ahLst/>
              <a:cxnLst/>
              <a:rect l="l" t="t" r="r" b="b"/>
              <a:pathLst>
                <a:path w="653" h="633" extrusionOk="0">
                  <a:moveTo>
                    <a:pt x="348" y="0"/>
                  </a:moveTo>
                  <a:cubicBezTo>
                    <a:pt x="332" y="0"/>
                    <a:pt x="315" y="2"/>
                    <a:pt x="300" y="6"/>
                  </a:cubicBezTo>
                  <a:cubicBezTo>
                    <a:pt x="270" y="6"/>
                    <a:pt x="243" y="13"/>
                    <a:pt x="220" y="26"/>
                  </a:cubicBezTo>
                  <a:cubicBezTo>
                    <a:pt x="180" y="40"/>
                    <a:pt x="143" y="63"/>
                    <a:pt x="117" y="93"/>
                  </a:cubicBezTo>
                  <a:cubicBezTo>
                    <a:pt x="107" y="99"/>
                    <a:pt x="100" y="106"/>
                    <a:pt x="90" y="113"/>
                  </a:cubicBezTo>
                  <a:cubicBezTo>
                    <a:pt x="70" y="129"/>
                    <a:pt x="53" y="153"/>
                    <a:pt x="40" y="176"/>
                  </a:cubicBezTo>
                  <a:cubicBezTo>
                    <a:pt x="14" y="219"/>
                    <a:pt x="0" y="266"/>
                    <a:pt x="0" y="316"/>
                  </a:cubicBezTo>
                  <a:cubicBezTo>
                    <a:pt x="4" y="362"/>
                    <a:pt x="14" y="409"/>
                    <a:pt x="37" y="452"/>
                  </a:cubicBezTo>
                  <a:cubicBezTo>
                    <a:pt x="50" y="475"/>
                    <a:pt x="67" y="499"/>
                    <a:pt x="83" y="515"/>
                  </a:cubicBezTo>
                  <a:cubicBezTo>
                    <a:pt x="93" y="525"/>
                    <a:pt x="103" y="532"/>
                    <a:pt x="113" y="539"/>
                  </a:cubicBezTo>
                  <a:lnTo>
                    <a:pt x="177" y="588"/>
                  </a:lnTo>
                  <a:lnTo>
                    <a:pt x="253" y="622"/>
                  </a:lnTo>
                  <a:cubicBezTo>
                    <a:pt x="276" y="630"/>
                    <a:pt x="301" y="633"/>
                    <a:pt x="325" y="633"/>
                  </a:cubicBezTo>
                  <a:cubicBezTo>
                    <a:pt x="342" y="633"/>
                    <a:pt x="360" y="631"/>
                    <a:pt x="376" y="628"/>
                  </a:cubicBezTo>
                  <a:cubicBezTo>
                    <a:pt x="406" y="628"/>
                    <a:pt x="433" y="622"/>
                    <a:pt x="456" y="605"/>
                  </a:cubicBezTo>
                  <a:cubicBezTo>
                    <a:pt x="483" y="598"/>
                    <a:pt x="506" y="585"/>
                    <a:pt x="526" y="565"/>
                  </a:cubicBezTo>
                  <a:cubicBezTo>
                    <a:pt x="549" y="552"/>
                    <a:pt x="569" y="532"/>
                    <a:pt x="582" y="509"/>
                  </a:cubicBezTo>
                  <a:cubicBezTo>
                    <a:pt x="629" y="455"/>
                    <a:pt x="652" y="389"/>
                    <a:pt x="652" y="319"/>
                  </a:cubicBezTo>
                  <a:cubicBezTo>
                    <a:pt x="652" y="262"/>
                    <a:pt x="636" y="209"/>
                    <a:pt x="612" y="159"/>
                  </a:cubicBezTo>
                  <a:cubicBezTo>
                    <a:pt x="582" y="113"/>
                    <a:pt x="546" y="73"/>
                    <a:pt x="499" y="46"/>
                  </a:cubicBezTo>
                  <a:lnTo>
                    <a:pt x="423" y="13"/>
                  </a:lnTo>
                  <a:cubicBezTo>
                    <a:pt x="399" y="5"/>
                    <a:pt x="373" y="0"/>
                    <a:pt x="3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6845325" y="2953025"/>
              <a:ext cx="24550" cy="27500"/>
            </a:xfrm>
            <a:custGeom>
              <a:avLst/>
              <a:gdLst/>
              <a:ahLst/>
              <a:cxnLst/>
              <a:rect l="l" t="t" r="r" b="b"/>
              <a:pathLst>
                <a:path w="982" h="1100" extrusionOk="0">
                  <a:moveTo>
                    <a:pt x="622" y="1"/>
                  </a:moveTo>
                  <a:cubicBezTo>
                    <a:pt x="580" y="1"/>
                    <a:pt x="537" y="13"/>
                    <a:pt x="499" y="42"/>
                  </a:cubicBezTo>
                  <a:cubicBezTo>
                    <a:pt x="389" y="121"/>
                    <a:pt x="283" y="211"/>
                    <a:pt x="183" y="308"/>
                  </a:cubicBezTo>
                  <a:cubicBezTo>
                    <a:pt x="0" y="484"/>
                    <a:pt x="0" y="780"/>
                    <a:pt x="180" y="960"/>
                  </a:cubicBezTo>
                  <a:cubicBezTo>
                    <a:pt x="271" y="1052"/>
                    <a:pt x="391" y="1099"/>
                    <a:pt x="511" y="1099"/>
                  </a:cubicBezTo>
                  <a:cubicBezTo>
                    <a:pt x="628" y="1099"/>
                    <a:pt x="745" y="1055"/>
                    <a:pt x="835" y="966"/>
                  </a:cubicBezTo>
                  <a:cubicBezTo>
                    <a:pt x="962" y="843"/>
                    <a:pt x="982" y="687"/>
                    <a:pt x="958" y="517"/>
                  </a:cubicBezTo>
                  <a:cubicBezTo>
                    <a:pt x="942" y="411"/>
                    <a:pt x="918" y="304"/>
                    <a:pt x="885" y="201"/>
                  </a:cubicBezTo>
                  <a:cubicBezTo>
                    <a:pt x="853" y="94"/>
                    <a:pt x="738" y="1"/>
                    <a:pt x="62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7123700" y="2872175"/>
              <a:ext cx="20325" cy="20600"/>
            </a:xfrm>
            <a:custGeom>
              <a:avLst/>
              <a:gdLst/>
              <a:ahLst/>
              <a:cxnLst/>
              <a:rect l="l" t="t" r="r" b="b"/>
              <a:pathLst>
                <a:path w="813" h="824" extrusionOk="0">
                  <a:moveTo>
                    <a:pt x="405" y="0"/>
                  </a:moveTo>
                  <a:cubicBezTo>
                    <a:pt x="344" y="0"/>
                    <a:pt x="283" y="16"/>
                    <a:pt x="230" y="48"/>
                  </a:cubicBezTo>
                  <a:lnTo>
                    <a:pt x="203" y="65"/>
                  </a:lnTo>
                  <a:cubicBezTo>
                    <a:pt x="157" y="88"/>
                    <a:pt x="120" y="125"/>
                    <a:pt x="90" y="168"/>
                  </a:cubicBezTo>
                  <a:cubicBezTo>
                    <a:pt x="64" y="195"/>
                    <a:pt x="47" y="225"/>
                    <a:pt x="37" y="258"/>
                  </a:cubicBezTo>
                  <a:cubicBezTo>
                    <a:pt x="10" y="305"/>
                    <a:pt x="0" y="361"/>
                    <a:pt x="0" y="414"/>
                  </a:cubicBezTo>
                  <a:lnTo>
                    <a:pt x="14" y="521"/>
                  </a:lnTo>
                  <a:cubicBezTo>
                    <a:pt x="27" y="554"/>
                    <a:pt x="40" y="587"/>
                    <a:pt x="57" y="621"/>
                  </a:cubicBezTo>
                  <a:cubicBezTo>
                    <a:pt x="80" y="664"/>
                    <a:pt x="113" y="704"/>
                    <a:pt x="157" y="734"/>
                  </a:cubicBezTo>
                  <a:cubicBezTo>
                    <a:pt x="180" y="757"/>
                    <a:pt x="210" y="777"/>
                    <a:pt x="247" y="787"/>
                  </a:cubicBezTo>
                  <a:cubicBezTo>
                    <a:pt x="293" y="810"/>
                    <a:pt x="346" y="824"/>
                    <a:pt x="403" y="824"/>
                  </a:cubicBezTo>
                  <a:lnTo>
                    <a:pt x="509" y="807"/>
                  </a:lnTo>
                  <a:lnTo>
                    <a:pt x="606" y="767"/>
                  </a:lnTo>
                  <a:cubicBezTo>
                    <a:pt x="652" y="744"/>
                    <a:pt x="692" y="707"/>
                    <a:pt x="722" y="664"/>
                  </a:cubicBezTo>
                  <a:cubicBezTo>
                    <a:pt x="746" y="637"/>
                    <a:pt x="766" y="607"/>
                    <a:pt x="776" y="574"/>
                  </a:cubicBezTo>
                  <a:cubicBezTo>
                    <a:pt x="799" y="528"/>
                    <a:pt x="812" y="474"/>
                    <a:pt x="809" y="418"/>
                  </a:cubicBezTo>
                  <a:lnTo>
                    <a:pt x="795" y="311"/>
                  </a:lnTo>
                  <a:cubicBezTo>
                    <a:pt x="782" y="278"/>
                    <a:pt x="769" y="245"/>
                    <a:pt x="756" y="215"/>
                  </a:cubicBezTo>
                  <a:cubicBezTo>
                    <a:pt x="722" y="155"/>
                    <a:pt x="672" y="105"/>
                    <a:pt x="612" y="68"/>
                  </a:cubicBezTo>
                  <a:lnTo>
                    <a:pt x="589" y="52"/>
                  </a:lnTo>
                  <a:cubicBezTo>
                    <a:pt x="533" y="18"/>
                    <a:pt x="469" y="0"/>
                    <a:pt x="40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6856300" y="2073175"/>
              <a:ext cx="28300" cy="27975"/>
            </a:xfrm>
            <a:custGeom>
              <a:avLst/>
              <a:gdLst/>
              <a:ahLst/>
              <a:cxnLst/>
              <a:rect l="l" t="t" r="r" b="b"/>
              <a:pathLst>
                <a:path w="1132" h="1119" extrusionOk="0">
                  <a:moveTo>
                    <a:pt x="746" y="0"/>
                  </a:moveTo>
                  <a:cubicBezTo>
                    <a:pt x="553" y="0"/>
                    <a:pt x="385" y="170"/>
                    <a:pt x="233" y="277"/>
                  </a:cubicBezTo>
                  <a:cubicBezTo>
                    <a:pt x="107" y="370"/>
                    <a:pt x="0" y="496"/>
                    <a:pt x="7" y="666"/>
                  </a:cubicBezTo>
                  <a:cubicBezTo>
                    <a:pt x="10" y="786"/>
                    <a:pt x="57" y="899"/>
                    <a:pt x="137" y="985"/>
                  </a:cubicBezTo>
                  <a:cubicBezTo>
                    <a:pt x="223" y="1068"/>
                    <a:pt x="336" y="1118"/>
                    <a:pt x="456" y="1118"/>
                  </a:cubicBezTo>
                  <a:cubicBezTo>
                    <a:pt x="623" y="1118"/>
                    <a:pt x="756" y="1032"/>
                    <a:pt x="845" y="899"/>
                  </a:cubicBezTo>
                  <a:cubicBezTo>
                    <a:pt x="952" y="746"/>
                    <a:pt x="1132" y="559"/>
                    <a:pt x="1122" y="363"/>
                  </a:cubicBezTo>
                  <a:cubicBezTo>
                    <a:pt x="1118" y="167"/>
                    <a:pt x="962" y="7"/>
                    <a:pt x="762" y="0"/>
                  </a:cubicBezTo>
                  <a:cubicBezTo>
                    <a:pt x="757" y="0"/>
                    <a:pt x="751" y="0"/>
                    <a:pt x="74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6909025" y="2078000"/>
              <a:ext cx="21725" cy="23975"/>
            </a:xfrm>
            <a:custGeom>
              <a:avLst/>
              <a:gdLst/>
              <a:ahLst/>
              <a:cxnLst/>
              <a:rect l="l" t="t" r="r" b="b"/>
              <a:pathLst>
                <a:path w="869" h="959" extrusionOk="0">
                  <a:moveTo>
                    <a:pt x="440" y="0"/>
                  </a:moveTo>
                  <a:cubicBezTo>
                    <a:pt x="197" y="0"/>
                    <a:pt x="1" y="240"/>
                    <a:pt x="71" y="479"/>
                  </a:cubicBezTo>
                  <a:cubicBezTo>
                    <a:pt x="127" y="676"/>
                    <a:pt x="174" y="959"/>
                    <a:pt x="433" y="959"/>
                  </a:cubicBezTo>
                  <a:cubicBezTo>
                    <a:pt x="435" y="959"/>
                    <a:pt x="436" y="959"/>
                    <a:pt x="438" y="959"/>
                  </a:cubicBezTo>
                  <a:cubicBezTo>
                    <a:pt x="690" y="959"/>
                    <a:pt x="743" y="678"/>
                    <a:pt x="802" y="486"/>
                  </a:cubicBezTo>
                  <a:cubicBezTo>
                    <a:pt x="869" y="243"/>
                    <a:pt x="689" y="7"/>
                    <a:pt x="440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6912700" y="2137675"/>
              <a:ext cx="29125" cy="25025"/>
            </a:xfrm>
            <a:custGeom>
              <a:avLst/>
              <a:gdLst/>
              <a:ahLst/>
              <a:cxnLst/>
              <a:rect l="l" t="t" r="r" b="b"/>
              <a:pathLst>
                <a:path w="1165" h="1001" extrusionOk="0">
                  <a:moveTo>
                    <a:pt x="647" y="0"/>
                  </a:moveTo>
                  <a:cubicBezTo>
                    <a:pt x="533" y="0"/>
                    <a:pt x="418" y="43"/>
                    <a:pt x="329" y="129"/>
                  </a:cubicBezTo>
                  <a:cubicBezTo>
                    <a:pt x="279" y="175"/>
                    <a:pt x="226" y="218"/>
                    <a:pt x="180" y="268"/>
                  </a:cubicBezTo>
                  <a:cubicBezTo>
                    <a:pt x="93" y="351"/>
                    <a:pt x="60" y="455"/>
                    <a:pt x="30" y="564"/>
                  </a:cubicBezTo>
                  <a:cubicBezTo>
                    <a:pt x="0" y="664"/>
                    <a:pt x="23" y="774"/>
                    <a:pt x="87" y="857"/>
                  </a:cubicBezTo>
                  <a:cubicBezTo>
                    <a:pt x="150" y="940"/>
                    <a:pt x="246" y="990"/>
                    <a:pt x="353" y="994"/>
                  </a:cubicBezTo>
                  <a:cubicBezTo>
                    <a:pt x="383" y="997"/>
                    <a:pt x="413" y="1000"/>
                    <a:pt x="442" y="1000"/>
                  </a:cubicBezTo>
                  <a:cubicBezTo>
                    <a:pt x="449" y="1000"/>
                    <a:pt x="455" y="1001"/>
                    <a:pt x="461" y="1001"/>
                  </a:cubicBezTo>
                  <a:cubicBezTo>
                    <a:pt x="541" y="1001"/>
                    <a:pt x="621" y="980"/>
                    <a:pt x="692" y="940"/>
                  </a:cubicBezTo>
                  <a:cubicBezTo>
                    <a:pt x="755" y="914"/>
                    <a:pt x="815" y="880"/>
                    <a:pt x="878" y="850"/>
                  </a:cubicBezTo>
                  <a:cubicBezTo>
                    <a:pt x="1128" y="731"/>
                    <a:pt x="1164" y="385"/>
                    <a:pt x="1011" y="182"/>
                  </a:cubicBezTo>
                  <a:cubicBezTo>
                    <a:pt x="920" y="62"/>
                    <a:pt x="784" y="0"/>
                    <a:pt x="647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6878750" y="2173000"/>
              <a:ext cx="32375" cy="23975"/>
            </a:xfrm>
            <a:custGeom>
              <a:avLst/>
              <a:gdLst/>
              <a:ahLst/>
              <a:cxnLst/>
              <a:rect l="l" t="t" r="r" b="b"/>
              <a:pathLst>
                <a:path w="1295" h="959" extrusionOk="0">
                  <a:moveTo>
                    <a:pt x="765" y="0"/>
                  </a:moveTo>
                  <a:cubicBezTo>
                    <a:pt x="724" y="0"/>
                    <a:pt x="682" y="5"/>
                    <a:pt x="639" y="13"/>
                  </a:cubicBezTo>
                  <a:cubicBezTo>
                    <a:pt x="380" y="63"/>
                    <a:pt x="7" y="143"/>
                    <a:pt x="4" y="475"/>
                  </a:cubicBezTo>
                  <a:cubicBezTo>
                    <a:pt x="1" y="805"/>
                    <a:pt x="373" y="891"/>
                    <a:pt x="633" y="945"/>
                  </a:cubicBezTo>
                  <a:cubicBezTo>
                    <a:pt x="677" y="953"/>
                    <a:pt x="722" y="958"/>
                    <a:pt x="766" y="958"/>
                  </a:cubicBezTo>
                  <a:cubicBezTo>
                    <a:pt x="891" y="958"/>
                    <a:pt x="1014" y="920"/>
                    <a:pt x="1102" y="825"/>
                  </a:cubicBezTo>
                  <a:cubicBezTo>
                    <a:pt x="1291" y="635"/>
                    <a:pt x="1295" y="329"/>
                    <a:pt x="1109" y="139"/>
                  </a:cubicBezTo>
                  <a:cubicBezTo>
                    <a:pt x="1011" y="42"/>
                    <a:pt x="892" y="0"/>
                    <a:pt x="76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6853800" y="2160300"/>
              <a:ext cx="22475" cy="31425"/>
            </a:xfrm>
            <a:custGeom>
              <a:avLst/>
              <a:gdLst/>
              <a:ahLst/>
              <a:cxnLst/>
              <a:rect l="l" t="t" r="r" b="b"/>
              <a:pathLst>
                <a:path w="899" h="1257" extrusionOk="0">
                  <a:moveTo>
                    <a:pt x="289" y="0"/>
                  </a:moveTo>
                  <a:cubicBezTo>
                    <a:pt x="183" y="0"/>
                    <a:pt x="80" y="55"/>
                    <a:pt x="60" y="175"/>
                  </a:cubicBezTo>
                  <a:cubicBezTo>
                    <a:pt x="44" y="291"/>
                    <a:pt x="17" y="408"/>
                    <a:pt x="11" y="524"/>
                  </a:cubicBezTo>
                  <a:cubicBezTo>
                    <a:pt x="1" y="634"/>
                    <a:pt x="14" y="744"/>
                    <a:pt x="14" y="854"/>
                  </a:cubicBezTo>
                  <a:cubicBezTo>
                    <a:pt x="14" y="1078"/>
                    <a:pt x="198" y="1257"/>
                    <a:pt x="418" y="1257"/>
                  </a:cubicBezTo>
                  <a:cubicBezTo>
                    <a:pt x="436" y="1257"/>
                    <a:pt x="454" y="1255"/>
                    <a:pt x="473" y="1253"/>
                  </a:cubicBezTo>
                  <a:cubicBezTo>
                    <a:pt x="696" y="1226"/>
                    <a:pt x="899" y="983"/>
                    <a:pt x="812" y="751"/>
                  </a:cubicBezTo>
                  <a:cubicBezTo>
                    <a:pt x="772" y="634"/>
                    <a:pt x="729" y="511"/>
                    <a:pt x="679" y="395"/>
                  </a:cubicBezTo>
                  <a:cubicBezTo>
                    <a:pt x="629" y="301"/>
                    <a:pt x="576" y="208"/>
                    <a:pt x="520" y="118"/>
                  </a:cubicBezTo>
                  <a:cubicBezTo>
                    <a:pt x="475" y="41"/>
                    <a:pt x="381" y="0"/>
                    <a:pt x="289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6873300" y="2123650"/>
              <a:ext cx="19400" cy="18700"/>
            </a:xfrm>
            <a:custGeom>
              <a:avLst/>
              <a:gdLst/>
              <a:ahLst/>
              <a:cxnLst/>
              <a:rect l="l" t="t" r="r" b="b"/>
              <a:pathLst>
                <a:path w="776" h="748" extrusionOk="0">
                  <a:moveTo>
                    <a:pt x="388" y="0"/>
                  </a:moveTo>
                  <a:cubicBezTo>
                    <a:pt x="196" y="0"/>
                    <a:pt x="4" y="124"/>
                    <a:pt x="2" y="370"/>
                  </a:cubicBezTo>
                  <a:cubicBezTo>
                    <a:pt x="1" y="621"/>
                    <a:pt x="195" y="748"/>
                    <a:pt x="390" y="748"/>
                  </a:cubicBezTo>
                  <a:cubicBezTo>
                    <a:pt x="581" y="748"/>
                    <a:pt x="773" y="625"/>
                    <a:pt x="774" y="377"/>
                  </a:cubicBezTo>
                  <a:cubicBezTo>
                    <a:pt x="776" y="126"/>
                    <a:pt x="582" y="0"/>
                    <a:pt x="38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7029900" y="1905250"/>
              <a:ext cx="26625" cy="36375"/>
            </a:xfrm>
            <a:custGeom>
              <a:avLst/>
              <a:gdLst/>
              <a:ahLst/>
              <a:cxnLst/>
              <a:rect l="l" t="t" r="r" b="b"/>
              <a:pathLst>
                <a:path w="1065" h="1455" extrusionOk="0">
                  <a:moveTo>
                    <a:pt x="648" y="0"/>
                  </a:moveTo>
                  <a:cubicBezTo>
                    <a:pt x="503" y="10"/>
                    <a:pt x="408" y="61"/>
                    <a:pt x="324" y="146"/>
                  </a:cubicBezTo>
                  <a:lnTo>
                    <a:pt x="324" y="146"/>
                  </a:lnTo>
                  <a:cubicBezTo>
                    <a:pt x="0" y="328"/>
                    <a:pt x="9" y="781"/>
                    <a:pt x="83" y="1098"/>
                  </a:cubicBezTo>
                  <a:cubicBezTo>
                    <a:pt x="130" y="1302"/>
                    <a:pt x="340" y="1455"/>
                    <a:pt x="548" y="1455"/>
                  </a:cubicBezTo>
                  <a:cubicBezTo>
                    <a:pt x="587" y="1455"/>
                    <a:pt x="627" y="1449"/>
                    <a:pt x="665" y="1438"/>
                  </a:cubicBezTo>
                  <a:cubicBezTo>
                    <a:pt x="915" y="1364"/>
                    <a:pt x="1064" y="1108"/>
                    <a:pt x="1001" y="855"/>
                  </a:cubicBezTo>
                  <a:lnTo>
                    <a:pt x="1001" y="852"/>
                  </a:lnTo>
                  <a:cubicBezTo>
                    <a:pt x="998" y="842"/>
                    <a:pt x="992" y="762"/>
                    <a:pt x="989" y="762"/>
                  </a:cubicBezTo>
                  <a:cubicBezTo>
                    <a:pt x="988" y="762"/>
                    <a:pt x="988" y="769"/>
                    <a:pt x="988" y="787"/>
                  </a:cubicBezTo>
                  <a:lnTo>
                    <a:pt x="988" y="787"/>
                  </a:lnTo>
                  <a:cubicBezTo>
                    <a:pt x="988" y="741"/>
                    <a:pt x="991" y="695"/>
                    <a:pt x="988" y="646"/>
                  </a:cubicBezTo>
                  <a:lnTo>
                    <a:pt x="974" y="523"/>
                  </a:lnTo>
                  <a:lnTo>
                    <a:pt x="974" y="523"/>
                  </a:lnTo>
                  <a:cubicBezTo>
                    <a:pt x="976" y="547"/>
                    <a:pt x="976" y="559"/>
                    <a:pt x="975" y="559"/>
                  </a:cubicBezTo>
                  <a:cubicBezTo>
                    <a:pt x="974" y="559"/>
                    <a:pt x="970" y="517"/>
                    <a:pt x="961" y="433"/>
                  </a:cubicBezTo>
                  <a:cubicBezTo>
                    <a:pt x="952" y="402"/>
                    <a:pt x="940" y="370"/>
                    <a:pt x="924" y="339"/>
                  </a:cubicBezTo>
                  <a:lnTo>
                    <a:pt x="924" y="339"/>
                  </a:lnTo>
                  <a:cubicBezTo>
                    <a:pt x="913" y="263"/>
                    <a:pt x="890" y="188"/>
                    <a:pt x="855" y="120"/>
                  </a:cubicBezTo>
                  <a:cubicBezTo>
                    <a:pt x="811" y="47"/>
                    <a:pt x="735" y="0"/>
                    <a:pt x="6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7102075" y="1927350"/>
              <a:ext cx="28550" cy="24325"/>
            </a:xfrm>
            <a:custGeom>
              <a:avLst/>
              <a:gdLst/>
              <a:ahLst/>
              <a:cxnLst/>
              <a:rect l="l" t="t" r="r" b="b"/>
              <a:pathLst>
                <a:path w="1142" h="973" extrusionOk="0">
                  <a:moveTo>
                    <a:pt x="574" y="0"/>
                  </a:moveTo>
                  <a:cubicBezTo>
                    <a:pt x="447" y="0"/>
                    <a:pt x="325" y="49"/>
                    <a:pt x="233" y="138"/>
                  </a:cubicBezTo>
                  <a:cubicBezTo>
                    <a:pt x="207" y="164"/>
                    <a:pt x="183" y="191"/>
                    <a:pt x="157" y="221"/>
                  </a:cubicBezTo>
                  <a:cubicBezTo>
                    <a:pt x="94" y="291"/>
                    <a:pt x="50" y="374"/>
                    <a:pt x="27" y="464"/>
                  </a:cubicBezTo>
                  <a:cubicBezTo>
                    <a:pt x="0" y="564"/>
                    <a:pt x="14" y="670"/>
                    <a:pt x="64" y="760"/>
                  </a:cubicBezTo>
                  <a:cubicBezTo>
                    <a:pt x="84" y="787"/>
                    <a:pt x="103" y="813"/>
                    <a:pt x="123" y="840"/>
                  </a:cubicBezTo>
                  <a:cubicBezTo>
                    <a:pt x="170" y="886"/>
                    <a:pt x="227" y="923"/>
                    <a:pt x="293" y="940"/>
                  </a:cubicBezTo>
                  <a:cubicBezTo>
                    <a:pt x="352" y="962"/>
                    <a:pt x="416" y="973"/>
                    <a:pt x="480" y="973"/>
                  </a:cubicBezTo>
                  <a:cubicBezTo>
                    <a:pt x="510" y="973"/>
                    <a:pt x="540" y="970"/>
                    <a:pt x="569" y="966"/>
                  </a:cubicBezTo>
                  <a:cubicBezTo>
                    <a:pt x="652" y="966"/>
                    <a:pt x="739" y="946"/>
                    <a:pt x="812" y="903"/>
                  </a:cubicBezTo>
                  <a:cubicBezTo>
                    <a:pt x="885" y="860"/>
                    <a:pt x="945" y="800"/>
                    <a:pt x="988" y="730"/>
                  </a:cubicBezTo>
                  <a:cubicBezTo>
                    <a:pt x="1141" y="457"/>
                    <a:pt x="1005" y="111"/>
                    <a:pt x="706" y="18"/>
                  </a:cubicBezTo>
                  <a:cubicBezTo>
                    <a:pt x="662" y="6"/>
                    <a:pt x="618" y="0"/>
                    <a:pt x="57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7076950" y="1978700"/>
              <a:ext cx="30875" cy="23850"/>
            </a:xfrm>
            <a:custGeom>
              <a:avLst/>
              <a:gdLst/>
              <a:ahLst/>
              <a:cxnLst/>
              <a:rect l="l" t="t" r="r" b="b"/>
              <a:pathLst>
                <a:path w="1235" h="954" extrusionOk="0">
                  <a:moveTo>
                    <a:pt x="408" y="1"/>
                  </a:moveTo>
                  <a:cubicBezTo>
                    <a:pt x="305" y="1"/>
                    <a:pt x="205" y="19"/>
                    <a:pt x="110" y="70"/>
                  </a:cubicBezTo>
                  <a:cubicBezTo>
                    <a:pt x="21" y="120"/>
                    <a:pt x="1" y="216"/>
                    <a:pt x="14" y="310"/>
                  </a:cubicBezTo>
                  <a:cubicBezTo>
                    <a:pt x="41" y="519"/>
                    <a:pt x="227" y="685"/>
                    <a:pt x="383" y="819"/>
                  </a:cubicBezTo>
                  <a:cubicBezTo>
                    <a:pt x="477" y="895"/>
                    <a:pt x="588" y="953"/>
                    <a:pt x="708" y="953"/>
                  </a:cubicBezTo>
                  <a:cubicBezTo>
                    <a:pt x="745" y="953"/>
                    <a:pt x="784" y="948"/>
                    <a:pt x="822" y="935"/>
                  </a:cubicBezTo>
                  <a:cubicBezTo>
                    <a:pt x="932" y="905"/>
                    <a:pt x="1029" y="832"/>
                    <a:pt x="1092" y="732"/>
                  </a:cubicBezTo>
                  <a:cubicBezTo>
                    <a:pt x="1235" y="489"/>
                    <a:pt x="1112" y="140"/>
                    <a:pt x="826" y="67"/>
                  </a:cubicBezTo>
                  <a:lnTo>
                    <a:pt x="826" y="70"/>
                  </a:lnTo>
                  <a:cubicBezTo>
                    <a:pt x="691" y="35"/>
                    <a:pt x="548" y="1"/>
                    <a:pt x="408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7044850" y="1960425"/>
              <a:ext cx="26450" cy="35750"/>
            </a:xfrm>
            <a:custGeom>
              <a:avLst/>
              <a:gdLst/>
              <a:ahLst/>
              <a:cxnLst/>
              <a:rect l="l" t="t" r="r" b="b"/>
              <a:pathLst>
                <a:path w="1058" h="1430" extrusionOk="0">
                  <a:moveTo>
                    <a:pt x="533" y="0"/>
                  </a:moveTo>
                  <a:cubicBezTo>
                    <a:pt x="434" y="0"/>
                    <a:pt x="335" y="58"/>
                    <a:pt x="300" y="172"/>
                  </a:cubicBezTo>
                  <a:cubicBezTo>
                    <a:pt x="230" y="398"/>
                    <a:pt x="160" y="625"/>
                    <a:pt x="90" y="848"/>
                  </a:cubicBezTo>
                  <a:cubicBezTo>
                    <a:pt x="0" y="1134"/>
                    <a:pt x="237" y="1426"/>
                    <a:pt x="526" y="1430"/>
                  </a:cubicBezTo>
                  <a:cubicBezTo>
                    <a:pt x="528" y="1430"/>
                    <a:pt x="529" y="1430"/>
                    <a:pt x="531" y="1430"/>
                  </a:cubicBezTo>
                  <a:cubicBezTo>
                    <a:pt x="818" y="1430"/>
                    <a:pt x="1058" y="1139"/>
                    <a:pt x="972" y="854"/>
                  </a:cubicBezTo>
                  <a:lnTo>
                    <a:pt x="969" y="854"/>
                  </a:lnTo>
                  <a:cubicBezTo>
                    <a:pt x="902" y="628"/>
                    <a:pt x="836" y="402"/>
                    <a:pt x="769" y="176"/>
                  </a:cubicBezTo>
                  <a:cubicBezTo>
                    <a:pt x="734" y="59"/>
                    <a:pt x="634" y="0"/>
                    <a:pt x="53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7091925" y="1939350"/>
              <a:ext cx="6175" cy="6025"/>
            </a:xfrm>
            <a:custGeom>
              <a:avLst/>
              <a:gdLst/>
              <a:ahLst/>
              <a:cxnLst/>
              <a:rect l="l" t="t" r="r" b="b"/>
              <a:pathLst>
                <a:path w="247" h="241" extrusionOk="0">
                  <a:moveTo>
                    <a:pt x="124" y="0"/>
                  </a:moveTo>
                  <a:cubicBezTo>
                    <a:pt x="62" y="0"/>
                    <a:pt x="0" y="40"/>
                    <a:pt x="0" y="120"/>
                  </a:cubicBezTo>
                  <a:cubicBezTo>
                    <a:pt x="0" y="200"/>
                    <a:pt x="61" y="240"/>
                    <a:pt x="122" y="240"/>
                  </a:cubicBezTo>
                  <a:cubicBezTo>
                    <a:pt x="183" y="240"/>
                    <a:pt x="245" y="200"/>
                    <a:pt x="247" y="120"/>
                  </a:cubicBezTo>
                  <a:cubicBezTo>
                    <a:pt x="247" y="40"/>
                    <a:pt x="185" y="0"/>
                    <a:pt x="12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83" name="Google Shape;1783;p8"/>
          <p:cNvSpPr txBox="1">
            <a:spLocks noGrp="1"/>
          </p:cNvSpPr>
          <p:nvPr>
            <p:ph type="title"/>
          </p:nvPr>
        </p:nvSpPr>
        <p:spPr>
          <a:xfrm>
            <a:off x="1850800" y="1742800"/>
            <a:ext cx="84904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6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784" name="Google Shape;1784;p8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1785" name="Google Shape;1785;p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" name="Google Shape;1823;p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" name="Google Shape;1859;p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" name="Google Shape;1860;p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" name="Google Shape;1880;p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21" name="Google Shape;1921;p8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1922" name="Google Shape;1922;p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" name="Google Shape;1980;p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" name="Google Shape;1981;p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" name="Google Shape;2011;p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" name="Google Shape;2012;p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" name="Google Shape;2013;p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" name="Google Shape;2014;p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" name="Google Shape;2015;p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" name="Google Shape;2016;p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" name="Google Shape;2017;p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" name="Google Shape;2018;p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" name="Google Shape;2019;p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" name="Google Shape;2020;p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" name="Google Shape;2021;p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" name="Google Shape;2022;p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" name="Google Shape;2026;p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" name="Google Shape;2027;p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" name="Google Shape;2029;p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" name="Google Shape;2030;p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" name="Google Shape;2031;p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" name="Google Shape;2035;p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" name="Google Shape;2036;p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" name="Google Shape;2037;p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" name="Google Shape;2038;p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" name="Google Shape;2039;p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" name="Google Shape;2040;p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" name="Google Shape;2041;p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" name="Google Shape;2044;p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" name="Google Shape;2045;p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" name="Google Shape;2046;p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" name="Google Shape;2047;p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" name="Google Shape;2048;p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" name="Google Shape;2054;p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" name="Google Shape;2055;p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" name="Google Shape;2056;p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780070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9" name="Google Shape;2059;p9"/>
          <p:cNvGrpSpPr/>
          <p:nvPr/>
        </p:nvGrpSpPr>
        <p:grpSpPr>
          <a:xfrm rot="-7213709" flipH="1">
            <a:off x="9012998" y="460601"/>
            <a:ext cx="2737799" cy="1640960"/>
            <a:chOff x="3911500" y="3122300"/>
            <a:chExt cx="597375" cy="358050"/>
          </a:xfrm>
        </p:grpSpPr>
        <p:sp>
          <p:nvSpPr>
            <p:cNvPr id="2060" name="Google Shape;2060;p9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9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9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9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9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9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9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9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9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9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9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" name="Google Shape;2071;p9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" name="Google Shape;2072;p9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" name="Google Shape;2073;p9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" name="Google Shape;2074;p9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" name="Google Shape;2075;p9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9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" name="Google Shape;2077;p9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" name="Google Shape;2078;p9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" name="Google Shape;2079;p9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" name="Google Shape;2080;p9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9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" name="Google Shape;2082;p9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" name="Google Shape;2083;p9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9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9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9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9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9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9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9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1" name="Google Shape;2091;p9"/>
          <p:cNvGrpSpPr/>
          <p:nvPr/>
        </p:nvGrpSpPr>
        <p:grpSpPr>
          <a:xfrm rot="7213709">
            <a:off x="436665" y="460601"/>
            <a:ext cx="2737799" cy="1640960"/>
            <a:chOff x="3911500" y="3122300"/>
            <a:chExt cx="597375" cy="358050"/>
          </a:xfrm>
        </p:grpSpPr>
        <p:sp>
          <p:nvSpPr>
            <p:cNvPr id="2092" name="Google Shape;2092;p9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9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9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9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9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9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9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9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9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9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9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9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9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9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9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9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9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9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9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9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9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9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9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9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9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9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9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9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9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9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9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23" name="Google Shape;2123;p9"/>
          <p:cNvSpPr txBox="1">
            <a:spLocks noGrp="1"/>
          </p:cNvSpPr>
          <p:nvPr>
            <p:ph type="title"/>
          </p:nvPr>
        </p:nvSpPr>
        <p:spPr>
          <a:xfrm>
            <a:off x="2706600" y="843733"/>
            <a:ext cx="67788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2124" name="Google Shape;2124;p9"/>
          <p:cNvSpPr txBox="1">
            <a:spLocks noGrp="1"/>
          </p:cNvSpPr>
          <p:nvPr>
            <p:ph type="subTitle" idx="1"/>
          </p:nvPr>
        </p:nvSpPr>
        <p:spPr>
          <a:xfrm>
            <a:off x="2706745" y="1966124"/>
            <a:ext cx="6778800" cy="1592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2125" name="Google Shape;2125;p9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2126" name="Google Shape;2126;p9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9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9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9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9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9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9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9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9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9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9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9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9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9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9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9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9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9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9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9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9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9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9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9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9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9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9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9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9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9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9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9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9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9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9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9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9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9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9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9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9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9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9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9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9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9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9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9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9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9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9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9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" name="Google Shape;2178;p9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" name="Google Shape;2179;p9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9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9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9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9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9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9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9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9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9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9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9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9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9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9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9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9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9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9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9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9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9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9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9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9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9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9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9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9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9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9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9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9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9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" name="Google Shape;2213;p9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" name="Google Shape;2214;p9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9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" name="Google Shape;2216;p9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" name="Google Shape;2217;p9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" name="Google Shape;2218;p9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" name="Google Shape;2219;p9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9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9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9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9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9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" name="Google Shape;2225;p9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" name="Google Shape;2226;p9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9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9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9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9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9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" name="Google Shape;2232;p9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" name="Google Shape;2233;p9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" name="Google Shape;2234;p9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9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" name="Google Shape;2236;p9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" name="Google Shape;2237;p9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9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9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9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9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9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9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9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9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9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9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9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9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9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9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9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9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9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" name="Google Shape;2255;p9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" name="Google Shape;2256;p9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" name="Google Shape;2257;p9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" name="Google Shape;2258;p9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" name="Google Shape;2259;p9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" name="Google Shape;2260;p9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" name="Google Shape;2261;p9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62" name="Google Shape;2262;p9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2263" name="Google Shape;2263;p9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" name="Google Shape;2264;p9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" name="Google Shape;2265;p9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" name="Google Shape;2266;p9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" name="Google Shape;2267;p9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" name="Google Shape;2268;p9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" name="Google Shape;2269;p9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" name="Google Shape;2270;p9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" name="Google Shape;2271;p9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" name="Google Shape;2272;p9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" name="Google Shape;2273;p9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" name="Google Shape;2274;p9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9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9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" name="Google Shape;2277;p9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" name="Google Shape;2278;p9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" name="Google Shape;2279;p9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" name="Google Shape;2280;p9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9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9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9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9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9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9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9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9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9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9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9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9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9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9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9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9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9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9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9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9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9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9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9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9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9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9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9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9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9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9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9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9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9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9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9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9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9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9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9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" name="Google Shape;2320;p9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" name="Google Shape;2321;p9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" name="Google Shape;2322;p9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9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9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9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9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9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" name="Google Shape;2328;p9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9" name="Google Shape;2329;p9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" name="Google Shape;2330;p9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" name="Google Shape;2331;p9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" name="Google Shape;2332;p9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9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" name="Google Shape;2334;p9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" name="Google Shape;2335;p9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" name="Google Shape;2336;p9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9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" name="Google Shape;2338;p9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" name="Google Shape;2339;p9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" name="Google Shape;2340;p9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" name="Google Shape;2341;p9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" name="Google Shape;2342;p9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" name="Google Shape;2343;p9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" name="Google Shape;2344;p9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" name="Google Shape;2345;p9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" name="Google Shape;2346;p9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" name="Google Shape;2347;p9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" name="Google Shape;2348;p9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" name="Google Shape;2349;p9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" name="Google Shape;2350;p9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" name="Google Shape;2351;p9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" name="Google Shape;2352;p9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" name="Google Shape;2353;p9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" name="Google Shape;2354;p9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" name="Google Shape;2355;p9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" name="Google Shape;2356;p9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" name="Google Shape;2357;p9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" name="Google Shape;2358;p9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" name="Google Shape;2359;p9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" name="Google Shape;2360;p9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" name="Google Shape;2361;p9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" name="Google Shape;2362;p9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" name="Google Shape;2363;p9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" name="Google Shape;2364;p9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" name="Google Shape;2365;p9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" name="Google Shape;2366;p9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" name="Google Shape;2367;p9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" name="Google Shape;2368;p9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" name="Google Shape;2369;p9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" name="Google Shape;2370;p9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" name="Google Shape;2371;p9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" name="Google Shape;2372;p9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" name="Google Shape;2373;p9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" name="Google Shape;2374;p9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" name="Google Shape;2375;p9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" name="Google Shape;2376;p9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" name="Google Shape;2377;p9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" name="Google Shape;2378;p9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" name="Google Shape;2379;p9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" name="Google Shape;2380;p9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9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9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" name="Google Shape;2383;p9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" name="Google Shape;2384;p9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" name="Google Shape;2385;p9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" name="Google Shape;2386;p9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" name="Google Shape;2387;p9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" name="Google Shape;2388;p9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" name="Google Shape;2389;p9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" name="Google Shape;2390;p9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" name="Google Shape;2391;p9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" name="Google Shape;2392;p9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" name="Google Shape;2393;p9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" name="Google Shape;2394;p9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" name="Google Shape;2395;p9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" name="Google Shape;2396;p9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9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9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818423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0" name="Google Shape;2400;p10"/>
          <p:cNvGrpSpPr/>
          <p:nvPr/>
        </p:nvGrpSpPr>
        <p:grpSpPr>
          <a:xfrm rot="-9930998">
            <a:off x="6865811" y="-1559062"/>
            <a:ext cx="3293215" cy="2619279"/>
            <a:chOff x="2173200" y="3006475"/>
            <a:chExt cx="883975" cy="703075"/>
          </a:xfrm>
        </p:grpSpPr>
        <p:sp>
          <p:nvSpPr>
            <p:cNvPr id="2401" name="Google Shape;2401;p10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10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10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10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05" name="Google Shape;2405;p10"/>
          <p:cNvSpPr txBox="1">
            <a:spLocks noGrp="1"/>
          </p:cNvSpPr>
          <p:nvPr>
            <p:ph type="title"/>
          </p:nvPr>
        </p:nvSpPr>
        <p:spPr>
          <a:xfrm>
            <a:off x="1582000" y="4618533"/>
            <a:ext cx="9028000" cy="152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406" name="Google Shape;2406;p10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2407" name="Google Shape;2407;p10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10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10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10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10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10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10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10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10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10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10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10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10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" name="Google Shape;2420;p10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" name="Google Shape;2421;p10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10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10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10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10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10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10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10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10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10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10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10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10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10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" name="Google Shape;2435;p10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" name="Google Shape;2436;p10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10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10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10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10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10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10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10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10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" name="Google Shape;2445;p10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" name="Google Shape;2446;p10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10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10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10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10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10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10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10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10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10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" name="Google Shape;2456;p10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10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10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10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10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10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10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10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10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" name="Google Shape;2465;p10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" name="Google Shape;2466;p10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" name="Google Shape;2467;p10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" name="Google Shape;2468;p10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" name="Google Shape;2469;p10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" name="Google Shape;2470;p10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" name="Google Shape;2471;p10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" name="Google Shape;2472;p10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" name="Google Shape;2473;p10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" name="Google Shape;2474;p10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" name="Google Shape;2475;p10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" name="Google Shape;2476;p10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" name="Google Shape;2477;p10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" name="Google Shape;2478;p10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" name="Google Shape;2479;p10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" name="Google Shape;2480;p10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" name="Google Shape;2481;p10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" name="Google Shape;2482;p10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" name="Google Shape;2483;p10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" name="Google Shape;2484;p10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10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10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10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10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10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10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10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10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10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" name="Google Shape;2494;p10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" name="Google Shape;2495;p10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" name="Google Shape;2496;p10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" name="Google Shape;2497;p10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" name="Google Shape;2498;p10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" name="Google Shape;2499;p10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" name="Google Shape;2500;p10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" name="Google Shape;2501;p10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" name="Google Shape;2502;p10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10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" name="Google Shape;2504;p10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" name="Google Shape;2505;p10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" name="Google Shape;2506;p10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" name="Google Shape;2507;p10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" name="Google Shape;2508;p10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" name="Google Shape;2509;p10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" name="Google Shape;2510;p10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" name="Google Shape;2511;p10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" name="Google Shape;2512;p10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" name="Google Shape;2513;p10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" name="Google Shape;2514;p10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" name="Google Shape;2515;p10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10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10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10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10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10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" name="Google Shape;2521;p10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" name="Google Shape;2522;p10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10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10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10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10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10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10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10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10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10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10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10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10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10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10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10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10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10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10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10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10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43" name="Google Shape;2543;p10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2544" name="Google Shape;2544;p10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10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10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10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10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10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10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10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10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10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10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10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10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10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10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10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10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10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10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10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10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10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10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10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10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10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10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10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10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10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10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10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10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10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10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10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10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10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10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10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10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10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10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10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10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10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10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10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10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10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10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10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10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10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10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10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10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10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10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10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10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10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10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10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10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10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10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10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10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10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10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10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10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10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10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10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10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10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10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10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10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10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10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10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10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10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10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10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10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10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10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10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10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10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10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10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10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10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10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10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10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10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10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10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10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10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10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10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10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10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10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10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10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10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10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10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10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10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10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10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10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10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10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10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10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10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10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10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10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10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10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10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10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10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10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10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096564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1" name="Google Shape;2681;p11"/>
          <p:cNvGrpSpPr/>
          <p:nvPr/>
        </p:nvGrpSpPr>
        <p:grpSpPr>
          <a:xfrm rot="-9995152" flipH="1">
            <a:off x="-181507" y="4565289"/>
            <a:ext cx="4586693" cy="4669833"/>
            <a:chOff x="6443636" y="-651126"/>
            <a:chExt cx="1857643" cy="1891315"/>
          </a:xfrm>
        </p:grpSpPr>
        <p:sp>
          <p:nvSpPr>
            <p:cNvPr id="2682" name="Google Shape;2682;p11"/>
            <p:cNvSpPr/>
            <p:nvPr/>
          </p:nvSpPr>
          <p:spPr>
            <a:xfrm rot="2918932">
              <a:off x="6614851" y="-276011"/>
              <a:ext cx="1515213" cy="1141085"/>
            </a:xfrm>
            <a:custGeom>
              <a:avLst/>
              <a:gdLst/>
              <a:ahLst/>
              <a:cxnLst/>
              <a:rect l="l" t="t" r="r" b="b"/>
              <a:pathLst>
                <a:path w="47393" h="35691" extrusionOk="0">
                  <a:moveTo>
                    <a:pt x="33712" y="1"/>
                  </a:moveTo>
                  <a:cubicBezTo>
                    <a:pt x="33522" y="1"/>
                    <a:pt x="33430" y="292"/>
                    <a:pt x="33639" y="350"/>
                  </a:cubicBezTo>
                  <a:cubicBezTo>
                    <a:pt x="36952" y="1305"/>
                    <a:pt x="40130" y="2815"/>
                    <a:pt x="42944" y="4805"/>
                  </a:cubicBezTo>
                  <a:cubicBezTo>
                    <a:pt x="44371" y="5816"/>
                    <a:pt x="46135" y="7060"/>
                    <a:pt x="46561" y="8870"/>
                  </a:cubicBezTo>
                  <a:cubicBezTo>
                    <a:pt x="46737" y="9612"/>
                    <a:pt x="46670" y="10447"/>
                    <a:pt x="46291" y="11119"/>
                  </a:cubicBezTo>
                  <a:cubicBezTo>
                    <a:pt x="45875" y="11854"/>
                    <a:pt x="45167" y="12150"/>
                    <a:pt x="44371" y="12300"/>
                  </a:cubicBezTo>
                  <a:cubicBezTo>
                    <a:pt x="43620" y="12447"/>
                    <a:pt x="42798" y="12516"/>
                    <a:pt x="42172" y="13009"/>
                  </a:cubicBezTo>
                  <a:cubicBezTo>
                    <a:pt x="41800" y="13302"/>
                    <a:pt x="41547" y="13724"/>
                    <a:pt x="41420" y="14180"/>
                  </a:cubicBezTo>
                  <a:cubicBezTo>
                    <a:pt x="41151" y="15158"/>
                    <a:pt x="41347" y="16219"/>
                    <a:pt x="41397" y="17214"/>
                  </a:cubicBezTo>
                  <a:cubicBezTo>
                    <a:pt x="41450" y="18272"/>
                    <a:pt x="41374" y="19523"/>
                    <a:pt x="40286" y="20048"/>
                  </a:cubicBezTo>
                  <a:cubicBezTo>
                    <a:pt x="39761" y="20301"/>
                    <a:pt x="39191" y="20334"/>
                    <a:pt x="38615" y="20334"/>
                  </a:cubicBezTo>
                  <a:cubicBezTo>
                    <a:pt x="38408" y="20334"/>
                    <a:pt x="38200" y="20330"/>
                    <a:pt x="37993" y="20330"/>
                  </a:cubicBezTo>
                  <a:cubicBezTo>
                    <a:pt x="37414" y="20330"/>
                    <a:pt x="36842" y="20363"/>
                    <a:pt x="36314" y="20617"/>
                  </a:cubicBezTo>
                  <a:cubicBezTo>
                    <a:pt x="35010" y="21239"/>
                    <a:pt x="34976" y="22846"/>
                    <a:pt x="35209" y="24081"/>
                  </a:cubicBezTo>
                  <a:cubicBezTo>
                    <a:pt x="35369" y="24942"/>
                    <a:pt x="35642" y="25834"/>
                    <a:pt x="35499" y="26719"/>
                  </a:cubicBezTo>
                  <a:cubicBezTo>
                    <a:pt x="35379" y="27461"/>
                    <a:pt x="34847" y="28279"/>
                    <a:pt x="34051" y="28392"/>
                  </a:cubicBezTo>
                  <a:cubicBezTo>
                    <a:pt x="33992" y="28401"/>
                    <a:pt x="33934" y="28404"/>
                    <a:pt x="33877" y="28404"/>
                  </a:cubicBezTo>
                  <a:cubicBezTo>
                    <a:pt x="33180" y="28404"/>
                    <a:pt x="32676" y="27810"/>
                    <a:pt x="32252" y="27318"/>
                  </a:cubicBezTo>
                  <a:cubicBezTo>
                    <a:pt x="31829" y="26832"/>
                    <a:pt x="31407" y="26343"/>
                    <a:pt x="30788" y="26110"/>
                  </a:cubicBezTo>
                  <a:cubicBezTo>
                    <a:pt x="30467" y="25990"/>
                    <a:pt x="30136" y="25935"/>
                    <a:pt x="29805" y="25935"/>
                  </a:cubicBezTo>
                  <a:cubicBezTo>
                    <a:pt x="28836" y="25935"/>
                    <a:pt x="27875" y="26409"/>
                    <a:pt x="27215" y="27111"/>
                  </a:cubicBezTo>
                  <a:cubicBezTo>
                    <a:pt x="26110" y="28286"/>
                    <a:pt x="25718" y="29903"/>
                    <a:pt x="25415" y="31436"/>
                  </a:cubicBezTo>
                  <a:cubicBezTo>
                    <a:pt x="25219" y="32440"/>
                    <a:pt x="24868" y="35515"/>
                    <a:pt x="23426" y="35515"/>
                  </a:cubicBezTo>
                  <a:cubicBezTo>
                    <a:pt x="23229" y="35515"/>
                    <a:pt x="23011" y="35458"/>
                    <a:pt x="22770" y="35329"/>
                  </a:cubicBezTo>
                  <a:cubicBezTo>
                    <a:pt x="22075" y="34956"/>
                    <a:pt x="21669" y="34201"/>
                    <a:pt x="21379" y="33502"/>
                  </a:cubicBezTo>
                  <a:cubicBezTo>
                    <a:pt x="21000" y="32591"/>
                    <a:pt x="20817" y="31609"/>
                    <a:pt x="20837" y="30625"/>
                  </a:cubicBezTo>
                  <a:cubicBezTo>
                    <a:pt x="20857" y="29773"/>
                    <a:pt x="21007" y="28915"/>
                    <a:pt x="20864" y="28066"/>
                  </a:cubicBezTo>
                  <a:cubicBezTo>
                    <a:pt x="20744" y="27388"/>
                    <a:pt x="20461" y="26749"/>
                    <a:pt x="20035" y="26207"/>
                  </a:cubicBezTo>
                  <a:cubicBezTo>
                    <a:pt x="19157" y="25062"/>
                    <a:pt x="17783" y="24340"/>
                    <a:pt x="16399" y="24011"/>
                  </a:cubicBezTo>
                  <a:cubicBezTo>
                    <a:pt x="15743" y="23855"/>
                    <a:pt x="15074" y="23792"/>
                    <a:pt x="14402" y="23792"/>
                  </a:cubicBezTo>
                  <a:cubicBezTo>
                    <a:pt x="13427" y="23792"/>
                    <a:pt x="12446" y="23924"/>
                    <a:pt x="11492" y="24094"/>
                  </a:cubicBezTo>
                  <a:cubicBezTo>
                    <a:pt x="9531" y="24442"/>
                    <a:pt x="7460" y="24985"/>
                    <a:pt x="5436" y="24985"/>
                  </a:cubicBezTo>
                  <a:cubicBezTo>
                    <a:pt x="4227" y="24985"/>
                    <a:pt x="3035" y="24792"/>
                    <a:pt x="1894" y="24247"/>
                  </a:cubicBezTo>
                  <a:cubicBezTo>
                    <a:pt x="1208" y="23918"/>
                    <a:pt x="606" y="23492"/>
                    <a:pt x="110" y="22913"/>
                  </a:cubicBezTo>
                  <a:cubicBezTo>
                    <a:pt x="99" y="22901"/>
                    <a:pt x="86" y="22897"/>
                    <a:pt x="74" y="22897"/>
                  </a:cubicBezTo>
                  <a:cubicBezTo>
                    <a:pt x="35" y="22897"/>
                    <a:pt x="0" y="22943"/>
                    <a:pt x="31" y="22983"/>
                  </a:cubicBezTo>
                  <a:lnTo>
                    <a:pt x="24" y="22983"/>
                  </a:lnTo>
                  <a:cubicBezTo>
                    <a:pt x="1404" y="24636"/>
                    <a:pt x="3438" y="25156"/>
                    <a:pt x="5498" y="25156"/>
                  </a:cubicBezTo>
                  <a:cubicBezTo>
                    <a:pt x="6477" y="25156"/>
                    <a:pt x="7462" y="25038"/>
                    <a:pt x="8384" y="24869"/>
                  </a:cubicBezTo>
                  <a:cubicBezTo>
                    <a:pt x="10345" y="24509"/>
                    <a:pt x="12432" y="23947"/>
                    <a:pt x="14446" y="23947"/>
                  </a:cubicBezTo>
                  <a:cubicBezTo>
                    <a:pt x="15947" y="23947"/>
                    <a:pt x="17409" y="24260"/>
                    <a:pt x="18748" y="25202"/>
                  </a:cubicBezTo>
                  <a:cubicBezTo>
                    <a:pt x="19403" y="25658"/>
                    <a:pt x="19969" y="26250"/>
                    <a:pt x="20328" y="26965"/>
                  </a:cubicBezTo>
                  <a:cubicBezTo>
                    <a:pt x="20754" y="27810"/>
                    <a:pt x="20780" y="28708"/>
                    <a:pt x="20717" y="29633"/>
                  </a:cubicBezTo>
                  <a:cubicBezTo>
                    <a:pt x="20594" y="31353"/>
                    <a:pt x="20734" y="33126"/>
                    <a:pt x="21732" y="34597"/>
                  </a:cubicBezTo>
                  <a:cubicBezTo>
                    <a:pt x="22055" y="35076"/>
                    <a:pt x="22520" y="35548"/>
                    <a:pt x="23113" y="35665"/>
                  </a:cubicBezTo>
                  <a:cubicBezTo>
                    <a:pt x="23199" y="35682"/>
                    <a:pt x="23285" y="35690"/>
                    <a:pt x="23368" y="35690"/>
                  </a:cubicBezTo>
                  <a:cubicBezTo>
                    <a:pt x="23959" y="35690"/>
                    <a:pt x="24447" y="35276"/>
                    <a:pt x="24736" y="34757"/>
                  </a:cubicBezTo>
                  <a:cubicBezTo>
                    <a:pt x="25152" y="34021"/>
                    <a:pt x="25308" y="33143"/>
                    <a:pt x="25468" y="32321"/>
                  </a:cubicBezTo>
                  <a:cubicBezTo>
                    <a:pt x="25648" y="31406"/>
                    <a:pt x="25794" y="30485"/>
                    <a:pt x="26077" y="29597"/>
                  </a:cubicBezTo>
                  <a:cubicBezTo>
                    <a:pt x="26579" y="28010"/>
                    <a:pt x="27611" y="26413"/>
                    <a:pt x="29387" y="26147"/>
                  </a:cubicBezTo>
                  <a:cubicBezTo>
                    <a:pt x="29530" y="26125"/>
                    <a:pt x="29672" y="26114"/>
                    <a:pt x="29812" y="26114"/>
                  </a:cubicBezTo>
                  <a:cubicBezTo>
                    <a:pt x="30487" y="26114"/>
                    <a:pt x="31120" y="26365"/>
                    <a:pt x="31613" y="26859"/>
                  </a:cubicBezTo>
                  <a:cubicBezTo>
                    <a:pt x="32079" y="27324"/>
                    <a:pt x="32425" y="27917"/>
                    <a:pt x="32964" y="28309"/>
                  </a:cubicBezTo>
                  <a:cubicBezTo>
                    <a:pt x="33266" y="28529"/>
                    <a:pt x="33575" y="28625"/>
                    <a:pt x="33872" y="28625"/>
                  </a:cubicBezTo>
                  <a:cubicBezTo>
                    <a:pt x="34748" y="28625"/>
                    <a:pt x="35519" y="27794"/>
                    <a:pt x="35715" y="26865"/>
                  </a:cubicBezTo>
                  <a:cubicBezTo>
                    <a:pt x="36061" y="25218"/>
                    <a:pt x="34910" y="23608"/>
                    <a:pt x="35412" y="21958"/>
                  </a:cubicBezTo>
                  <a:cubicBezTo>
                    <a:pt x="35944" y="20211"/>
                    <a:pt x="37884" y="20614"/>
                    <a:pt x="39288" y="20494"/>
                  </a:cubicBezTo>
                  <a:cubicBezTo>
                    <a:pt x="40426" y="20398"/>
                    <a:pt x="41311" y="19789"/>
                    <a:pt x="41540" y="18641"/>
                  </a:cubicBezTo>
                  <a:cubicBezTo>
                    <a:pt x="41753" y="17570"/>
                    <a:pt x="41497" y="16465"/>
                    <a:pt x="41504" y="15384"/>
                  </a:cubicBezTo>
                  <a:cubicBezTo>
                    <a:pt x="41507" y="14872"/>
                    <a:pt x="41554" y="14330"/>
                    <a:pt x="41790" y="13867"/>
                  </a:cubicBezTo>
                  <a:cubicBezTo>
                    <a:pt x="42136" y="13202"/>
                    <a:pt x="42814" y="12922"/>
                    <a:pt x="43520" y="12799"/>
                  </a:cubicBezTo>
                  <a:cubicBezTo>
                    <a:pt x="44322" y="12659"/>
                    <a:pt x="45190" y="12636"/>
                    <a:pt x="45885" y="12160"/>
                  </a:cubicBezTo>
                  <a:cubicBezTo>
                    <a:pt x="46454" y="11774"/>
                    <a:pt x="46827" y="11159"/>
                    <a:pt x="46990" y="10497"/>
                  </a:cubicBezTo>
                  <a:cubicBezTo>
                    <a:pt x="47392" y="8827"/>
                    <a:pt x="46531" y="7286"/>
                    <a:pt x="45363" y="6149"/>
                  </a:cubicBezTo>
                  <a:cubicBezTo>
                    <a:pt x="44092" y="4908"/>
                    <a:pt x="42558" y="3883"/>
                    <a:pt x="41031" y="2982"/>
                  </a:cubicBezTo>
                  <a:cubicBezTo>
                    <a:pt x="39517" y="2087"/>
                    <a:pt x="37917" y="1345"/>
                    <a:pt x="36257" y="759"/>
                  </a:cubicBezTo>
                  <a:cubicBezTo>
                    <a:pt x="35435" y="473"/>
                    <a:pt x="34604" y="220"/>
                    <a:pt x="33762" y="7"/>
                  </a:cubicBezTo>
                  <a:cubicBezTo>
                    <a:pt x="33745" y="3"/>
                    <a:pt x="33728" y="1"/>
                    <a:pt x="33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11"/>
            <p:cNvSpPr/>
            <p:nvPr/>
          </p:nvSpPr>
          <p:spPr>
            <a:xfrm rot="2918932">
              <a:off x="6900323" y="-129092"/>
              <a:ext cx="1014319" cy="735882"/>
            </a:xfrm>
            <a:custGeom>
              <a:avLst/>
              <a:gdLst/>
              <a:ahLst/>
              <a:cxnLst/>
              <a:rect l="l" t="t" r="r" b="b"/>
              <a:pathLst>
                <a:path w="31726" h="23017" extrusionOk="0">
                  <a:moveTo>
                    <a:pt x="23033" y="1"/>
                  </a:moveTo>
                  <a:cubicBezTo>
                    <a:pt x="22811" y="1"/>
                    <a:pt x="22756" y="369"/>
                    <a:pt x="22982" y="447"/>
                  </a:cubicBezTo>
                  <a:cubicBezTo>
                    <a:pt x="23458" y="617"/>
                    <a:pt x="23917" y="843"/>
                    <a:pt x="24343" y="1113"/>
                  </a:cubicBezTo>
                  <a:cubicBezTo>
                    <a:pt x="24769" y="1379"/>
                    <a:pt x="25211" y="1605"/>
                    <a:pt x="25614" y="1901"/>
                  </a:cubicBezTo>
                  <a:cubicBezTo>
                    <a:pt x="26422" y="2493"/>
                    <a:pt x="27207" y="3089"/>
                    <a:pt x="27893" y="3824"/>
                  </a:cubicBezTo>
                  <a:cubicBezTo>
                    <a:pt x="29130" y="5148"/>
                    <a:pt x="30168" y="6778"/>
                    <a:pt x="30514" y="8582"/>
                  </a:cubicBezTo>
                  <a:cubicBezTo>
                    <a:pt x="30664" y="9367"/>
                    <a:pt x="30714" y="10225"/>
                    <a:pt x="30514" y="11007"/>
                  </a:cubicBezTo>
                  <a:cubicBezTo>
                    <a:pt x="30404" y="11433"/>
                    <a:pt x="30245" y="11845"/>
                    <a:pt x="30005" y="12218"/>
                  </a:cubicBezTo>
                  <a:cubicBezTo>
                    <a:pt x="29696" y="12697"/>
                    <a:pt x="29203" y="13173"/>
                    <a:pt x="28638" y="13302"/>
                  </a:cubicBezTo>
                  <a:cubicBezTo>
                    <a:pt x="28185" y="13402"/>
                    <a:pt x="27743" y="13419"/>
                    <a:pt x="27307" y="13602"/>
                  </a:cubicBezTo>
                  <a:cubicBezTo>
                    <a:pt x="26928" y="13765"/>
                    <a:pt x="26582" y="13991"/>
                    <a:pt x="26279" y="14274"/>
                  </a:cubicBezTo>
                  <a:cubicBezTo>
                    <a:pt x="25694" y="14826"/>
                    <a:pt x="25281" y="15568"/>
                    <a:pt x="25178" y="16370"/>
                  </a:cubicBezTo>
                  <a:cubicBezTo>
                    <a:pt x="25071" y="17188"/>
                    <a:pt x="25464" y="18376"/>
                    <a:pt x="24765" y="19011"/>
                  </a:cubicBezTo>
                  <a:cubicBezTo>
                    <a:pt x="24526" y="19229"/>
                    <a:pt x="24211" y="19319"/>
                    <a:pt x="23893" y="19319"/>
                  </a:cubicBezTo>
                  <a:cubicBezTo>
                    <a:pt x="23716" y="19319"/>
                    <a:pt x="23537" y="19291"/>
                    <a:pt x="23371" y="19241"/>
                  </a:cubicBezTo>
                  <a:cubicBezTo>
                    <a:pt x="22849" y="19085"/>
                    <a:pt x="22570" y="18702"/>
                    <a:pt x="22194" y="18346"/>
                  </a:cubicBezTo>
                  <a:cubicBezTo>
                    <a:pt x="21856" y="18027"/>
                    <a:pt x="21453" y="17906"/>
                    <a:pt x="21036" y="17906"/>
                  </a:cubicBezTo>
                  <a:cubicBezTo>
                    <a:pt x="20637" y="17906"/>
                    <a:pt x="20224" y="18017"/>
                    <a:pt x="19842" y="18170"/>
                  </a:cubicBezTo>
                  <a:cubicBezTo>
                    <a:pt x="19003" y="18509"/>
                    <a:pt x="18198" y="19061"/>
                    <a:pt x="17742" y="19863"/>
                  </a:cubicBezTo>
                  <a:cubicBezTo>
                    <a:pt x="17479" y="20329"/>
                    <a:pt x="17413" y="20811"/>
                    <a:pt x="17277" y="21317"/>
                  </a:cubicBezTo>
                  <a:cubicBezTo>
                    <a:pt x="17217" y="21540"/>
                    <a:pt x="17153" y="21776"/>
                    <a:pt x="17007" y="21962"/>
                  </a:cubicBezTo>
                  <a:cubicBezTo>
                    <a:pt x="16901" y="22095"/>
                    <a:pt x="16658" y="22285"/>
                    <a:pt x="16488" y="22325"/>
                  </a:cubicBezTo>
                  <a:cubicBezTo>
                    <a:pt x="16462" y="22331"/>
                    <a:pt x="16437" y="22334"/>
                    <a:pt x="16412" y="22334"/>
                  </a:cubicBezTo>
                  <a:cubicBezTo>
                    <a:pt x="16045" y="22334"/>
                    <a:pt x="15775" y="21681"/>
                    <a:pt x="15713" y="21413"/>
                  </a:cubicBezTo>
                  <a:cubicBezTo>
                    <a:pt x="15590" y="20884"/>
                    <a:pt x="15603" y="20312"/>
                    <a:pt x="15580" y="19773"/>
                  </a:cubicBezTo>
                  <a:cubicBezTo>
                    <a:pt x="15537" y="18835"/>
                    <a:pt x="15453" y="17790"/>
                    <a:pt x="14781" y="17065"/>
                  </a:cubicBezTo>
                  <a:cubicBezTo>
                    <a:pt x="14166" y="16400"/>
                    <a:pt x="13228" y="16170"/>
                    <a:pt x="12356" y="16114"/>
                  </a:cubicBezTo>
                  <a:cubicBezTo>
                    <a:pt x="12202" y="16104"/>
                    <a:pt x="12048" y="16099"/>
                    <a:pt x="11895" y="16099"/>
                  </a:cubicBezTo>
                  <a:cubicBezTo>
                    <a:pt x="10119" y="16099"/>
                    <a:pt x="8417" y="16731"/>
                    <a:pt x="6680" y="17019"/>
                  </a:cubicBezTo>
                  <a:cubicBezTo>
                    <a:pt x="6184" y="17100"/>
                    <a:pt x="5680" y="17153"/>
                    <a:pt x="5177" y="17153"/>
                  </a:cubicBezTo>
                  <a:cubicBezTo>
                    <a:pt x="4658" y="17153"/>
                    <a:pt x="4141" y="17097"/>
                    <a:pt x="3636" y="16959"/>
                  </a:cubicBezTo>
                  <a:cubicBezTo>
                    <a:pt x="2658" y="16689"/>
                    <a:pt x="1770" y="16167"/>
                    <a:pt x="1055" y="15445"/>
                  </a:cubicBezTo>
                  <a:cubicBezTo>
                    <a:pt x="699" y="15082"/>
                    <a:pt x="393" y="14676"/>
                    <a:pt x="146" y="14237"/>
                  </a:cubicBezTo>
                  <a:cubicBezTo>
                    <a:pt x="132" y="14213"/>
                    <a:pt x="109" y="14202"/>
                    <a:pt x="87" y="14202"/>
                  </a:cubicBezTo>
                  <a:cubicBezTo>
                    <a:pt x="43" y="14202"/>
                    <a:pt x="0" y="14243"/>
                    <a:pt x="27" y="14294"/>
                  </a:cubicBezTo>
                  <a:lnTo>
                    <a:pt x="23" y="14294"/>
                  </a:lnTo>
                  <a:cubicBezTo>
                    <a:pt x="948" y="15977"/>
                    <a:pt x="2675" y="17142"/>
                    <a:pt x="4591" y="17335"/>
                  </a:cubicBezTo>
                  <a:cubicBezTo>
                    <a:pt x="4822" y="17358"/>
                    <a:pt x="5051" y="17368"/>
                    <a:pt x="5281" y="17368"/>
                  </a:cubicBezTo>
                  <a:cubicBezTo>
                    <a:pt x="7074" y="17368"/>
                    <a:pt x="8825" y="16728"/>
                    <a:pt x="10586" y="16460"/>
                  </a:cubicBezTo>
                  <a:cubicBezTo>
                    <a:pt x="11042" y="16390"/>
                    <a:pt x="11519" y="16340"/>
                    <a:pt x="11994" y="16340"/>
                  </a:cubicBezTo>
                  <a:cubicBezTo>
                    <a:pt x="12608" y="16340"/>
                    <a:pt x="13219" y="16423"/>
                    <a:pt x="13780" y="16656"/>
                  </a:cubicBezTo>
                  <a:cubicBezTo>
                    <a:pt x="15057" y="17185"/>
                    <a:pt x="15297" y="18449"/>
                    <a:pt x="15340" y="19697"/>
                  </a:cubicBezTo>
                  <a:cubicBezTo>
                    <a:pt x="15367" y="20575"/>
                    <a:pt x="15274" y="21676"/>
                    <a:pt x="15833" y="22425"/>
                  </a:cubicBezTo>
                  <a:cubicBezTo>
                    <a:pt x="16052" y="22724"/>
                    <a:pt x="16418" y="22960"/>
                    <a:pt x="16787" y="23010"/>
                  </a:cubicBezTo>
                  <a:cubicBezTo>
                    <a:pt x="16820" y="23015"/>
                    <a:pt x="16852" y="23017"/>
                    <a:pt x="16884" y="23017"/>
                  </a:cubicBezTo>
                  <a:cubicBezTo>
                    <a:pt x="17330" y="23017"/>
                    <a:pt x="17748" y="22599"/>
                    <a:pt x="17962" y="22242"/>
                  </a:cubicBezTo>
                  <a:cubicBezTo>
                    <a:pt x="18251" y="21753"/>
                    <a:pt x="18308" y="21170"/>
                    <a:pt x="18454" y="20632"/>
                  </a:cubicBezTo>
                  <a:cubicBezTo>
                    <a:pt x="18584" y="20166"/>
                    <a:pt x="18777" y="19727"/>
                    <a:pt x="19066" y="19337"/>
                  </a:cubicBezTo>
                  <a:cubicBezTo>
                    <a:pt x="19495" y="18764"/>
                    <a:pt x="20335" y="18207"/>
                    <a:pt x="21113" y="18207"/>
                  </a:cubicBezTo>
                  <a:cubicBezTo>
                    <a:pt x="21422" y="18207"/>
                    <a:pt x="21721" y="18295"/>
                    <a:pt x="21981" y="18506"/>
                  </a:cubicBezTo>
                  <a:cubicBezTo>
                    <a:pt x="22337" y="18795"/>
                    <a:pt x="22600" y="19168"/>
                    <a:pt x="23015" y="19381"/>
                  </a:cubicBezTo>
                  <a:cubicBezTo>
                    <a:pt x="23297" y="19525"/>
                    <a:pt x="23608" y="19599"/>
                    <a:pt x="23922" y="19599"/>
                  </a:cubicBezTo>
                  <a:cubicBezTo>
                    <a:pt x="24028" y="19599"/>
                    <a:pt x="24134" y="19590"/>
                    <a:pt x="24240" y="19574"/>
                  </a:cubicBezTo>
                  <a:cubicBezTo>
                    <a:pt x="25121" y="19421"/>
                    <a:pt x="25484" y="18642"/>
                    <a:pt x="25491" y="17817"/>
                  </a:cubicBezTo>
                  <a:cubicBezTo>
                    <a:pt x="25494" y="17358"/>
                    <a:pt x="25427" y="16902"/>
                    <a:pt x="25477" y="16443"/>
                  </a:cubicBezTo>
                  <a:cubicBezTo>
                    <a:pt x="25534" y="15961"/>
                    <a:pt x="25704" y="15498"/>
                    <a:pt x="25973" y="15092"/>
                  </a:cubicBezTo>
                  <a:cubicBezTo>
                    <a:pt x="26529" y="14234"/>
                    <a:pt x="27460" y="13688"/>
                    <a:pt x="28485" y="13622"/>
                  </a:cubicBezTo>
                  <a:cubicBezTo>
                    <a:pt x="29047" y="13585"/>
                    <a:pt x="29556" y="13539"/>
                    <a:pt x="30025" y="13203"/>
                  </a:cubicBezTo>
                  <a:cubicBezTo>
                    <a:pt x="30438" y="12903"/>
                    <a:pt x="30774" y="12487"/>
                    <a:pt x="31030" y="12048"/>
                  </a:cubicBezTo>
                  <a:cubicBezTo>
                    <a:pt x="31476" y="11276"/>
                    <a:pt x="31725" y="10338"/>
                    <a:pt x="31695" y="9443"/>
                  </a:cubicBezTo>
                  <a:cubicBezTo>
                    <a:pt x="31619" y="7487"/>
                    <a:pt x="30767" y="5664"/>
                    <a:pt x="29599" y="4124"/>
                  </a:cubicBezTo>
                  <a:cubicBezTo>
                    <a:pt x="28352" y="2483"/>
                    <a:pt x="26595" y="880"/>
                    <a:pt x="24556" y="334"/>
                  </a:cubicBezTo>
                  <a:cubicBezTo>
                    <a:pt x="24070" y="204"/>
                    <a:pt x="23571" y="101"/>
                    <a:pt x="23075" y="5"/>
                  </a:cubicBezTo>
                  <a:cubicBezTo>
                    <a:pt x="23061" y="2"/>
                    <a:pt x="23047" y="1"/>
                    <a:pt x="23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11"/>
            <p:cNvSpPr/>
            <p:nvPr/>
          </p:nvSpPr>
          <p:spPr>
            <a:xfrm rot="2918932">
              <a:off x="7163812" y="82452"/>
              <a:ext cx="567362" cy="322846"/>
            </a:xfrm>
            <a:custGeom>
              <a:avLst/>
              <a:gdLst/>
              <a:ahLst/>
              <a:cxnLst/>
              <a:rect l="l" t="t" r="r" b="b"/>
              <a:pathLst>
                <a:path w="17746" h="10098" extrusionOk="0">
                  <a:moveTo>
                    <a:pt x="12843" y="1"/>
                  </a:moveTo>
                  <a:cubicBezTo>
                    <a:pt x="12753" y="1"/>
                    <a:pt x="12669" y="119"/>
                    <a:pt x="12748" y="193"/>
                  </a:cubicBezTo>
                  <a:cubicBezTo>
                    <a:pt x="14059" y="1401"/>
                    <a:pt x="16518" y="2089"/>
                    <a:pt x="16810" y="4109"/>
                  </a:cubicBezTo>
                  <a:cubicBezTo>
                    <a:pt x="16933" y="4954"/>
                    <a:pt x="16458" y="5656"/>
                    <a:pt x="15736" y="6052"/>
                  </a:cubicBezTo>
                  <a:cubicBezTo>
                    <a:pt x="15370" y="6251"/>
                    <a:pt x="14977" y="6401"/>
                    <a:pt x="14571" y="6497"/>
                  </a:cubicBezTo>
                  <a:cubicBezTo>
                    <a:pt x="14119" y="6607"/>
                    <a:pt x="13627" y="6610"/>
                    <a:pt x="13221" y="6863"/>
                  </a:cubicBezTo>
                  <a:cubicBezTo>
                    <a:pt x="12485" y="7316"/>
                    <a:pt x="12642" y="8271"/>
                    <a:pt x="12316" y="8959"/>
                  </a:cubicBezTo>
                  <a:cubicBezTo>
                    <a:pt x="12093" y="9433"/>
                    <a:pt x="11637" y="9809"/>
                    <a:pt x="11104" y="9809"/>
                  </a:cubicBezTo>
                  <a:cubicBezTo>
                    <a:pt x="11071" y="9809"/>
                    <a:pt x="11038" y="9807"/>
                    <a:pt x="11005" y="9804"/>
                  </a:cubicBezTo>
                  <a:cubicBezTo>
                    <a:pt x="10373" y="9751"/>
                    <a:pt x="10137" y="9252"/>
                    <a:pt x="9960" y="8716"/>
                  </a:cubicBezTo>
                  <a:cubicBezTo>
                    <a:pt x="9721" y="7988"/>
                    <a:pt x="9245" y="7549"/>
                    <a:pt x="8457" y="7542"/>
                  </a:cubicBezTo>
                  <a:cubicBezTo>
                    <a:pt x="8449" y="7542"/>
                    <a:pt x="8441" y="7542"/>
                    <a:pt x="8433" y="7542"/>
                  </a:cubicBezTo>
                  <a:cubicBezTo>
                    <a:pt x="7644" y="7542"/>
                    <a:pt x="6919" y="7867"/>
                    <a:pt x="6171" y="8074"/>
                  </a:cubicBezTo>
                  <a:cubicBezTo>
                    <a:pt x="5546" y="8249"/>
                    <a:pt x="4874" y="8349"/>
                    <a:pt x="4206" y="8349"/>
                  </a:cubicBezTo>
                  <a:cubicBezTo>
                    <a:pt x="2535" y="8349"/>
                    <a:pt x="891" y="7727"/>
                    <a:pt x="93" y="6111"/>
                  </a:cubicBezTo>
                  <a:cubicBezTo>
                    <a:pt x="84" y="6096"/>
                    <a:pt x="70" y="6089"/>
                    <a:pt x="56" y="6089"/>
                  </a:cubicBezTo>
                  <a:cubicBezTo>
                    <a:pt x="28" y="6089"/>
                    <a:pt x="1" y="6116"/>
                    <a:pt x="16" y="6151"/>
                  </a:cubicBezTo>
                  <a:lnTo>
                    <a:pt x="16" y="6148"/>
                  </a:lnTo>
                  <a:cubicBezTo>
                    <a:pt x="783" y="7832"/>
                    <a:pt x="2575" y="8577"/>
                    <a:pt x="4332" y="8577"/>
                  </a:cubicBezTo>
                  <a:cubicBezTo>
                    <a:pt x="4512" y="8577"/>
                    <a:pt x="4692" y="8569"/>
                    <a:pt x="4870" y="8553"/>
                  </a:cubicBezTo>
                  <a:cubicBezTo>
                    <a:pt x="5878" y="8464"/>
                    <a:pt x="6790" y="8074"/>
                    <a:pt x="7771" y="7881"/>
                  </a:cubicBezTo>
                  <a:cubicBezTo>
                    <a:pt x="7980" y="7840"/>
                    <a:pt x="8204" y="7807"/>
                    <a:pt x="8425" y="7807"/>
                  </a:cubicBezTo>
                  <a:cubicBezTo>
                    <a:pt x="8654" y="7807"/>
                    <a:pt x="8881" y="7843"/>
                    <a:pt x="9085" y="7945"/>
                  </a:cubicBezTo>
                  <a:cubicBezTo>
                    <a:pt x="9614" y="8207"/>
                    <a:pt x="9658" y="8803"/>
                    <a:pt x="9874" y="9289"/>
                  </a:cubicBezTo>
                  <a:cubicBezTo>
                    <a:pt x="10114" y="9818"/>
                    <a:pt x="10635" y="10098"/>
                    <a:pt x="11171" y="10098"/>
                  </a:cubicBezTo>
                  <a:cubicBezTo>
                    <a:pt x="11454" y="10098"/>
                    <a:pt x="11741" y="10020"/>
                    <a:pt x="11993" y="9861"/>
                  </a:cubicBezTo>
                  <a:cubicBezTo>
                    <a:pt x="12362" y="9618"/>
                    <a:pt x="12645" y="9262"/>
                    <a:pt x="12792" y="8843"/>
                  </a:cubicBezTo>
                  <a:cubicBezTo>
                    <a:pt x="12935" y="8444"/>
                    <a:pt x="12911" y="7851"/>
                    <a:pt x="13234" y="7542"/>
                  </a:cubicBezTo>
                  <a:cubicBezTo>
                    <a:pt x="13444" y="7342"/>
                    <a:pt x="13750" y="7379"/>
                    <a:pt x="14016" y="7366"/>
                  </a:cubicBezTo>
                  <a:cubicBezTo>
                    <a:pt x="14269" y="7356"/>
                    <a:pt x="14518" y="7332"/>
                    <a:pt x="14764" y="7296"/>
                  </a:cubicBezTo>
                  <a:cubicBezTo>
                    <a:pt x="15237" y="7223"/>
                    <a:pt x="15696" y="7080"/>
                    <a:pt x="16122" y="6867"/>
                  </a:cubicBezTo>
                  <a:cubicBezTo>
                    <a:pt x="16953" y="6444"/>
                    <a:pt x="17625" y="5689"/>
                    <a:pt x="17682" y="4721"/>
                  </a:cubicBezTo>
                  <a:cubicBezTo>
                    <a:pt x="17745" y="3633"/>
                    <a:pt x="17017" y="2628"/>
                    <a:pt x="16202" y="1989"/>
                  </a:cubicBezTo>
                  <a:cubicBezTo>
                    <a:pt x="15187" y="1194"/>
                    <a:pt x="13943" y="775"/>
                    <a:pt x="12901" y="20"/>
                  </a:cubicBezTo>
                  <a:cubicBezTo>
                    <a:pt x="12883" y="7"/>
                    <a:pt x="12863" y="1"/>
                    <a:pt x="12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5" name="Google Shape;2685;p11"/>
          <p:cNvGrpSpPr/>
          <p:nvPr/>
        </p:nvGrpSpPr>
        <p:grpSpPr>
          <a:xfrm rot="-804848">
            <a:off x="3983027" y="-1901845"/>
            <a:ext cx="4586693" cy="4669833"/>
            <a:chOff x="6443636" y="-651126"/>
            <a:chExt cx="1857643" cy="1891315"/>
          </a:xfrm>
        </p:grpSpPr>
        <p:sp>
          <p:nvSpPr>
            <p:cNvPr id="2686" name="Google Shape;2686;p11"/>
            <p:cNvSpPr/>
            <p:nvPr/>
          </p:nvSpPr>
          <p:spPr>
            <a:xfrm rot="2918932">
              <a:off x="6614851" y="-276011"/>
              <a:ext cx="1515213" cy="1141085"/>
            </a:xfrm>
            <a:custGeom>
              <a:avLst/>
              <a:gdLst/>
              <a:ahLst/>
              <a:cxnLst/>
              <a:rect l="l" t="t" r="r" b="b"/>
              <a:pathLst>
                <a:path w="47393" h="35691" extrusionOk="0">
                  <a:moveTo>
                    <a:pt x="33712" y="1"/>
                  </a:moveTo>
                  <a:cubicBezTo>
                    <a:pt x="33522" y="1"/>
                    <a:pt x="33430" y="292"/>
                    <a:pt x="33639" y="350"/>
                  </a:cubicBezTo>
                  <a:cubicBezTo>
                    <a:pt x="36952" y="1305"/>
                    <a:pt x="40130" y="2815"/>
                    <a:pt x="42944" y="4805"/>
                  </a:cubicBezTo>
                  <a:cubicBezTo>
                    <a:pt x="44371" y="5816"/>
                    <a:pt x="46135" y="7060"/>
                    <a:pt x="46561" y="8870"/>
                  </a:cubicBezTo>
                  <a:cubicBezTo>
                    <a:pt x="46737" y="9612"/>
                    <a:pt x="46670" y="10447"/>
                    <a:pt x="46291" y="11119"/>
                  </a:cubicBezTo>
                  <a:cubicBezTo>
                    <a:pt x="45875" y="11854"/>
                    <a:pt x="45167" y="12150"/>
                    <a:pt x="44371" y="12300"/>
                  </a:cubicBezTo>
                  <a:cubicBezTo>
                    <a:pt x="43620" y="12447"/>
                    <a:pt x="42798" y="12516"/>
                    <a:pt x="42172" y="13009"/>
                  </a:cubicBezTo>
                  <a:cubicBezTo>
                    <a:pt x="41800" y="13302"/>
                    <a:pt x="41547" y="13724"/>
                    <a:pt x="41420" y="14180"/>
                  </a:cubicBezTo>
                  <a:cubicBezTo>
                    <a:pt x="41151" y="15158"/>
                    <a:pt x="41347" y="16219"/>
                    <a:pt x="41397" y="17214"/>
                  </a:cubicBezTo>
                  <a:cubicBezTo>
                    <a:pt x="41450" y="18272"/>
                    <a:pt x="41374" y="19523"/>
                    <a:pt x="40286" y="20048"/>
                  </a:cubicBezTo>
                  <a:cubicBezTo>
                    <a:pt x="39761" y="20301"/>
                    <a:pt x="39191" y="20334"/>
                    <a:pt x="38615" y="20334"/>
                  </a:cubicBezTo>
                  <a:cubicBezTo>
                    <a:pt x="38408" y="20334"/>
                    <a:pt x="38200" y="20330"/>
                    <a:pt x="37993" y="20330"/>
                  </a:cubicBezTo>
                  <a:cubicBezTo>
                    <a:pt x="37414" y="20330"/>
                    <a:pt x="36842" y="20363"/>
                    <a:pt x="36314" y="20617"/>
                  </a:cubicBezTo>
                  <a:cubicBezTo>
                    <a:pt x="35010" y="21239"/>
                    <a:pt x="34976" y="22846"/>
                    <a:pt x="35209" y="24081"/>
                  </a:cubicBezTo>
                  <a:cubicBezTo>
                    <a:pt x="35369" y="24942"/>
                    <a:pt x="35642" y="25834"/>
                    <a:pt x="35499" y="26719"/>
                  </a:cubicBezTo>
                  <a:cubicBezTo>
                    <a:pt x="35379" y="27461"/>
                    <a:pt x="34847" y="28279"/>
                    <a:pt x="34051" y="28392"/>
                  </a:cubicBezTo>
                  <a:cubicBezTo>
                    <a:pt x="33992" y="28401"/>
                    <a:pt x="33934" y="28404"/>
                    <a:pt x="33877" y="28404"/>
                  </a:cubicBezTo>
                  <a:cubicBezTo>
                    <a:pt x="33180" y="28404"/>
                    <a:pt x="32676" y="27810"/>
                    <a:pt x="32252" y="27318"/>
                  </a:cubicBezTo>
                  <a:cubicBezTo>
                    <a:pt x="31829" y="26832"/>
                    <a:pt x="31407" y="26343"/>
                    <a:pt x="30788" y="26110"/>
                  </a:cubicBezTo>
                  <a:cubicBezTo>
                    <a:pt x="30467" y="25990"/>
                    <a:pt x="30136" y="25935"/>
                    <a:pt x="29805" y="25935"/>
                  </a:cubicBezTo>
                  <a:cubicBezTo>
                    <a:pt x="28836" y="25935"/>
                    <a:pt x="27875" y="26409"/>
                    <a:pt x="27215" y="27111"/>
                  </a:cubicBezTo>
                  <a:cubicBezTo>
                    <a:pt x="26110" y="28286"/>
                    <a:pt x="25718" y="29903"/>
                    <a:pt x="25415" y="31436"/>
                  </a:cubicBezTo>
                  <a:cubicBezTo>
                    <a:pt x="25219" y="32440"/>
                    <a:pt x="24868" y="35515"/>
                    <a:pt x="23426" y="35515"/>
                  </a:cubicBezTo>
                  <a:cubicBezTo>
                    <a:pt x="23229" y="35515"/>
                    <a:pt x="23011" y="35458"/>
                    <a:pt x="22770" y="35329"/>
                  </a:cubicBezTo>
                  <a:cubicBezTo>
                    <a:pt x="22075" y="34956"/>
                    <a:pt x="21669" y="34201"/>
                    <a:pt x="21379" y="33502"/>
                  </a:cubicBezTo>
                  <a:cubicBezTo>
                    <a:pt x="21000" y="32591"/>
                    <a:pt x="20817" y="31609"/>
                    <a:pt x="20837" y="30625"/>
                  </a:cubicBezTo>
                  <a:cubicBezTo>
                    <a:pt x="20857" y="29773"/>
                    <a:pt x="21007" y="28915"/>
                    <a:pt x="20864" y="28066"/>
                  </a:cubicBezTo>
                  <a:cubicBezTo>
                    <a:pt x="20744" y="27388"/>
                    <a:pt x="20461" y="26749"/>
                    <a:pt x="20035" y="26207"/>
                  </a:cubicBezTo>
                  <a:cubicBezTo>
                    <a:pt x="19157" y="25062"/>
                    <a:pt x="17783" y="24340"/>
                    <a:pt x="16399" y="24011"/>
                  </a:cubicBezTo>
                  <a:cubicBezTo>
                    <a:pt x="15743" y="23855"/>
                    <a:pt x="15074" y="23792"/>
                    <a:pt x="14402" y="23792"/>
                  </a:cubicBezTo>
                  <a:cubicBezTo>
                    <a:pt x="13427" y="23792"/>
                    <a:pt x="12446" y="23924"/>
                    <a:pt x="11492" y="24094"/>
                  </a:cubicBezTo>
                  <a:cubicBezTo>
                    <a:pt x="9531" y="24442"/>
                    <a:pt x="7460" y="24985"/>
                    <a:pt x="5436" y="24985"/>
                  </a:cubicBezTo>
                  <a:cubicBezTo>
                    <a:pt x="4227" y="24985"/>
                    <a:pt x="3035" y="24792"/>
                    <a:pt x="1894" y="24247"/>
                  </a:cubicBezTo>
                  <a:cubicBezTo>
                    <a:pt x="1208" y="23918"/>
                    <a:pt x="606" y="23492"/>
                    <a:pt x="110" y="22913"/>
                  </a:cubicBezTo>
                  <a:cubicBezTo>
                    <a:pt x="99" y="22901"/>
                    <a:pt x="86" y="22897"/>
                    <a:pt x="74" y="22897"/>
                  </a:cubicBezTo>
                  <a:cubicBezTo>
                    <a:pt x="35" y="22897"/>
                    <a:pt x="0" y="22943"/>
                    <a:pt x="31" y="22983"/>
                  </a:cubicBezTo>
                  <a:lnTo>
                    <a:pt x="24" y="22983"/>
                  </a:lnTo>
                  <a:cubicBezTo>
                    <a:pt x="1404" y="24636"/>
                    <a:pt x="3438" y="25156"/>
                    <a:pt x="5498" y="25156"/>
                  </a:cubicBezTo>
                  <a:cubicBezTo>
                    <a:pt x="6477" y="25156"/>
                    <a:pt x="7462" y="25038"/>
                    <a:pt x="8384" y="24869"/>
                  </a:cubicBezTo>
                  <a:cubicBezTo>
                    <a:pt x="10345" y="24509"/>
                    <a:pt x="12432" y="23947"/>
                    <a:pt x="14446" y="23947"/>
                  </a:cubicBezTo>
                  <a:cubicBezTo>
                    <a:pt x="15947" y="23947"/>
                    <a:pt x="17409" y="24260"/>
                    <a:pt x="18748" y="25202"/>
                  </a:cubicBezTo>
                  <a:cubicBezTo>
                    <a:pt x="19403" y="25658"/>
                    <a:pt x="19969" y="26250"/>
                    <a:pt x="20328" y="26965"/>
                  </a:cubicBezTo>
                  <a:cubicBezTo>
                    <a:pt x="20754" y="27810"/>
                    <a:pt x="20780" y="28708"/>
                    <a:pt x="20717" y="29633"/>
                  </a:cubicBezTo>
                  <a:cubicBezTo>
                    <a:pt x="20594" y="31353"/>
                    <a:pt x="20734" y="33126"/>
                    <a:pt x="21732" y="34597"/>
                  </a:cubicBezTo>
                  <a:cubicBezTo>
                    <a:pt x="22055" y="35076"/>
                    <a:pt x="22520" y="35548"/>
                    <a:pt x="23113" y="35665"/>
                  </a:cubicBezTo>
                  <a:cubicBezTo>
                    <a:pt x="23199" y="35682"/>
                    <a:pt x="23285" y="35690"/>
                    <a:pt x="23368" y="35690"/>
                  </a:cubicBezTo>
                  <a:cubicBezTo>
                    <a:pt x="23959" y="35690"/>
                    <a:pt x="24447" y="35276"/>
                    <a:pt x="24736" y="34757"/>
                  </a:cubicBezTo>
                  <a:cubicBezTo>
                    <a:pt x="25152" y="34021"/>
                    <a:pt x="25308" y="33143"/>
                    <a:pt x="25468" y="32321"/>
                  </a:cubicBezTo>
                  <a:cubicBezTo>
                    <a:pt x="25648" y="31406"/>
                    <a:pt x="25794" y="30485"/>
                    <a:pt x="26077" y="29597"/>
                  </a:cubicBezTo>
                  <a:cubicBezTo>
                    <a:pt x="26579" y="28010"/>
                    <a:pt x="27611" y="26413"/>
                    <a:pt x="29387" y="26147"/>
                  </a:cubicBezTo>
                  <a:cubicBezTo>
                    <a:pt x="29530" y="26125"/>
                    <a:pt x="29672" y="26114"/>
                    <a:pt x="29812" y="26114"/>
                  </a:cubicBezTo>
                  <a:cubicBezTo>
                    <a:pt x="30487" y="26114"/>
                    <a:pt x="31120" y="26365"/>
                    <a:pt x="31613" y="26859"/>
                  </a:cubicBezTo>
                  <a:cubicBezTo>
                    <a:pt x="32079" y="27324"/>
                    <a:pt x="32425" y="27917"/>
                    <a:pt x="32964" y="28309"/>
                  </a:cubicBezTo>
                  <a:cubicBezTo>
                    <a:pt x="33266" y="28529"/>
                    <a:pt x="33575" y="28625"/>
                    <a:pt x="33872" y="28625"/>
                  </a:cubicBezTo>
                  <a:cubicBezTo>
                    <a:pt x="34748" y="28625"/>
                    <a:pt x="35519" y="27794"/>
                    <a:pt x="35715" y="26865"/>
                  </a:cubicBezTo>
                  <a:cubicBezTo>
                    <a:pt x="36061" y="25218"/>
                    <a:pt x="34910" y="23608"/>
                    <a:pt x="35412" y="21958"/>
                  </a:cubicBezTo>
                  <a:cubicBezTo>
                    <a:pt x="35944" y="20211"/>
                    <a:pt x="37884" y="20614"/>
                    <a:pt x="39288" y="20494"/>
                  </a:cubicBezTo>
                  <a:cubicBezTo>
                    <a:pt x="40426" y="20398"/>
                    <a:pt x="41311" y="19789"/>
                    <a:pt x="41540" y="18641"/>
                  </a:cubicBezTo>
                  <a:cubicBezTo>
                    <a:pt x="41753" y="17570"/>
                    <a:pt x="41497" y="16465"/>
                    <a:pt x="41504" y="15384"/>
                  </a:cubicBezTo>
                  <a:cubicBezTo>
                    <a:pt x="41507" y="14872"/>
                    <a:pt x="41554" y="14330"/>
                    <a:pt x="41790" y="13867"/>
                  </a:cubicBezTo>
                  <a:cubicBezTo>
                    <a:pt x="42136" y="13202"/>
                    <a:pt x="42814" y="12922"/>
                    <a:pt x="43520" y="12799"/>
                  </a:cubicBezTo>
                  <a:cubicBezTo>
                    <a:pt x="44322" y="12659"/>
                    <a:pt x="45190" y="12636"/>
                    <a:pt x="45885" y="12160"/>
                  </a:cubicBezTo>
                  <a:cubicBezTo>
                    <a:pt x="46454" y="11774"/>
                    <a:pt x="46827" y="11159"/>
                    <a:pt x="46990" y="10497"/>
                  </a:cubicBezTo>
                  <a:cubicBezTo>
                    <a:pt x="47392" y="8827"/>
                    <a:pt x="46531" y="7286"/>
                    <a:pt x="45363" y="6149"/>
                  </a:cubicBezTo>
                  <a:cubicBezTo>
                    <a:pt x="44092" y="4908"/>
                    <a:pt x="42558" y="3883"/>
                    <a:pt x="41031" y="2982"/>
                  </a:cubicBezTo>
                  <a:cubicBezTo>
                    <a:pt x="39517" y="2087"/>
                    <a:pt x="37917" y="1345"/>
                    <a:pt x="36257" y="759"/>
                  </a:cubicBezTo>
                  <a:cubicBezTo>
                    <a:pt x="35435" y="473"/>
                    <a:pt x="34604" y="220"/>
                    <a:pt x="33762" y="7"/>
                  </a:cubicBezTo>
                  <a:cubicBezTo>
                    <a:pt x="33745" y="3"/>
                    <a:pt x="33728" y="1"/>
                    <a:pt x="33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11"/>
            <p:cNvSpPr/>
            <p:nvPr/>
          </p:nvSpPr>
          <p:spPr>
            <a:xfrm rot="2918932">
              <a:off x="6900323" y="-129092"/>
              <a:ext cx="1014319" cy="735882"/>
            </a:xfrm>
            <a:custGeom>
              <a:avLst/>
              <a:gdLst/>
              <a:ahLst/>
              <a:cxnLst/>
              <a:rect l="l" t="t" r="r" b="b"/>
              <a:pathLst>
                <a:path w="31726" h="23017" extrusionOk="0">
                  <a:moveTo>
                    <a:pt x="23033" y="1"/>
                  </a:moveTo>
                  <a:cubicBezTo>
                    <a:pt x="22811" y="1"/>
                    <a:pt x="22756" y="369"/>
                    <a:pt x="22982" y="447"/>
                  </a:cubicBezTo>
                  <a:cubicBezTo>
                    <a:pt x="23458" y="617"/>
                    <a:pt x="23917" y="843"/>
                    <a:pt x="24343" y="1113"/>
                  </a:cubicBezTo>
                  <a:cubicBezTo>
                    <a:pt x="24769" y="1379"/>
                    <a:pt x="25211" y="1605"/>
                    <a:pt x="25614" y="1901"/>
                  </a:cubicBezTo>
                  <a:cubicBezTo>
                    <a:pt x="26422" y="2493"/>
                    <a:pt x="27207" y="3089"/>
                    <a:pt x="27893" y="3824"/>
                  </a:cubicBezTo>
                  <a:cubicBezTo>
                    <a:pt x="29130" y="5148"/>
                    <a:pt x="30168" y="6778"/>
                    <a:pt x="30514" y="8582"/>
                  </a:cubicBezTo>
                  <a:cubicBezTo>
                    <a:pt x="30664" y="9367"/>
                    <a:pt x="30714" y="10225"/>
                    <a:pt x="30514" y="11007"/>
                  </a:cubicBezTo>
                  <a:cubicBezTo>
                    <a:pt x="30404" y="11433"/>
                    <a:pt x="30245" y="11845"/>
                    <a:pt x="30005" y="12218"/>
                  </a:cubicBezTo>
                  <a:cubicBezTo>
                    <a:pt x="29696" y="12697"/>
                    <a:pt x="29203" y="13173"/>
                    <a:pt x="28638" y="13302"/>
                  </a:cubicBezTo>
                  <a:cubicBezTo>
                    <a:pt x="28185" y="13402"/>
                    <a:pt x="27743" y="13419"/>
                    <a:pt x="27307" y="13602"/>
                  </a:cubicBezTo>
                  <a:cubicBezTo>
                    <a:pt x="26928" y="13765"/>
                    <a:pt x="26582" y="13991"/>
                    <a:pt x="26279" y="14274"/>
                  </a:cubicBezTo>
                  <a:cubicBezTo>
                    <a:pt x="25694" y="14826"/>
                    <a:pt x="25281" y="15568"/>
                    <a:pt x="25178" y="16370"/>
                  </a:cubicBezTo>
                  <a:cubicBezTo>
                    <a:pt x="25071" y="17188"/>
                    <a:pt x="25464" y="18376"/>
                    <a:pt x="24765" y="19011"/>
                  </a:cubicBezTo>
                  <a:cubicBezTo>
                    <a:pt x="24526" y="19229"/>
                    <a:pt x="24211" y="19319"/>
                    <a:pt x="23893" y="19319"/>
                  </a:cubicBezTo>
                  <a:cubicBezTo>
                    <a:pt x="23716" y="19319"/>
                    <a:pt x="23537" y="19291"/>
                    <a:pt x="23371" y="19241"/>
                  </a:cubicBezTo>
                  <a:cubicBezTo>
                    <a:pt x="22849" y="19085"/>
                    <a:pt x="22570" y="18702"/>
                    <a:pt x="22194" y="18346"/>
                  </a:cubicBezTo>
                  <a:cubicBezTo>
                    <a:pt x="21856" y="18027"/>
                    <a:pt x="21453" y="17906"/>
                    <a:pt x="21036" y="17906"/>
                  </a:cubicBezTo>
                  <a:cubicBezTo>
                    <a:pt x="20637" y="17906"/>
                    <a:pt x="20224" y="18017"/>
                    <a:pt x="19842" y="18170"/>
                  </a:cubicBezTo>
                  <a:cubicBezTo>
                    <a:pt x="19003" y="18509"/>
                    <a:pt x="18198" y="19061"/>
                    <a:pt x="17742" y="19863"/>
                  </a:cubicBezTo>
                  <a:cubicBezTo>
                    <a:pt x="17479" y="20329"/>
                    <a:pt x="17413" y="20811"/>
                    <a:pt x="17277" y="21317"/>
                  </a:cubicBezTo>
                  <a:cubicBezTo>
                    <a:pt x="17217" y="21540"/>
                    <a:pt x="17153" y="21776"/>
                    <a:pt x="17007" y="21962"/>
                  </a:cubicBezTo>
                  <a:cubicBezTo>
                    <a:pt x="16901" y="22095"/>
                    <a:pt x="16658" y="22285"/>
                    <a:pt x="16488" y="22325"/>
                  </a:cubicBezTo>
                  <a:cubicBezTo>
                    <a:pt x="16462" y="22331"/>
                    <a:pt x="16437" y="22334"/>
                    <a:pt x="16412" y="22334"/>
                  </a:cubicBezTo>
                  <a:cubicBezTo>
                    <a:pt x="16045" y="22334"/>
                    <a:pt x="15775" y="21681"/>
                    <a:pt x="15713" y="21413"/>
                  </a:cubicBezTo>
                  <a:cubicBezTo>
                    <a:pt x="15590" y="20884"/>
                    <a:pt x="15603" y="20312"/>
                    <a:pt x="15580" y="19773"/>
                  </a:cubicBezTo>
                  <a:cubicBezTo>
                    <a:pt x="15537" y="18835"/>
                    <a:pt x="15453" y="17790"/>
                    <a:pt x="14781" y="17065"/>
                  </a:cubicBezTo>
                  <a:cubicBezTo>
                    <a:pt x="14166" y="16400"/>
                    <a:pt x="13228" y="16170"/>
                    <a:pt x="12356" y="16114"/>
                  </a:cubicBezTo>
                  <a:cubicBezTo>
                    <a:pt x="12202" y="16104"/>
                    <a:pt x="12048" y="16099"/>
                    <a:pt x="11895" y="16099"/>
                  </a:cubicBezTo>
                  <a:cubicBezTo>
                    <a:pt x="10119" y="16099"/>
                    <a:pt x="8417" y="16731"/>
                    <a:pt x="6680" y="17019"/>
                  </a:cubicBezTo>
                  <a:cubicBezTo>
                    <a:pt x="6184" y="17100"/>
                    <a:pt x="5680" y="17153"/>
                    <a:pt x="5177" y="17153"/>
                  </a:cubicBezTo>
                  <a:cubicBezTo>
                    <a:pt x="4658" y="17153"/>
                    <a:pt x="4141" y="17097"/>
                    <a:pt x="3636" y="16959"/>
                  </a:cubicBezTo>
                  <a:cubicBezTo>
                    <a:pt x="2658" y="16689"/>
                    <a:pt x="1770" y="16167"/>
                    <a:pt x="1055" y="15445"/>
                  </a:cubicBezTo>
                  <a:cubicBezTo>
                    <a:pt x="699" y="15082"/>
                    <a:pt x="393" y="14676"/>
                    <a:pt x="146" y="14237"/>
                  </a:cubicBezTo>
                  <a:cubicBezTo>
                    <a:pt x="132" y="14213"/>
                    <a:pt x="109" y="14202"/>
                    <a:pt x="87" y="14202"/>
                  </a:cubicBezTo>
                  <a:cubicBezTo>
                    <a:pt x="43" y="14202"/>
                    <a:pt x="0" y="14243"/>
                    <a:pt x="27" y="14294"/>
                  </a:cubicBezTo>
                  <a:lnTo>
                    <a:pt x="23" y="14294"/>
                  </a:lnTo>
                  <a:cubicBezTo>
                    <a:pt x="948" y="15977"/>
                    <a:pt x="2675" y="17142"/>
                    <a:pt x="4591" y="17335"/>
                  </a:cubicBezTo>
                  <a:cubicBezTo>
                    <a:pt x="4822" y="17358"/>
                    <a:pt x="5051" y="17368"/>
                    <a:pt x="5281" y="17368"/>
                  </a:cubicBezTo>
                  <a:cubicBezTo>
                    <a:pt x="7074" y="17368"/>
                    <a:pt x="8825" y="16728"/>
                    <a:pt x="10586" y="16460"/>
                  </a:cubicBezTo>
                  <a:cubicBezTo>
                    <a:pt x="11042" y="16390"/>
                    <a:pt x="11519" y="16340"/>
                    <a:pt x="11994" y="16340"/>
                  </a:cubicBezTo>
                  <a:cubicBezTo>
                    <a:pt x="12608" y="16340"/>
                    <a:pt x="13219" y="16423"/>
                    <a:pt x="13780" y="16656"/>
                  </a:cubicBezTo>
                  <a:cubicBezTo>
                    <a:pt x="15057" y="17185"/>
                    <a:pt x="15297" y="18449"/>
                    <a:pt x="15340" y="19697"/>
                  </a:cubicBezTo>
                  <a:cubicBezTo>
                    <a:pt x="15367" y="20575"/>
                    <a:pt x="15274" y="21676"/>
                    <a:pt x="15833" y="22425"/>
                  </a:cubicBezTo>
                  <a:cubicBezTo>
                    <a:pt x="16052" y="22724"/>
                    <a:pt x="16418" y="22960"/>
                    <a:pt x="16787" y="23010"/>
                  </a:cubicBezTo>
                  <a:cubicBezTo>
                    <a:pt x="16820" y="23015"/>
                    <a:pt x="16852" y="23017"/>
                    <a:pt x="16884" y="23017"/>
                  </a:cubicBezTo>
                  <a:cubicBezTo>
                    <a:pt x="17330" y="23017"/>
                    <a:pt x="17748" y="22599"/>
                    <a:pt x="17962" y="22242"/>
                  </a:cubicBezTo>
                  <a:cubicBezTo>
                    <a:pt x="18251" y="21753"/>
                    <a:pt x="18308" y="21170"/>
                    <a:pt x="18454" y="20632"/>
                  </a:cubicBezTo>
                  <a:cubicBezTo>
                    <a:pt x="18584" y="20166"/>
                    <a:pt x="18777" y="19727"/>
                    <a:pt x="19066" y="19337"/>
                  </a:cubicBezTo>
                  <a:cubicBezTo>
                    <a:pt x="19495" y="18764"/>
                    <a:pt x="20335" y="18207"/>
                    <a:pt x="21113" y="18207"/>
                  </a:cubicBezTo>
                  <a:cubicBezTo>
                    <a:pt x="21422" y="18207"/>
                    <a:pt x="21721" y="18295"/>
                    <a:pt x="21981" y="18506"/>
                  </a:cubicBezTo>
                  <a:cubicBezTo>
                    <a:pt x="22337" y="18795"/>
                    <a:pt x="22600" y="19168"/>
                    <a:pt x="23015" y="19381"/>
                  </a:cubicBezTo>
                  <a:cubicBezTo>
                    <a:pt x="23297" y="19525"/>
                    <a:pt x="23608" y="19599"/>
                    <a:pt x="23922" y="19599"/>
                  </a:cubicBezTo>
                  <a:cubicBezTo>
                    <a:pt x="24028" y="19599"/>
                    <a:pt x="24134" y="19590"/>
                    <a:pt x="24240" y="19574"/>
                  </a:cubicBezTo>
                  <a:cubicBezTo>
                    <a:pt x="25121" y="19421"/>
                    <a:pt x="25484" y="18642"/>
                    <a:pt x="25491" y="17817"/>
                  </a:cubicBezTo>
                  <a:cubicBezTo>
                    <a:pt x="25494" y="17358"/>
                    <a:pt x="25427" y="16902"/>
                    <a:pt x="25477" y="16443"/>
                  </a:cubicBezTo>
                  <a:cubicBezTo>
                    <a:pt x="25534" y="15961"/>
                    <a:pt x="25704" y="15498"/>
                    <a:pt x="25973" y="15092"/>
                  </a:cubicBezTo>
                  <a:cubicBezTo>
                    <a:pt x="26529" y="14234"/>
                    <a:pt x="27460" y="13688"/>
                    <a:pt x="28485" y="13622"/>
                  </a:cubicBezTo>
                  <a:cubicBezTo>
                    <a:pt x="29047" y="13585"/>
                    <a:pt x="29556" y="13539"/>
                    <a:pt x="30025" y="13203"/>
                  </a:cubicBezTo>
                  <a:cubicBezTo>
                    <a:pt x="30438" y="12903"/>
                    <a:pt x="30774" y="12487"/>
                    <a:pt x="31030" y="12048"/>
                  </a:cubicBezTo>
                  <a:cubicBezTo>
                    <a:pt x="31476" y="11276"/>
                    <a:pt x="31725" y="10338"/>
                    <a:pt x="31695" y="9443"/>
                  </a:cubicBezTo>
                  <a:cubicBezTo>
                    <a:pt x="31619" y="7487"/>
                    <a:pt x="30767" y="5664"/>
                    <a:pt x="29599" y="4124"/>
                  </a:cubicBezTo>
                  <a:cubicBezTo>
                    <a:pt x="28352" y="2483"/>
                    <a:pt x="26595" y="880"/>
                    <a:pt x="24556" y="334"/>
                  </a:cubicBezTo>
                  <a:cubicBezTo>
                    <a:pt x="24070" y="204"/>
                    <a:pt x="23571" y="101"/>
                    <a:pt x="23075" y="5"/>
                  </a:cubicBezTo>
                  <a:cubicBezTo>
                    <a:pt x="23061" y="2"/>
                    <a:pt x="23047" y="1"/>
                    <a:pt x="23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11"/>
            <p:cNvSpPr/>
            <p:nvPr/>
          </p:nvSpPr>
          <p:spPr>
            <a:xfrm rot="2918932">
              <a:off x="7163812" y="82452"/>
              <a:ext cx="567362" cy="322846"/>
            </a:xfrm>
            <a:custGeom>
              <a:avLst/>
              <a:gdLst/>
              <a:ahLst/>
              <a:cxnLst/>
              <a:rect l="l" t="t" r="r" b="b"/>
              <a:pathLst>
                <a:path w="17746" h="10098" extrusionOk="0">
                  <a:moveTo>
                    <a:pt x="12843" y="1"/>
                  </a:moveTo>
                  <a:cubicBezTo>
                    <a:pt x="12753" y="1"/>
                    <a:pt x="12669" y="119"/>
                    <a:pt x="12748" y="193"/>
                  </a:cubicBezTo>
                  <a:cubicBezTo>
                    <a:pt x="14059" y="1401"/>
                    <a:pt x="16518" y="2089"/>
                    <a:pt x="16810" y="4109"/>
                  </a:cubicBezTo>
                  <a:cubicBezTo>
                    <a:pt x="16933" y="4954"/>
                    <a:pt x="16458" y="5656"/>
                    <a:pt x="15736" y="6052"/>
                  </a:cubicBezTo>
                  <a:cubicBezTo>
                    <a:pt x="15370" y="6251"/>
                    <a:pt x="14977" y="6401"/>
                    <a:pt x="14571" y="6497"/>
                  </a:cubicBezTo>
                  <a:cubicBezTo>
                    <a:pt x="14119" y="6607"/>
                    <a:pt x="13627" y="6610"/>
                    <a:pt x="13221" y="6863"/>
                  </a:cubicBezTo>
                  <a:cubicBezTo>
                    <a:pt x="12485" y="7316"/>
                    <a:pt x="12642" y="8271"/>
                    <a:pt x="12316" y="8959"/>
                  </a:cubicBezTo>
                  <a:cubicBezTo>
                    <a:pt x="12093" y="9433"/>
                    <a:pt x="11637" y="9809"/>
                    <a:pt x="11104" y="9809"/>
                  </a:cubicBezTo>
                  <a:cubicBezTo>
                    <a:pt x="11071" y="9809"/>
                    <a:pt x="11038" y="9807"/>
                    <a:pt x="11005" y="9804"/>
                  </a:cubicBezTo>
                  <a:cubicBezTo>
                    <a:pt x="10373" y="9751"/>
                    <a:pt x="10137" y="9252"/>
                    <a:pt x="9960" y="8716"/>
                  </a:cubicBezTo>
                  <a:cubicBezTo>
                    <a:pt x="9721" y="7988"/>
                    <a:pt x="9245" y="7549"/>
                    <a:pt x="8457" y="7542"/>
                  </a:cubicBezTo>
                  <a:cubicBezTo>
                    <a:pt x="8449" y="7542"/>
                    <a:pt x="8441" y="7542"/>
                    <a:pt x="8433" y="7542"/>
                  </a:cubicBezTo>
                  <a:cubicBezTo>
                    <a:pt x="7644" y="7542"/>
                    <a:pt x="6919" y="7867"/>
                    <a:pt x="6171" y="8074"/>
                  </a:cubicBezTo>
                  <a:cubicBezTo>
                    <a:pt x="5546" y="8249"/>
                    <a:pt x="4874" y="8349"/>
                    <a:pt x="4206" y="8349"/>
                  </a:cubicBezTo>
                  <a:cubicBezTo>
                    <a:pt x="2535" y="8349"/>
                    <a:pt x="891" y="7727"/>
                    <a:pt x="93" y="6111"/>
                  </a:cubicBezTo>
                  <a:cubicBezTo>
                    <a:pt x="84" y="6096"/>
                    <a:pt x="70" y="6089"/>
                    <a:pt x="56" y="6089"/>
                  </a:cubicBezTo>
                  <a:cubicBezTo>
                    <a:pt x="28" y="6089"/>
                    <a:pt x="1" y="6116"/>
                    <a:pt x="16" y="6151"/>
                  </a:cubicBezTo>
                  <a:lnTo>
                    <a:pt x="16" y="6148"/>
                  </a:lnTo>
                  <a:cubicBezTo>
                    <a:pt x="783" y="7832"/>
                    <a:pt x="2575" y="8577"/>
                    <a:pt x="4332" y="8577"/>
                  </a:cubicBezTo>
                  <a:cubicBezTo>
                    <a:pt x="4512" y="8577"/>
                    <a:pt x="4692" y="8569"/>
                    <a:pt x="4870" y="8553"/>
                  </a:cubicBezTo>
                  <a:cubicBezTo>
                    <a:pt x="5878" y="8464"/>
                    <a:pt x="6790" y="8074"/>
                    <a:pt x="7771" y="7881"/>
                  </a:cubicBezTo>
                  <a:cubicBezTo>
                    <a:pt x="7980" y="7840"/>
                    <a:pt x="8204" y="7807"/>
                    <a:pt x="8425" y="7807"/>
                  </a:cubicBezTo>
                  <a:cubicBezTo>
                    <a:pt x="8654" y="7807"/>
                    <a:pt x="8881" y="7843"/>
                    <a:pt x="9085" y="7945"/>
                  </a:cubicBezTo>
                  <a:cubicBezTo>
                    <a:pt x="9614" y="8207"/>
                    <a:pt x="9658" y="8803"/>
                    <a:pt x="9874" y="9289"/>
                  </a:cubicBezTo>
                  <a:cubicBezTo>
                    <a:pt x="10114" y="9818"/>
                    <a:pt x="10635" y="10098"/>
                    <a:pt x="11171" y="10098"/>
                  </a:cubicBezTo>
                  <a:cubicBezTo>
                    <a:pt x="11454" y="10098"/>
                    <a:pt x="11741" y="10020"/>
                    <a:pt x="11993" y="9861"/>
                  </a:cubicBezTo>
                  <a:cubicBezTo>
                    <a:pt x="12362" y="9618"/>
                    <a:pt x="12645" y="9262"/>
                    <a:pt x="12792" y="8843"/>
                  </a:cubicBezTo>
                  <a:cubicBezTo>
                    <a:pt x="12935" y="8444"/>
                    <a:pt x="12911" y="7851"/>
                    <a:pt x="13234" y="7542"/>
                  </a:cubicBezTo>
                  <a:cubicBezTo>
                    <a:pt x="13444" y="7342"/>
                    <a:pt x="13750" y="7379"/>
                    <a:pt x="14016" y="7366"/>
                  </a:cubicBezTo>
                  <a:cubicBezTo>
                    <a:pt x="14269" y="7356"/>
                    <a:pt x="14518" y="7332"/>
                    <a:pt x="14764" y="7296"/>
                  </a:cubicBezTo>
                  <a:cubicBezTo>
                    <a:pt x="15237" y="7223"/>
                    <a:pt x="15696" y="7080"/>
                    <a:pt x="16122" y="6867"/>
                  </a:cubicBezTo>
                  <a:cubicBezTo>
                    <a:pt x="16953" y="6444"/>
                    <a:pt x="17625" y="5689"/>
                    <a:pt x="17682" y="4721"/>
                  </a:cubicBezTo>
                  <a:cubicBezTo>
                    <a:pt x="17745" y="3633"/>
                    <a:pt x="17017" y="2628"/>
                    <a:pt x="16202" y="1989"/>
                  </a:cubicBezTo>
                  <a:cubicBezTo>
                    <a:pt x="15187" y="1194"/>
                    <a:pt x="13943" y="775"/>
                    <a:pt x="12901" y="20"/>
                  </a:cubicBezTo>
                  <a:cubicBezTo>
                    <a:pt x="12883" y="7"/>
                    <a:pt x="12863" y="1"/>
                    <a:pt x="12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689" name="Google Shape;2689;p11"/>
          <p:cNvSpPr txBox="1">
            <a:spLocks noGrp="1"/>
          </p:cNvSpPr>
          <p:nvPr>
            <p:ph type="title" hasCustomPrompt="1"/>
          </p:nvPr>
        </p:nvSpPr>
        <p:spPr>
          <a:xfrm>
            <a:off x="2635000" y="2236600"/>
            <a:ext cx="6922000" cy="164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690" name="Google Shape;2690;p11"/>
          <p:cNvSpPr txBox="1">
            <a:spLocks noGrp="1"/>
          </p:cNvSpPr>
          <p:nvPr>
            <p:ph type="subTitle" idx="1"/>
          </p:nvPr>
        </p:nvSpPr>
        <p:spPr>
          <a:xfrm>
            <a:off x="2635000" y="3987000"/>
            <a:ext cx="6922000" cy="6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2691" name="Google Shape;2691;p11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2692" name="Google Shape;2692;p11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11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11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11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11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11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11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11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11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11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11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11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11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11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11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11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11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11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11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11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11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11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11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11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11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11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11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11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11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11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11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11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11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11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11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11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11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11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11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11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11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11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11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11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11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11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11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11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11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11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11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11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11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11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11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11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11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11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11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11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11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11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11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11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11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11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11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11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11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11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11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11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11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11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11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11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11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11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11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11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11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11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11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11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11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11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11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11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11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11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11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11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11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11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11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11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11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11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11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11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11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11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11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11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11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11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11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11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11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11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11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11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11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11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11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11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11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11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11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11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11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11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11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11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11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11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11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11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11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11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11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11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11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11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11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11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8" name="Google Shape;2828;p11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2829" name="Google Shape;2829;p11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11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11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11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11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11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11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11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11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11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11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11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11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11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11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11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11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11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11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11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11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11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11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11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11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11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11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11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11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11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11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11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11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11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11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11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11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11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11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11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11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11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11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11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11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11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11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11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11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11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11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11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11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11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11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11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11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11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11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11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11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11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11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11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11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11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11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11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11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11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11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11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11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11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11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11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11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11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11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11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11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11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11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11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11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11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11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11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11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11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11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11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" name="Google Shape;2921;p11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" name="Google Shape;2922;p11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11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11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" name="Google Shape;2925;p11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" name="Google Shape;2926;p11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" name="Google Shape;2927;p11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" name="Google Shape;2928;p11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11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" name="Google Shape;2930;p11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" name="Google Shape;2931;p11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" name="Google Shape;2932;p11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" name="Google Shape;2933;p11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" name="Google Shape;2934;p11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" name="Google Shape;2935;p11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" name="Google Shape;2936;p11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" name="Google Shape;2937;p11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" name="Google Shape;2938;p11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" name="Google Shape;2939;p11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" name="Google Shape;2940;p11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" name="Google Shape;2941;p11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" name="Google Shape;2942;p11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" name="Google Shape;2943;p11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" name="Google Shape;2944;p11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" name="Google Shape;2945;p11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" name="Google Shape;2946;p11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" name="Google Shape;2947;p11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" name="Google Shape;2948;p11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" name="Google Shape;2949;p11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" name="Google Shape;2950;p11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" name="Google Shape;2951;p11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" name="Google Shape;2952;p11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" name="Google Shape;2953;p11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" name="Google Shape;2954;p11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" name="Google Shape;2955;p11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" name="Google Shape;2956;p11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" name="Google Shape;2957;p11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" name="Google Shape;2958;p11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" name="Google Shape;2959;p11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" name="Google Shape;2960;p11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" name="Google Shape;2961;p11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" name="Google Shape;2962;p11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11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11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255334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96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98898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7" name="Google Shape;2967;p13"/>
          <p:cNvGrpSpPr/>
          <p:nvPr/>
        </p:nvGrpSpPr>
        <p:grpSpPr>
          <a:xfrm rot="-5138900">
            <a:off x="9218392" y="-829667"/>
            <a:ext cx="1158707" cy="2256236"/>
            <a:chOff x="4928950" y="2923850"/>
            <a:chExt cx="434675" cy="846400"/>
          </a:xfrm>
        </p:grpSpPr>
        <p:sp>
          <p:nvSpPr>
            <p:cNvPr id="2968" name="Google Shape;2968;p13"/>
            <p:cNvSpPr/>
            <p:nvPr/>
          </p:nvSpPr>
          <p:spPr>
            <a:xfrm>
              <a:off x="5082575" y="2939475"/>
              <a:ext cx="264375" cy="819350"/>
            </a:xfrm>
            <a:custGeom>
              <a:avLst/>
              <a:gdLst/>
              <a:ahLst/>
              <a:cxnLst/>
              <a:rect l="l" t="t" r="r" b="b"/>
              <a:pathLst>
                <a:path w="10575" h="32774" extrusionOk="0">
                  <a:moveTo>
                    <a:pt x="9954" y="1"/>
                  </a:moveTo>
                  <a:cubicBezTo>
                    <a:pt x="9951" y="1"/>
                    <a:pt x="9948" y="1"/>
                    <a:pt x="9944" y="1"/>
                  </a:cubicBezTo>
                  <a:cubicBezTo>
                    <a:pt x="8514" y="134"/>
                    <a:pt x="7216" y="1379"/>
                    <a:pt x="6215" y="2317"/>
                  </a:cubicBezTo>
                  <a:cubicBezTo>
                    <a:pt x="5024" y="3431"/>
                    <a:pt x="3982" y="4689"/>
                    <a:pt x="3111" y="6066"/>
                  </a:cubicBezTo>
                  <a:cubicBezTo>
                    <a:pt x="1361" y="8838"/>
                    <a:pt x="306" y="12041"/>
                    <a:pt x="117" y="15315"/>
                  </a:cubicBezTo>
                  <a:cubicBezTo>
                    <a:pt x="0" y="17331"/>
                    <a:pt x="200" y="19354"/>
                    <a:pt x="552" y="21337"/>
                  </a:cubicBezTo>
                  <a:cubicBezTo>
                    <a:pt x="878" y="23170"/>
                    <a:pt x="1314" y="24926"/>
                    <a:pt x="2352" y="26497"/>
                  </a:cubicBezTo>
                  <a:cubicBezTo>
                    <a:pt x="4162" y="29235"/>
                    <a:pt x="6933" y="31949"/>
                    <a:pt x="10194" y="32765"/>
                  </a:cubicBezTo>
                  <a:cubicBezTo>
                    <a:pt x="10218" y="32771"/>
                    <a:pt x="10241" y="32773"/>
                    <a:pt x="10263" y="32773"/>
                  </a:cubicBezTo>
                  <a:cubicBezTo>
                    <a:pt x="10494" y="32773"/>
                    <a:pt x="10574" y="32458"/>
                    <a:pt x="10340" y="32342"/>
                  </a:cubicBezTo>
                  <a:cubicBezTo>
                    <a:pt x="7369" y="30862"/>
                    <a:pt x="4505" y="28742"/>
                    <a:pt x="2675" y="25924"/>
                  </a:cubicBezTo>
                  <a:cubicBezTo>
                    <a:pt x="1677" y="24387"/>
                    <a:pt x="1294" y="22624"/>
                    <a:pt x="992" y="20841"/>
                  </a:cubicBezTo>
                  <a:cubicBezTo>
                    <a:pt x="669" y="18965"/>
                    <a:pt x="502" y="17055"/>
                    <a:pt x="622" y="15152"/>
                  </a:cubicBezTo>
                  <a:cubicBezTo>
                    <a:pt x="822" y="12035"/>
                    <a:pt x="1870" y="8994"/>
                    <a:pt x="3557" y="6369"/>
                  </a:cubicBezTo>
                  <a:cubicBezTo>
                    <a:pt x="4348" y="5125"/>
                    <a:pt x="5283" y="3980"/>
                    <a:pt x="6341" y="2949"/>
                  </a:cubicBezTo>
                  <a:cubicBezTo>
                    <a:pt x="7386" y="1934"/>
                    <a:pt x="8657" y="757"/>
                    <a:pt x="10011" y="194"/>
                  </a:cubicBezTo>
                  <a:cubicBezTo>
                    <a:pt x="10124" y="146"/>
                    <a:pt x="10055" y="1"/>
                    <a:pt x="99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" name="Google Shape;2969;p13"/>
            <p:cNvSpPr/>
            <p:nvPr/>
          </p:nvSpPr>
          <p:spPr>
            <a:xfrm>
              <a:off x="5139625" y="2978525"/>
              <a:ext cx="201700" cy="684825"/>
            </a:xfrm>
            <a:custGeom>
              <a:avLst/>
              <a:gdLst/>
              <a:ahLst/>
              <a:cxnLst/>
              <a:rect l="l" t="t" r="r" b="b"/>
              <a:pathLst>
                <a:path w="8068" h="27393" extrusionOk="0">
                  <a:moveTo>
                    <a:pt x="7821" y="0"/>
                  </a:moveTo>
                  <a:cubicBezTo>
                    <a:pt x="7784" y="0"/>
                    <a:pt x="7746" y="13"/>
                    <a:pt x="7709" y="43"/>
                  </a:cubicBezTo>
                  <a:cubicBezTo>
                    <a:pt x="3567" y="3393"/>
                    <a:pt x="672" y="8427"/>
                    <a:pt x="320" y="13796"/>
                  </a:cubicBezTo>
                  <a:cubicBezTo>
                    <a:pt x="0" y="18624"/>
                    <a:pt x="2006" y="24765"/>
                    <a:pt x="6361" y="27357"/>
                  </a:cubicBezTo>
                  <a:cubicBezTo>
                    <a:pt x="6403" y="27382"/>
                    <a:pt x="6446" y="27393"/>
                    <a:pt x="6488" y="27393"/>
                  </a:cubicBezTo>
                  <a:cubicBezTo>
                    <a:pt x="6672" y="27393"/>
                    <a:pt x="6827" y="27175"/>
                    <a:pt x="6677" y="27004"/>
                  </a:cubicBezTo>
                  <a:cubicBezTo>
                    <a:pt x="5004" y="25118"/>
                    <a:pt x="3334" y="23314"/>
                    <a:pt x="2273" y="20989"/>
                  </a:cubicBezTo>
                  <a:cubicBezTo>
                    <a:pt x="1235" y="18713"/>
                    <a:pt x="829" y="16175"/>
                    <a:pt x="1018" y="13683"/>
                  </a:cubicBezTo>
                  <a:cubicBezTo>
                    <a:pt x="1414" y="8506"/>
                    <a:pt x="4229" y="3822"/>
                    <a:pt x="7938" y="306"/>
                  </a:cubicBezTo>
                  <a:cubicBezTo>
                    <a:pt x="8067" y="182"/>
                    <a:pt x="7959" y="0"/>
                    <a:pt x="7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" name="Google Shape;2970;p13"/>
            <p:cNvSpPr/>
            <p:nvPr/>
          </p:nvSpPr>
          <p:spPr>
            <a:xfrm>
              <a:off x="4928950" y="2923850"/>
              <a:ext cx="434675" cy="846400"/>
            </a:xfrm>
            <a:custGeom>
              <a:avLst/>
              <a:gdLst/>
              <a:ahLst/>
              <a:cxnLst/>
              <a:rect l="l" t="t" r="r" b="b"/>
              <a:pathLst>
                <a:path w="17387" h="33856" extrusionOk="0">
                  <a:moveTo>
                    <a:pt x="16328" y="0"/>
                  </a:moveTo>
                  <a:cubicBezTo>
                    <a:pt x="16299" y="0"/>
                    <a:pt x="16268" y="7"/>
                    <a:pt x="16236" y="24"/>
                  </a:cubicBezTo>
                  <a:cubicBezTo>
                    <a:pt x="12672" y="1847"/>
                    <a:pt x="9522" y="4326"/>
                    <a:pt x="6744" y="7200"/>
                  </a:cubicBezTo>
                  <a:cubicBezTo>
                    <a:pt x="4462" y="9559"/>
                    <a:pt x="2349" y="12360"/>
                    <a:pt x="1494" y="15581"/>
                  </a:cubicBezTo>
                  <a:cubicBezTo>
                    <a:pt x="672" y="18675"/>
                    <a:pt x="1368" y="21922"/>
                    <a:pt x="2845" y="24710"/>
                  </a:cubicBezTo>
                  <a:cubicBezTo>
                    <a:pt x="4232" y="27325"/>
                    <a:pt x="6195" y="29597"/>
                    <a:pt x="8690" y="31204"/>
                  </a:cubicBezTo>
                  <a:cubicBezTo>
                    <a:pt x="9918" y="31996"/>
                    <a:pt x="11239" y="32631"/>
                    <a:pt x="12626" y="33093"/>
                  </a:cubicBezTo>
                  <a:cubicBezTo>
                    <a:pt x="13602" y="33413"/>
                    <a:pt x="14869" y="33855"/>
                    <a:pt x="15989" y="33855"/>
                  </a:cubicBezTo>
                  <a:cubicBezTo>
                    <a:pt x="16267" y="33855"/>
                    <a:pt x="16535" y="33828"/>
                    <a:pt x="16788" y="33765"/>
                  </a:cubicBezTo>
                  <a:cubicBezTo>
                    <a:pt x="17317" y="33636"/>
                    <a:pt x="17387" y="32897"/>
                    <a:pt x="16864" y="32701"/>
                  </a:cubicBezTo>
                  <a:cubicBezTo>
                    <a:pt x="16142" y="32428"/>
                    <a:pt x="15381" y="32475"/>
                    <a:pt x="14625" y="32345"/>
                  </a:cubicBezTo>
                  <a:cubicBezTo>
                    <a:pt x="13887" y="32215"/>
                    <a:pt x="13158" y="32022"/>
                    <a:pt x="12453" y="31776"/>
                  </a:cubicBezTo>
                  <a:cubicBezTo>
                    <a:pt x="10969" y="31267"/>
                    <a:pt x="9568" y="30548"/>
                    <a:pt x="8294" y="29640"/>
                  </a:cubicBezTo>
                  <a:cubicBezTo>
                    <a:pt x="3314" y="26110"/>
                    <a:pt x="0" y="19836"/>
                    <a:pt x="2698" y="13857"/>
                  </a:cubicBezTo>
                  <a:cubicBezTo>
                    <a:pt x="4013" y="10940"/>
                    <a:pt x="6301" y="8498"/>
                    <a:pt x="8610" y="6335"/>
                  </a:cubicBezTo>
                  <a:cubicBezTo>
                    <a:pt x="10999" y="4100"/>
                    <a:pt x="13664" y="2150"/>
                    <a:pt x="16409" y="373"/>
                  </a:cubicBezTo>
                  <a:lnTo>
                    <a:pt x="16405" y="373"/>
                  </a:lnTo>
                  <a:cubicBezTo>
                    <a:pt x="16582" y="262"/>
                    <a:pt x="16497" y="0"/>
                    <a:pt x="16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971" name="Google Shape;2971;p13"/>
          <p:cNvSpPr txBox="1">
            <a:spLocks noGrp="1"/>
          </p:cNvSpPr>
          <p:nvPr>
            <p:ph type="title" hasCustomPrompt="1"/>
          </p:nvPr>
        </p:nvSpPr>
        <p:spPr>
          <a:xfrm>
            <a:off x="960000" y="1510355"/>
            <a:ext cx="1047600" cy="53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972" name="Google Shape;2972;p13"/>
          <p:cNvSpPr txBox="1">
            <a:spLocks noGrp="1"/>
          </p:cNvSpPr>
          <p:nvPr>
            <p:ph type="subTitle" idx="1"/>
          </p:nvPr>
        </p:nvSpPr>
        <p:spPr>
          <a:xfrm>
            <a:off x="960000" y="2972225"/>
            <a:ext cx="3156000" cy="6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73" name="Google Shape;2973;p13"/>
          <p:cNvSpPr txBox="1">
            <a:spLocks noGrp="1"/>
          </p:cNvSpPr>
          <p:nvPr>
            <p:ph type="title" idx="2" hasCustomPrompt="1"/>
          </p:nvPr>
        </p:nvSpPr>
        <p:spPr>
          <a:xfrm>
            <a:off x="4518000" y="1510355"/>
            <a:ext cx="1047600" cy="53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974" name="Google Shape;2974;p13"/>
          <p:cNvSpPr txBox="1">
            <a:spLocks noGrp="1"/>
          </p:cNvSpPr>
          <p:nvPr>
            <p:ph type="subTitle" idx="3"/>
          </p:nvPr>
        </p:nvSpPr>
        <p:spPr>
          <a:xfrm>
            <a:off x="4518000" y="2972256"/>
            <a:ext cx="3156000" cy="6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75" name="Google Shape;2975;p13"/>
          <p:cNvSpPr txBox="1">
            <a:spLocks noGrp="1"/>
          </p:cNvSpPr>
          <p:nvPr>
            <p:ph type="title" idx="4" hasCustomPrompt="1"/>
          </p:nvPr>
        </p:nvSpPr>
        <p:spPr>
          <a:xfrm>
            <a:off x="8082400" y="1510355"/>
            <a:ext cx="1047600" cy="53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976" name="Google Shape;2976;p13"/>
          <p:cNvSpPr txBox="1">
            <a:spLocks noGrp="1"/>
          </p:cNvSpPr>
          <p:nvPr>
            <p:ph type="subTitle" idx="5"/>
          </p:nvPr>
        </p:nvSpPr>
        <p:spPr>
          <a:xfrm>
            <a:off x="8082400" y="2972256"/>
            <a:ext cx="3149600" cy="6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77" name="Google Shape;2977;p13"/>
          <p:cNvSpPr txBox="1">
            <a:spLocks noGrp="1"/>
          </p:cNvSpPr>
          <p:nvPr>
            <p:ph type="title" idx="6" hasCustomPrompt="1"/>
          </p:nvPr>
        </p:nvSpPr>
        <p:spPr>
          <a:xfrm>
            <a:off x="960000" y="3932731"/>
            <a:ext cx="1047600" cy="53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978" name="Google Shape;2978;p13"/>
          <p:cNvSpPr txBox="1">
            <a:spLocks noGrp="1"/>
          </p:cNvSpPr>
          <p:nvPr>
            <p:ph type="subTitle" idx="7"/>
          </p:nvPr>
        </p:nvSpPr>
        <p:spPr>
          <a:xfrm>
            <a:off x="960000" y="5418224"/>
            <a:ext cx="3156000" cy="6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79" name="Google Shape;2979;p13"/>
          <p:cNvSpPr txBox="1">
            <a:spLocks noGrp="1"/>
          </p:cNvSpPr>
          <p:nvPr>
            <p:ph type="title" idx="8" hasCustomPrompt="1"/>
          </p:nvPr>
        </p:nvSpPr>
        <p:spPr>
          <a:xfrm>
            <a:off x="4518000" y="3932731"/>
            <a:ext cx="1047600" cy="53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980" name="Google Shape;2980;p13"/>
          <p:cNvSpPr txBox="1">
            <a:spLocks noGrp="1"/>
          </p:cNvSpPr>
          <p:nvPr>
            <p:ph type="subTitle" idx="9"/>
          </p:nvPr>
        </p:nvSpPr>
        <p:spPr>
          <a:xfrm>
            <a:off x="4518000" y="5418224"/>
            <a:ext cx="3156000" cy="6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81" name="Google Shape;2981;p13"/>
          <p:cNvSpPr txBox="1">
            <a:spLocks noGrp="1"/>
          </p:cNvSpPr>
          <p:nvPr>
            <p:ph type="title" idx="13" hasCustomPrompt="1"/>
          </p:nvPr>
        </p:nvSpPr>
        <p:spPr>
          <a:xfrm>
            <a:off x="8082400" y="3932731"/>
            <a:ext cx="1047600" cy="53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982" name="Google Shape;2982;p13"/>
          <p:cNvSpPr txBox="1">
            <a:spLocks noGrp="1"/>
          </p:cNvSpPr>
          <p:nvPr>
            <p:ph type="subTitle" idx="14"/>
          </p:nvPr>
        </p:nvSpPr>
        <p:spPr>
          <a:xfrm>
            <a:off x="8082400" y="5418224"/>
            <a:ext cx="3149600" cy="6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83" name="Google Shape;2983;p13"/>
          <p:cNvSpPr txBox="1">
            <a:spLocks noGrp="1"/>
          </p:cNvSpPr>
          <p:nvPr>
            <p:ph type="title" idx="15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2984" name="Google Shape;2984;p13"/>
          <p:cNvSpPr txBox="1">
            <a:spLocks noGrp="1"/>
          </p:cNvSpPr>
          <p:nvPr>
            <p:ph type="subTitle" idx="16"/>
          </p:nvPr>
        </p:nvSpPr>
        <p:spPr>
          <a:xfrm>
            <a:off x="960000" y="2113768"/>
            <a:ext cx="3156000" cy="82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85" name="Google Shape;2985;p13"/>
          <p:cNvSpPr txBox="1">
            <a:spLocks noGrp="1"/>
          </p:cNvSpPr>
          <p:nvPr>
            <p:ph type="subTitle" idx="17"/>
          </p:nvPr>
        </p:nvSpPr>
        <p:spPr>
          <a:xfrm>
            <a:off x="4518000" y="2113783"/>
            <a:ext cx="3156000" cy="82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86" name="Google Shape;2986;p13"/>
          <p:cNvSpPr txBox="1">
            <a:spLocks noGrp="1"/>
          </p:cNvSpPr>
          <p:nvPr>
            <p:ph type="subTitle" idx="18"/>
          </p:nvPr>
        </p:nvSpPr>
        <p:spPr>
          <a:xfrm>
            <a:off x="8082400" y="2113783"/>
            <a:ext cx="3149600" cy="82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87" name="Google Shape;2987;p13"/>
          <p:cNvSpPr txBox="1">
            <a:spLocks noGrp="1"/>
          </p:cNvSpPr>
          <p:nvPr>
            <p:ph type="subTitle" idx="19"/>
          </p:nvPr>
        </p:nvSpPr>
        <p:spPr>
          <a:xfrm>
            <a:off x="960000" y="4536135"/>
            <a:ext cx="3156000" cy="850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88" name="Google Shape;2988;p13"/>
          <p:cNvSpPr txBox="1">
            <a:spLocks noGrp="1"/>
          </p:cNvSpPr>
          <p:nvPr>
            <p:ph type="subTitle" idx="20"/>
          </p:nvPr>
        </p:nvSpPr>
        <p:spPr>
          <a:xfrm>
            <a:off x="4518000" y="4536135"/>
            <a:ext cx="3156000" cy="850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2989" name="Google Shape;2989;p13"/>
          <p:cNvSpPr txBox="1">
            <a:spLocks noGrp="1"/>
          </p:cNvSpPr>
          <p:nvPr>
            <p:ph type="subTitle" idx="21"/>
          </p:nvPr>
        </p:nvSpPr>
        <p:spPr>
          <a:xfrm>
            <a:off x="8082400" y="4536135"/>
            <a:ext cx="3149600" cy="850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2990" name="Google Shape;2990;p13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2991" name="Google Shape;2991;p1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1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1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1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1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1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1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1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1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1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" name="Google Shape;3001;p1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" name="Google Shape;3002;p1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" name="Google Shape;3003;p1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" name="Google Shape;3004;p1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" name="Google Shape;3005;p1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" name="Google Shape;3006;p1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" name="Google Shape;3007;p1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" name="Google Shape;3008;p1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" name="Google Shape;3009;p1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" name="Google Shape;3010;p1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" name="Google Shape;3011;p1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" name="Google Shape;3012;p1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1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1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" name="Google Shape;3015;p1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" name="Google Shape;3016;p1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" name="Google Shape;3017;p1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" name="Google Shape;3018;p1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" name="Google Shape;3019;p1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" name="Google Shape;3020;p1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" name="Google Shape;3021;p1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" name="Google Shape;3022;p1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" name="Google Shape;3023;p1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1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1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" name="Google Shape;3026;p1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" name="Google Shape;3027;p1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" name="Google Shape;3028;p1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" name="Google Shape;3029;p1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" name="Google Shape;3030;p1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" name="Google Shape;3031;p1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" name="Google Shape;3032;p1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" name="Google Shape;3033;p1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" name="Google Shape;3034;p1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" name="Google Shape;3035;p1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1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1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" name="Google Shape;3038;p1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1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" name="Google Shape;3040;p1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" name="Google Shape;3041;p1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" name="Google Shape;3042;p1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" name="Google Shape;3043;p1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" name="Google Shape;3044;p1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1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" name="Google Shape;3046;p1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" name="Google Shape;3047;p1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1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1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1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1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1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1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1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1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1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" name="Google Shape;3057;p1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" name="Google Shape;3058;p1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" name="Google Shape;3059;p1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" name="Google Shape;3060;p1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" name="Google Shape;3061;p1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1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3" name="Google Shape;3063;p1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" name="Google Shape;3064;p1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1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" name="Google Shape;3066;p1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" name="Google Shape;3067;p1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" name="Google Shape;3068;p1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1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" name="Google Shape;3070;p1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" name="Google Shape;3071;p1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" name="Google Shape;3072;p1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" name="Google Shape;3073;p1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1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1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" name="Google Shape;3076;p1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" name="Google Shape;3077;p1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1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1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" name="Google Shape;3080;p1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" name="Google Shape;3081;p1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" name="Google Shape;3082;p1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" name="Google Shape;3083;p1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" name="Google Shape;3084;p1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" name="Google Shape;3085;p1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" name="Google Shape;3086;p1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" name="Google Shape;3087;p1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" name="Google Shape;3088;p1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" name="Google Shape;3089;p1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" name="Google Shape;3090;p1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" name="Google Shape;3091;p1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" name="Google Shape;3092;p1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" name="Google Shape;3093;p1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" name="Google Shape;3094;p1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" name="Google Shape;3095;p1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" name="Google Shape;3096;p1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" name="Google Shape;3097;p1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" name="Google Shape;3098;p1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" name="Google Shape;3099;p1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" name="Google Shape;3100;p1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" name="Google Shape;3101;p1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" name="Google Shape;3102;p1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" name="Google Shape;3103;p1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" name="Google Shape;3104;p1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" name="Google Shape;3105;p1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" name="Google Shape;3106;p1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" name="Google Shape;3107;p1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" name="Google Shape;3108;p1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" name="Google Shape;3109;p1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" name="Google Shape;3110;p1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" name="Google Shape;3111;p1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" name="Google Shape;3112;p1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" name="Google Shape;3113;p1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" name="Google Shape;3114;p1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" name="Google Shape;3115;p1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" name="Google Shape;3116;p1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" name="Google Shape;3117;p1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" name="Google Shape;3118;p1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" name="Google Shape;3119;p1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" name="Google Shape;3120;p1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" name="Google Shape;3121;p1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" name="Google Shape;3122;p1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" name="Google Shape;3123;p1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1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1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1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27" name="Google Shape;3127;p13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3128" name="Google Shape;3128;p1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" name="Google Shape;3129;p1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" name="Google Shape;3130;p1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" name="Google Shape;3131;p1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" name="Google Shape;3132;p1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" name="Google Shape;3133;p1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" name="Google Shape;3134;p1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" name="Google Shape;3135;p1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" name="Google Shape;3136;p1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" name="Google Shape;3137;p1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" name="Google Shape;3138;p1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" name="Google Shape;3139;p1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" name="Google Shape;3140;p1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" name="Google Shape;3141;p1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" name="Google Shape;3142;p1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" name="Google Shape;3143;p1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1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1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1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1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1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1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" name="Google Shape;3150;p1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" name="Google Shape;3151;p1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1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" name="Google Shape;3153;p1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" name="Google Shape;3154;p1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1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" name="Google Shape;3156;p1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" name="Google Shape;3157;p1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1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1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1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" name="Google Shape;3161;p1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" name="Google Shape;3162;p1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" name="Google Shape;3163;p1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" name="Google Shape;3164;p1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" name="Google Shape;3165;p1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" name="Google Shape;3166;p1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" name="Google Shape;3167;p1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" name="Google Shape;3168;p1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" name="Google Shape;3169;p1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" name="Google Shape;3170;p1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" name="Google Shape;3171;p1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" name="Google Shape;3172;p1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" name="Google Shape;3173;p1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" name="Google Shape;3174;p1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" name="Google Shape;3175;p1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" name="Google Shape;3176;p1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" name="Google Shape;3177;p1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" name="Google Shape;3178;p1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" name="Google Shape;3179;p1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" name="Google Shape;3180;p1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" name="Google Shape;3181;p1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" name="Google Shape;3182;p1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" name="Google Shape;3183;p1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" name="Google Shape;3184;p1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" name="Google Shape;3185;p1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" name="Google Shape;3186;p1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1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1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" name="Google Shape;3189;p1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0" name="Google Shape;3190;p1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" name="Google Shape;3191;p1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" name="Google Shape;3192;p1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" name="Google Shape;3193;p1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" name="Google Shape;3194;p1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1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1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" name="Google Shape;3197;p1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" name="Google Shape;3198;p1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1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1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1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1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1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1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" name="Google Shape;3205;p1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" name="Google Shape;3206;p1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" name="Google Shape;3207;p1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" name="Google Shape;3208;p1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" name="Google Shape;3209;p1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" name="Google Shape;3210;p1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" name="Google Shape;3211;p1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" name="Google Shape;3212;p1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" name="Google Shape;3213;p1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" name="Google Shape;3214;p1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" name="Google Shape;3215;p1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1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1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1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1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1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1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1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1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1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1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1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1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1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1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" name="Google Shape;3230;p1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" name="Google Shape;3231;p1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1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1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1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1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1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1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1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1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1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1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1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1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1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1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" name="Google Shape;3246;p1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" name="Google Shape;3247;p1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" name="Google Shape;3248;p1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" name="Google Shape;3249;p1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" name="Google Shape;3250;p1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" name="Google Shape;3251;p1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" name="Google Shape;3252;p1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" name="Google Shape;3253;p1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" name="Google Shape;3254;p1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" name="Google Shape;3255;p1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" name="Google Shape;3256;p1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" name="Google Shape;3257;p1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" name="Google Shape;3258;p1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" name="Google Shape;3259;p1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" name="Google Shape;3260;p1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" name="Google Shape;3261;p1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" name="Google Shape;3262;p1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" name="Google Shape;3263;p1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93761712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65" name="Google Shape;3265;p14"/>
          <p:cNvGrpSpPr/>
          <p:nvPr/>
        </p:nvGrpSpPr>
        <p:grpSpPr>
          <a:xfrm rot="6707283">
            <a:off x="1298571" y="-1503469"/>
            <a:ext cx="2886491" cy="3877124"/>
            <a:chOff x="5504500" y="2070425"/>
            <a:chExt cx="849950" cy="1141650"/>
          </a:xfrm>
        </p:grpSpPr>
        <p:sp>
          <p:nvSpPr>
            <p:cNvPr id="3266" name="Google Shape;3266;p14"/>
            <p:cNvSpPr/>
            <p:nvPr/>
          </p:nvSpPr>
          <p:spPr>
            <a:xfrm>
              <a:off x="5549325" y="2190050"/>
              <a:ext cx="652275" cy="869300"/>
            </a:xfrm>
            <a:custGeom>
              <a:avLst/>
              <a:gdLst/>
              <a:ahLst/>
              <a:cxnLst/>
              <a:rect l="l" t="t" r="r" b="b"/>
              <a:pathLst>
                <a:path w="26091" h="34772" extrusionOk="0">
                  <a:moveTo>
                    <a:pt x="8787" y="697"/>
                  </a:moveTo>
                  <a:cubicBezTo>
                    <a:pt x="9233" y="697"/>
                    <a:pt x="9675" y="804"/>
                    <a:pt x="10078" y="1044"/>
                  </a:cubicBezTo>
                  <a:cubicBezTo>
                    <a:pt x="10909" y="1540"/>
                    <a:pt x="11478" y="2468"/>
                    <a:pt x="11771" y="3370"/>
                  </a:cubicBezTo>
                  <a:cubicBezTo>
                    <a:pt x="12230" y="4771"/>
                    <a:pt x="11990" y="6407"/>
                    <a:pt x="10939" y="7397"/>
                  </a:cubicBezTo>
                  <a:lnTo>
                    <a:pt x="10939" y="7397"/>
                  </a:lnTo>
                  <a:cubicBezTo>
                    <a:pt x="10608" y="7599"/>
                    <a:pt x="10285" y="7810"/>
                    <a:pt x="9968" y="8021"/>
                  </a:cubicBezTo>
                  <a:cubicBezTo>
                    <a:pt x="9731" y="8179"/>
                    <a:pt x="9870" y="8574"/>
                    <a:pt x="10122" y="8574"/>
                  </a:cubicBezTo>
                  <a:cubicBezTo>
                    <a:pt x="10156" y="8574"/>
                    <a:pt x="10193" y="8566"/>
                    <a:pt x="10231" y="8550"/>
                  </a:cubicBezTo>
                  <a:cubicBezTo>
                    <a:pt x="10617" y="8382"/>
                    <a:pt x="10964" y="8158"/>
                    <a:pt x="11268" y="7889"/>
                  </a:cubicBezTo>
                  <a:lnTo>
                    <a:pt x="11268" y="7889"/>
                  </a:lnTo>
                  <a:cubicBezTo>
                    <a:pt x="12213" y="7304"/>
                    <a:pt x="13219" y="6796"/>
                    <a:pt x="14326" y="6640"/>
                  </a:cubicBezTo>
                  <a:cubicBezTo>
                    <a:pt x="14551" y="6609"/>
                    <a:pt x="14778" y="6592"/>
                    <a:pt x="15006" y="6592"/>
                  </a:cubicBezTo>
                  <a:cubicBezTo>
                    <a:pt x="16051" y="6592"/>
                    <a:pt x="17092" y="6941"/>
                    <a:pt x="17770" y="7785"/>
                  </a:cubicBezTo>
                  <a:cubicBezTo>
                    <a:pt x="19529" y="9980"/>
                    <a:pt x="18282" y="12888"/>
                    <a:pt x="16742" y="14794"/>
                  </a:cubicBezTo>
                  <a:cubicBezTo>
                    <a:pt x="15717" y="16059"/>
                    <a:pt x="14522" y="17180"/>
                    <a:pt x="13192" y="18121"/>
                  </a:cubicBezTo>
                  <a:cubicBezTo>
                    <a:pt x="12947" y="18299"/>
                    <a:pt x="13111" y="18625"/>
                    <a:pt x="13354" y="18625"/>
                  </a:cubicBezTo>
                  <a:cubicBezTo>
                    <a:pt x="13401" y="18625"/>
                    <a:pt x="13452" y="18613"/>
                    <a:pt x="13503" y="18585"/>
                  </a:cubicBezTo>
                  <a:lnTo>
                    <a:pt x="13503" y="18585"/>
                  </a:lnTo>
                  <a:lnTo>
                    <a:pt x="13504" y="18587"/>
                  </a:lnTo>
                  <a:cubicBezTo>
                    <a:pt x="13512" y="18582"/>
                    <a:pt x="13519" y="18577"/>
                    <a:pt x="13527" y="18571"/>
                  </a:cubicBezTo>
                  <a:lnTo>
                    <a:pt x="13527" y="18571"/>
                  </a:lnTo>
                  <a:cubicBezTo>
                    <a:pt x="15120" y="17673"/>
                    <a:pt x="16783" y="16729"/>
                    <a:pt x="18621" y="16464"/>
                  </a:cubicBezTo>
                  <a:cubicBezTo>
                    <a:pt x="18938" y="16418"/>
                    <a:pt x="19262" y="16394"/>
                    <a:pt x="19589" y="16394"/>
                  </a:cubicBezTo>
                  <a:cubicBezTo>
                    <a:pt x="20701" y="16394"/>
                    <a:pt x="21832" y="16678"/>
                    <a:pt x="22717" y="17359"/>
                  </a:cubicBezTo>
                  <a:cubicBezTo>
                    <a:pt x="23928" y="18291"/>
                    <a:pt x="24397" y="19871"/>
                    <a:pt x="24157" y="21352"/>
                  </a:cubicBezTo>
                  <a:cubicBezTo>
                    <a:pt x="23904" y="22905"/>
                    <a:pt x="22873" y="24186"/>
                    <a:pt x="21576" y="25025"/>
                  </a:cubicBezTo>
                  <a:cubicBezTo>
                    <a:pt x="20227" y="25895"/>
                    <a:pt x="18675" y="26225"/>
                    <a:pt x="17105" y="26383"/>
                  </a:cubicBezTo>
                  <a:lnTo>
                    <a:pt x="17105" y="26383"/>
                  </a:lnTo>
                  <a:cubicBezTo>
                    <a:pt x="16653" y="26396"/>
                    <a:pt x="16204" y="26431"/>
                    <a:pt x="15762" y="26486"/>
                  </a:cubicBezTo>
                  <a:lnTo>
                    <a:pt x="15762" y="26486"/>
                  </a:lnTo>
                  <a:cubicBezTo>
                    <a:pt x="15746" y="26487"/>
                    <a:pt x="15730" y="26487"/>
                    <a:pt x="15714" y="26488"/>
                  </a:cubicBezTo>
                  <a:lnTo>
                    <a:pt x="15714" y="26492"/>
                  </a:lnTo>
                  <a:lnTo>
                    <a:pt x="15714" y="26492"/>
                  </a:lnTo>
                  <a:cubicBezTo>
                    <a:pt x="15714" y="26492"/>
                    <a:pt x="15714" y="26492"/>
                    <a:pt x="15714" y="26492"/>
                  </a:cubicBezTo>
                  <a:cubicBezTo>
                    <a:pt x="15412" y="26530"/>
                    <a:pt x="15423" y="26986"/>
                    <a:pt x="15710" y="26986"/>
                  </a:cubicBezTo>
                  <a:cubicBezTo>
                    <a:pt x="15721" y="26986"/>
                    <a:pt x="15732" y="26985"/>
                    <a:pt x="15743" y="26984"/>
                  </a:cubicBezTo>
                  <a:cubicBezTo>
                    <a:pt x="15744" y="26984"/>
                    <a:pt x="15745" y="26984"/>
                    <a:pt x="15746" y="26984"/>
                  </a:cubicBezTo>
                  <a:lnTo>
                    <a:pt x="15746" y="26984"/>
                  </a:lnTo>
                  <a:cubicBezTo>
                    <a:pt x="15987" y="26972"/>
                    <a:pt x="16227" y="26967"/>
                    <a:pt x="16467" y="26967"/>
                  </a:cubicBezTo>
                  <a:cubicBezTo>
                    <a:pt x="18177" y="26967"/>
                    <a:pt x="19866" y="27257"/>
                    <a:pt x="21469" y="27869"/>
                  </a:cubicBezTo>
                  <a:cubicBezTo>
                    <a:pt x="22999" y="28451"/>
                    <a:pt x="24809" y="29393"/>
                    <a:pt x="25089" y="31186"/>
                  </a:cubicBezTo>
                  <a:cubicBezTo>
                    <a:pt x="25208" y="31971"/>
                    <a:pt x="25016" y="32793"/>
                    <a:pt x="24390" y="33319"/>
                  </a:cubicBezTo>
                  <a:cubicBezTo>
                    <a:pt x="23691" y="33911"/>
                    <a:pt x="22687" y="34100"/>
                    <a:pt x="21798" y="34177"/>
                  </a:cubicBezTo>
                  <a:cubicBezTo>
                    <a:pt x="21556" y="34198"/>
                    <a:pt x="21314" y="34209"/>
                    <a:pt x="21071" y="34209"/>
                  </a:cubicBezTo>
                  <a:cubicBezTo>
                    <a:pt x="19708" y="34209"/>
                    <a:pt x="18351" y="33874"/>
                    <a:pt x="17131" y="33272"/>
                  </a:cubicBezTo>
                  <a:cubicBezTo>
                    <a:pt x="15899" y="32661"/>
                    <a:pt x="14810" y="31802"/>
                    <a:pt x="13977" y="30729"/>
                  </a:cubicBezTo>
                  <a:lnTo>
                    <a:pt x="13977" y="30729"/>
                  </a:lnTo>
                  <a:cubicBezTo>
                    <a:pt x="13953" y="30625"/>
                    <a:pt x="13892" y="30534"/>
                    <a:pt x="13796" y="30487"/>
                  </a:cubicBezTo>
                  <a:lnTo>
                    <a:pt x="13796" y="30487"/>
                  </a:lnTo>
                  <a:cubicBezTo>
                    <a:pt x="13572" y="30175"/>
                    <a:pt x="13368" y="29847"/>
                    <a:pt x="13188" y="29503"/>
                  </a:cubicBezTo>
                  <a:cubicBezTo>
                    <a:pt x="13172" y="29471"/>
                    <a:pt x="13143" y="29458"/>
                    <a:pt x="13112" y="29458"/>
                  </a:cubicBezTo>
                  <a:cubicBezTo>
                    <a:pt x="13048" y="29458"/>
                    <a:pt x="12978" y="29519"/>
                    <a:pt x="13012" y="29589"/>
                  </a:cubicBezTo>
                  <a:lnTo>
                    <a:pt x="13009" y="29589"/>
                  </a:lnTo>
                  <a:cubicBezTo>
                    <a:pt x="13155" y="29893"/>
                    <a:pt x="13318" y="30186"/>
                    <a:pt x="13496" y="30468"/>
                  </a:cubicBezTo>
                  <a:lnTo>
                    <a:pt x="13496" y="30468"/>
                  </a:lnTo>
                  <a:cubicBezTo>
                    <a:pt x="13321" y="30488"/>
                    <a:pt x="13145" y="30497"/>
                    <a:pt x="12970" y="30497"/>
                  </a:cubicBezTo>
                  <a:cubicBezTo>
                    <a:pt x="11698" y="30497"/>
                    <a:pt x="10426" y="30010"/>
                    <a:pt x="9346" y="29383"/>
                  </a:cubicBezTo>
                  <a:cubicBezTo>
                    <a:pt x="8015" y="28604"/>
                    <a:pt x="6867" y="27520"/>
                    <a:pt x="5869" y="26359"/>
                  </a:cubicBezTo>
                  <a:cubicBezTo>
                    <a:pt x="3600" y="23724"/>
                    <a:pt x="1967" y="20497"/>
                    <a:pt x="1348" y="17063"/>
                  </a:cubicBezTo>
                  <a:cubicBezTo>
                    <a:pt x="789" y="13969"/>
                    <a:pt x="1062" y="10785"/>
                    <a:pt x="2136" y="7835"/>
                  </a:cubicBezTo>
                  <a:cubicBezTo>
                    <a:pt x="2655" y="6397"/>
                    <a:pt x="3364" y="5030"/>
                    <a:pt x="4276" y="3806"/>
                  </a:cubicBezTo>
                  <a:cubicBezTo>
                    <a:pt x="5174" y="2601"/>
                    <a:pt x="6268" y="1400"/>
                    <a:pt x="7722" y="888"/>
                  </a:cubicBezTo>
                  <a:cubicBezTo>
                    <a:pt x="8070" y="765"/>
                    <a:pt x="8430" y="697"/>
                    <a:pt x="8787" y="697"/>
                  </a:cubicBezTo>
                  <a:close/>
                  <a:moveTo>
                    <a:pt x="8822" y="0"/>
                  </a:moveTo>
                  <a:cubicBezTo>
                    <a:pt x="7705" y="0"/>
                    <a:pt x="6596" y="556"/>
                    <a:pt x="5723" y="1254"/>
                  </a:cubicBezTo>
                  <a:cubicBezTo>
                    <a:pt x="4412" y="2295"/>
                    <a:pt x="3394" y="3693"/>
                    <a:pt x="2546" y="5120"/>
                  </a:cubicBezTo>
                  <a:cubicBezTo>
                    <a:pt x="809" y="8047"/>
                    <a:pt x="1" y="11504"/>
                    <a:pt x="174" y="14901"/>
                  </a:cubicBezTo>
                  <a:cubicBezTo>
                    <a:pt x="370" y="18773"/>
                    <a:pt x="1817" y="22546"/>
                    <a:pt x="4103" y="25660"/>
                  </a:cubicBezTo>
                  <a:cubicBezTo>
                    <a:pt x="5294" y="27287"/>
                    <a:pt x="6704" y="28801"/>
                    <a:pt x="8394" y="29918"/>
                  </a:cubicBezTo>
                  <a:cubicBezTo>
                    <a:pt x="9160" y="30421"/>
                    <a:pt x="9978" y="30833"/>
                    <a:pt x="10856" y="31099"/>
                  </a:cubicBezTo>
                  <a:cubicBezTo>
                    <a:pt x="11399" y="31264"/>
                    <a:pt x="11969" y="31330"/>
                    <a:pt x="12538" y="31330"/>
                  </a:cubicBezTo>
                  <a:cubicBezTo>
                    <a:pt x="12904" y="31330"/>
                    <a:pt x="13270" y="31303"/>
                    <a:pt x="13628" y="31256"/>
                  </a:cubicBezTo>
                  <a:cubicBezTo>
                    <a:pt x="13763" y="31238"/>
                    <a:pt x="13860" y="31168"/>
                    <a:pt x="13918" y="31077"/>
                  </a:cubicBezTo>
                  <a:lnTo>
                    <a:pt x="13918" y="31077"/>
                  </a:lnTo>
                  <a:cubicBezTo>
                    <a:pt x="15643" y="33356"/>
                    <a:pt x="18429" y="34772"/>
                    <a:pt x="21312" y="34772"/>
                  </a:cubicBezTo>
                  <a:cubicBezTo>
                    <a:pt x="21446" y="34772"/>
                    <a:pt x="21581" y="34769"/>
                    <a:pt x="21715" y="34762"/>
                  </a:cubicBezTo>
                  <a:cubicBezTo>
                    <a:pt x="23532" y="34679"/>
                    <a:pt x="25684" y="33997"/>
                    <a:pt x="25890" y="31901"/>
                  </a:cubicBezTo>
                  <a:cubicBezTo>
                    <a:pt x="26090" y="29869"/>
                    <a:pt x="24596" y="28328"/>
                    <a:pt x="22880" y="27516"/>
                  </a:cubicBezTo>
                  <a:cubicBezTo>
                    <a:pt x="21743" y="26978"/>
                    <a:pt x="20497" y="26640"/>
                    <a:pt x="19226" y="26482"/>
                  </a:cubicBezTo>
                  <a:lnTo>
                    <a:pt x="19226" y="26482"/>
                  </a:lnTo>
                  <a:cubicBezTo>
                    <a:pt x="20017" y="26296"/>
                    <a:pt x="20786" y="26033"/>
                    <a:pt x="21509" y="25633"/>
                  </a:cubicBezTo>
                  <a:cubicBezTo>
                    <a:pt x="22979" y="24822"/>
                    <a:pt x="24210" y="23481"/>
                    <a:pt x="24650" y="21837"/>
                  </a:cubicBezTo>
                  <a:cubicBezTo>
                    <a:pt x="25059" y="20287"/>
                    <a:pt x="24749" y="18564"/>
                    <a:pt x="23642" y="17373"/>
                  </a:cubicBezTo>
                  <a:cubicBezTo>
                    <a:pt x="22613" y="16273"/>
                    <a:pt x="21071" y="15807"/>
                    <a:pt x="19595" y="15807"/>
                  </a:cubicBezTo>
                  <a:cubicBezTo>
                    <a:pt x="19538" y="15807"/>
                    <a:pt x="19482" y="15808"/>
                    <a:pt x="19426" y="15809"/>
                  </a:cubicBezTo>
                  <a:cubicBezTo>
                    <a:pt x="18091" y="15842"/>
                    <a:pt x="16828" y="16264"/>
                    <a:pt x="15623" y="16828"/>
                  </a:cubicBezTo>
                  <a:lnTo>
                    <a:pt x="15623" y="16828"/>
                  </a:lnTo>
                  <a:cubicBezTo>
                    <a:pt x="16136" y="16333"/>
                    <a:pt x="16621" y="15810"/>
                    <a:pt x="17074" y="15260"/>
                  </a:cubicBezTo>
                  <a:cubicBezTo>
                    <a:pt x="17972" y="14166"/>
                    <a:pt x="18751" y="12918"/>
                    <a:pt x="19054" y="11524"/>
                  </a:cubicBezTo>
                  <a:cubicBezTo>
                    <a:pt x="19340" y="10223"/>
                    <a:pt x="19154" y="8769"/>
                    <a:pt x="18388" y="7658"/>
                  </a:cubicBezTo>
                  <a:cubicBezTo>
                    <a:pt x="17611" y="6538"/>
                    <a:pt x="16330" y="6004"/>
                    <a:pt x="14992" y="6004"/>
                  </a:cubicBezTo>
                  <a:cubicBezTo>
                    <a:pt x="14968" y="6004"/>
                    <a:pt x="14943" y="6004"/>
                    <a:pt x="14918" y="6005"/>
                  </a:cubicBezTo>
                  <a:cubicBezTo>
                    <a:pt x="13950" y="6019"/>
                    <a:pt x="13042" y="6303"/>
                    <a:pt x="12182" y="6713"/>
                  </a:cubicBezTo>
                  <a:lnTo>
                    <a:pt x="12182" y="6713"/>
                  </a:lnTo>
                  <a:cubicBezTo>
                    <a:pt x="12502" y="6100"/>
                    <a:pt x="12677" y="5405"/>
                    <a:pt x="12683" y="4694"/>
                  </a:cubicBezTo>
                  <a:cubicBezTo>
                    <a:pt x="12696" y="3004"/>
                    <a:pt x="11731" y="1041"/>
                    <a:pt x="10154" y="296"/>
                  </a:cubicBezTo>
                  <a:cubicBezTo>
                    <a:pt x="9719" y="90"/>
                    <a:pt x="9270" y="0"/>
                    <a:pt x="8822" y="0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" name="Google Shape;3267;p14"/>
            <p:cNvSpPr/>
            <p:nvPr/>
          </p:nvSpPr>
          <p:spPr>
            <a:xfrm>
              <a:off x="6155725" y="2814175"/>
              <a:ext cx="75050" cy="48800"/>
            </a:xfrm>
            <a:custGeom>
              <a:avLst/>
              <a:gdLst/>
              <a:ahLst/>
              <a:cxnLst/>
              <a:rect l="l" t="t" r="r" b="b"/>
              <a:pathLst>
                <a:path w="3002" h="1952" extrusionOk="0">
                  <a:moveTo>
                    <a:pt x="1293" y="882"/>
                  </a:moveTo>
                  <a:lnTo>
                    <a:pt x="1293" y="882"/>
                  </a:lnTo>
                  <a:cubicBezTo>
                    <a:pt x="1301" y="882"/>
                    <a:pt x="1320" y="884"/>
                    <a:pt x="1355" y="891"/>
                  </a:cubicBezTo>
                  <a:lnTo>
                    <a:pt x="1352" y="891"/>
                  </a:lnTo>
                  <a:cubicBezTo>
                    <a:pt x="1338" y="889"/>
                    <a:pt x="1325" y="887"/>
                    <a:pt x="1312" y="885"/>
                  </a:cubicBezTo>
                  <a:cubicBezTo>
                    <a:pt x="1305" y="884"/>
                    <a:pt x="1299" y="883"/>
                    <a:pt x="1293" y="882"/>
                  </a:cubicBezTo>
                  <a:close/>
                  <a:moveTo>
                    <a:pt x="1083" y="1404"/>
                  </a:moveTo>
                  <a:lnTo>
                    <a:pt x="1083" y="1405"/>
                  </a:lnTo>
                  <a:lnTo>
                    <a:pt x="1083" y="1405"/>
                  </a:lnTo>
                  <a:cubicBezTo>
                    <a:pt x="1077" y="1410"/>
                    <a:pt x="1073" y="1414"/>
                    <a:pt x="1072" y="1414"/>
                  </a:cubicBezTo>
                  <a:cubicBezTo>
                    <a:pt x="1072" y="1414"/>
                    <a:pt x="1072" y="1414"/>
                    <a:pt x="1072" y="1414"/>
                  </a:cubicBezTo>
                  <a:cubicBezTo>
                    <a:pt x="1076" y="1410"/>
                    <a:pt x="1079" y="1407"/>
                    <a:pt x="1083" y="1404"/>
                  </a:cubicBezTo>
                  <a:close/>
                  <a:moveTo>
                    <a:pt x="1715" y="1"/>
                  </a:moveTo>
                  <a:cubicBezTo>
                    <a:pt x="1615" y="1"/>
                    <a:pt x="1516" y="11"/>
                    <a:pt x="1418" y="26"/>
                  </a:cubicBezTo>
                  <a:cubicBezTo>
                    <a:pt x="1099" y="83"/>
                    <a:pt x="793" y="189"/>
                    <a:pt x="530" y="389"/>
                  </a:cubicBezTo>
                  <a:cubicBezTo>
                    <a:pt x="380" y="499"/>
                    <a:pt x="237" y="628"/>
                    <a:pt x="147" y="795"/>
                  </a:cubicBezTo>
                  <a:cubicBezTo>
                    <a:pt x="1" y="1081"/>
                    <a:pt x="68" y="1427"/>
                    <a:pt x="310" y="1640"/>
                  </a:cubicBezTo>
                  <a:cubicBezTo>
                    <a:pt x="563" y="1859"/>
                    <a:pt x="939" y="1929"/>
                    <a:pt x="1262" y="1949"/>
                  </a:cubicBezTo>
                  <a:cubicBezTo>
                    <a:pt x="1295" y="1951"/>
                    <a:pt x="1328" y="1952"/>
                    <a:pt x="1361" y="1952"/>
                  </a:cubicBezTo>
                  <a:cubicBezTo>
                    <a:pt x="1884" y="1952"/>
                    <a:pt x="2425" y="1731"/>
                    <a:pt x="2766" y="1337"/>
                  </a:cubicBezTo>
                  <a:cubicBezTo>
                    <a:pt x="2902" y="1181"/>
                    <a:pt x="3002" y="998"/>
                    <a:pt x="2995" y="788"/>
                  </a:cubicBezTo>
                  <a:cubicBezTo>
                    <a:pt x="2992" y="585"/>
                    <a:pt x="2895" y="392"/>
                    <a:pt x="2736" y="266"/>
                  </a:cubicBezTo>
                  <a:lnTo>
                    <a:pt x="2646" y="203"/>
                  </a:lnTo>
                  <a:lnTo>
                    <a:pt x="2646" y="203"/>
                  </a:lnTo>
                  <a:cubicBezTo>
                    <a:pt x="2674" y="223"/>
                    <a:pt x="2688" y="233"/>
                    <a:pt x="2688" y="233"/>
                  </a:cubicBezTo>
                  <a:cubicBezTo>
                    <a:pt x="2688" y="233"/>
                    <a:pt x="2658" y="212"/>
                    <a:pt x="2599" y="173"/>
                  </a:cubicBezTo>
                  <a:cubicBezTo>
                    <a:pt x="2573" y="156"/>
                    <a:pt x="2546" y="139"/>
                    <a:pt x="2519" y="129"/>
                  </a:cubicBezTo>
                  <a:cubicBezTo>
                    <a:pt x="2450" y="96"/>
                    <a:pt x="2376" y="73"/>
                    <a:pt x="2303" y="53"/>
                  </a:cubicBezTo>
                  <a:cubicBezTo>
                    <a:pt x="2186" y="27"/>
                    <a:pt x="2069" y="13"/>
                    <a:pt x="1950" y="13"/>
                  </a:cubicBezTo>
                  <a:cubicBezTo>
                    <a:pt x="1946" y="13"/>
                    <a:pt x="1941" y="13"/>
                    <a:pt x="1936" y="13"/>
                  </a:cubicBezTo>
                  <a:lnTo>
                    <a:pt x="1936" y="13"/>
                  </a:lnTo>
                  <a:cubicBezTo>
                    <a:pt x="1889" y="8"/>
                    <a:pt x="1841" y="5"/>
                    <a:pt x="1794" y="3"/>
                  </a:cubicBezTo>
                  <a:cubicBezTo>
                    <a:pt x="1768" y="2"/>
                    <a:pt x="1741" y="1"/>
                    <a:pt x="1715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" name="Google Shape;3268;p14"/>
            <p:cNvSpPr/>
            <p:nvPr/>
          </p:nvSpPr>
          <p:spPr>
            <a:xfrm>
              <a:off x="6055350" y="2505750"/>
              <a:ext cx="64975" cy="50650"/>
            </a:xfrm>
            <a:custGeom>
              <a:avLst/>
              <a:gdLst/>
              <a:ahLst/>
              <a:cxnLst/>
              <a:rect l="l" t="t" r="r" b="b"/>
              <a:pathLst>
                <a:path w="2599" h="2026" extrusionOk="0">
                  <a:moveTo>
                    <a:pt x="1724" y="1"/>
                  </a:moveTo>
                  <a:cubicBezTo>
                    <a:pt x="1554" y="1"/>
                    <a:pt x="1388" y="57"/>
                    <a:pt x="1231" y="114"/>
                  </a:cubicBezTo>
                  <a:cubicBezTo>
                    <a:pt x="1065" y="177"/>
                    <a:pt x="892" y="233"/>
                    <a:pt x="726" y="300"/>
                  </a:cubicBezTo>
                  <a:cubicBezTo>
                    <a:pt x="476" y="400"/>
                    <a:pt x="260" y="536"/>
                    <a:pt x="124" y="772"/>
                  </a:cubicBezTo>
                  <a:cubicBezTo>
                    <a:pt x="20" y="959"/>
                    <a:pt x="0" y="1182"/>
                    <a:pt x="67" y="1388"/>
                  </a:cubicBezTo>
                  <a:cubicBezTo>
                    <a:pt x="133" y="1551"/>
                    <a:pt x="240" y="1697"/>
                    <a:pt x="376" y="1810"/>
                  </a:cubicBezTo>
                  <a:cubicBezTo>
                    <a:pt x="509" y="1920"/>
                    <a:pt x="672" y="1993"/>
                    <a:pt x="845" y="2017"/>
                  </a:cubicBezTo>
                  <a:cubicBezTo>
                    <a:pt x="896" y="2023"/>
                    <a:pt x="946" y="2025"/>
                    <a:pt x="997" y="2025"/>
                  </a:cubicBezTo>
                  <a:cubicBezTo>
                    <a:pt x="1027" y="2025"/>
                    <a:pt x="1057" y="2024"/>
                    <a:pt x="1087" y="2022"/>
                  </a:cubicBezTo>
                  <a:lnTo>
                    <a:pt x="1087" y="2022"/>
                  </a:lnTo>
                  <a:cubicBezTo>
                    <a:pt x="1281" y="2022"/>
                    <a:pt x="1474" y="1982"/>
                    <a:pt x="1654" y="1904"/>
                  </a:cubicBezTo>
                  <a:cubicBezTo>
                    <a:pt x="1993" y="1747"/>
                    <a:pt x="2293" y="1508"/>
                    <a:pt x="2452" y="1158"/>
                  </a:cubicBezTo>
                  <a:cubicBezTo>
                    <a:pt x="2579" y="882"/>
                    <a:pt x="2599" y="589"/>
                    <a:pt x="2429" y="327"/>
                  </a:cubicBezTo>
                  <a:cubicBezTo>
                    <a:pt x="2279" y="90"/>
                    <a:pt x="1990" y="1"/>
                    <a:pt x="1724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" name="Google Shape;3269;p14"/>
            <p:cNvSpPr/>
            <p:nvPr/>
          </p:nvSpPr>
          <p:spPr>
            <a:xfrm>
              <a:off x="5908350" y="2229775"/>
              <a:ext cx="60100" cy="68800"/>
            </a:xfrm>
            <a:custGeom>
              <a:avLst/>
              <a:gdLst/>
              <a:ahLst/>
              <a:cxnLst/>
              <a:rect l="l" t="t" r="r" b="b"/>
              <a:pathLst>
                <a:path w="2404" h="2752" extrusionOk="0">
                  <a:moveTo>
                    <a:pt x="1613" y="1"/>
                  </a:moveTo>
                  <a:cubicBezTo>
                    <a:pt x="1382" y="1"/>
                    <a:pt x="1154" y="104"/>
                    <a:pt x="953" y="207"/>
                  </a:cubicBezTo>
                  <a:cubicBezTo>
                    <a:pt x="790" y="300"/>
                    <a:pt x="644" y="417"/>
                    <a:pt x="521" y="557"/>
                  </a:cubicBezTo>
                  <a:cubicBezTo>
                    <a:pt x="391" y="693"/>
                    <a:pt x="288" y="849"/>
                    <a:pt x="211" y="1019"/>
                  </a:cubicBezTo>
                  <a:cubicBezTo>
                    <a:pt x="64" y="1343"/>
                    <a:pt x="1" y="1698"/>
                    <a:pt x="60" y="2041"/>
                  </a:cubicBezTo>
                  <a:lnTo>
                    <a:pt x="60" y="2041"/>
                  </a:lnTo>
                  <a:cubicBezTo>
                    <a:pt x="19" y="2243"/>
                    <a:pt x="117" y="2470"/>
                    <a:pt x="268" y="2599"/>
                  </a:cubicBezTo>
                  <a:cubicBezTo>
                    <a:pt x="383" y="2698"/>
                    <a:pt x="528" y="2751"/>
                    <a:pt x="676" y="2751"/>
                  </a:cubicBezTo>
                  <a:cubicBezTo>
                    <a:pt x="742" y="2751"/>
                    <a:pt x="809" y="2741"/>
                    <a:pt x="873" y="2719"/>
                  </a:cubicBezTo>
                  <a:cubicBezTo>
                    <a:pt x="1249" y="2593"/>
                    <a:pt x="1589" y="2370"/>
                    <a:pt x="1852" y="2070"/>
                  </a:cubicBezTo>
                  <a:cubicBezTo>
                    <a:pt x="2111" y="1778"/>
                    <a:pt x="2311" y="1398"/>
                    <a:pt x="2371" y="1012"/>
                  </a:cubicBezTo>
                  <a:cubicBezTo>
                    <a:pt x="2404" y="843"/>
                    <a:pt x="2394" y="673"/>
                    <a:pt x="2344" y="510"/>
                  </a:cubicBezTo>
                  <a:cubicBezTo>
                    <a:pt x="2264" y="250"/>
                    <a:pt x="2025" y="71"/>
                    <a:pt x="1768" y="18"/>
                  </a:cubicBezTo>
                  <a:cubicBezTo>
                    <a:pt x="1716" y="6"/>
                    <a:pt x="1664" y="1"/>
                    <a:pt x="1613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" name="Google Shape;3270;p14"/>
            <p:cNvSpPr/>
            <p:nvPr/>
          </p:nvSpPr>
          <p:spPr>
            <a:xfrm>
              <a:off x="5504500" y="2070425"/>
              <a:ext cx="849950" cy="1141650"/>
            </a:xfrm>
            <a:custGeom>
              <a:avLst/>
              <a:gdLst/>
              <a:ahLst/>
              <a:cxnLst/>
              <a:rect l="l" t="t" r="r" b="b"/>
              <a:pathLst>
                <a:path w="33998" h="45666" fill="none" extrusionOk="0">
                  <a:moveTo>
                    <a:pt x="19596" y="41194"/>
                  </a:moveTo>
                  <a:cubicBezTo>
                    <a:pt x="19899" y="43749"/>
                    <a:pt x="22770" y="45666"/>
                    <a:pt x="25245" y="44960"/>
                  </a:cubicBezTo>
                  <a:cubicBezTo>
                    <a:pt x="27717" y="44258"/>
                    <a:pt x="29154" y="41118"/>
                    <a:pt x="28066" y="38789"/>
                  </a:cubicBezTo>
                  <a:cubicBezTo>
                    <a:pt x="29786" y="39557"/>
                    <a:pt x="32038" y="38779"/>
                    <a:pt x="32913" y="37115"/>
                  </a:cubicBezTo>
                  <a:cubicBezTo>
                    <a:pt x="33788" y="35449"/>
                    <a:pt x="33153" y="33153"/>
                    <a:pt x="31546" y="32172"/>
                  </a:cubicBezTo>
                  <a:cubicBezTo>
                    <a:pt x="32967" y="31862"/>
                    <a:pt x="33998" y="30332"/>
                    <a:pt x="33748" y="28901"/>
                  </a:cubicBezTo>
                  <a:cubicBezTo>
                    <a:pt x="33502" y="27471"/>
                    <a:pt x="32015" y="26373"/>
                    <a:pt x="30575" y="26559"/>
                  </a:cubicBezTo>
                  <a:cubicBezTo>
                    <a:pt x="31696" y="25847"/>
                    <a:pt x="32285" y="24380"/>
                    <a:pt x="31959" y="23086"/>
                  </a:cubicBezTo>
                  <a:cubicBezTo>
                    <a:pt x="31633" y="21795"/>
                    <a:pt x="30425" y="20780"/>
                    <a:pt x="29097" y="20684"/>
                  </a:cubicBezTo>
                  <a:cubicBezTo>
                    <a:pt x="30245" y="19839"/>
                    <a:pt x="30724" y="18192"/>
                    <a:pt x="30205" y="16865"/>
                  </a:cubicBezTo>
                  <a:cubicBezTo>
                    <a:pt x="29686" y="15537"/>
                    <a:pt x="28219" y="14649"/>
                    <a:pt x="26802" y="14809"/>
                  </a:cubicBezTo>
                  <a:cubicBezTo>
                    <a:pt x="27936" y="13864"/>
                    <a:pt x="28246" y="12064"/>
                    <a:pt x="27487" y="10796"/>
                  </a:cubicBezTo>
                  <a:cubicBezTo>
                    <a:pt x="26732" y="9529"/>
                    <a:pt x="25002" y="8943"/>
                    <a:pt x="23628" y="9492"/>
                  </a:cubicBezTo>
                  <a:cubicBezTo>
                    <a:pt x="24762" y="8681"/>
                    <a:pt x="25039" y="6901"/>
                    <a:pt x="24210" y="5783"/>
                  </a:cubicBezTo>
                  <a:cubicBezTo>
                    <a:pt x="23385" y="4662"/>
                    <a:pt x="21602" y="4409"/>
                    <a:pt x="20491" y="5254"/>
                  </a:cubicBezTo>
                  <a:cubicBezTo>
                    <a:pt x="20963" y="3876"/>
                    <a:pt x="20201" y="2200"/>
                    <a:pt x="18854" y="1647"/>
                  </a:cubicBezTo>
                  <a:cubicBezTo>
                    <a:pt x="17510" y="1095"/>
                    <a:pt x="15790" y="1751"/>
                    <a:pt x="15154" y="3061"/>
                  </a:cubicBezTo>
                  <a:cubicBezTo>
                    <a:pt x="15886" y="1684"/>
                    <a:pt x="14269" y="1"/>
                    <a:pt x="12712" y="84"/>
                  </a:cubicBezTo>
                  <a:cubicBezTo>
                    <a:pt x="11155" y="167"/>
                    <a:pt x="9895" y="1338"/>
                    <a:pt x="8860" y="2506"/>
                  </a:cubicBezTo>
                  <a:cubicBezTo>
                    <a:pt x="6345" y="1860"/>
                    <a:pt x="3494" y="2822"/>
                    <a:pt x="1883" y="4858"/>
                  </a:cubicBezTo>
                  <a:cubicBezTo>
                    <a:pt x="277" y="6897"/>
                    <a:pt x="0" y="9895"/>
                    <a:pt x="1215" y="12190"/>
                  </a:cubicBezTo>
                </a:path>
              </a:pathLst>
            </a:custGeom>
            <a:noFill/>
            <a:ln w="1075" cap="flat" cmpd="sng">
              <a:solidFill>
                <a:schemeClr val="accent2"/>
              </a:solidFill>
              <a:prstDash val="solid"/>
              <a:miter lim="33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71" name="Google Shape;3271;p14"/>
          <p:cNvSpPr txBox="1">
            <a:spLocks noGrp="1"/>
          </p:cNvSpPr>
          <p:nvPr>
            <p:ph type="title"/>
          </p:nvPr>
        </p:nvSpPr>
        <p:spPr>
          <a:xfrm>
            <a:off x="1281033" y="4527600"/>
            <a:ext cx="56748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9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272" name="Google Shape;3272;p14"/>
          <p:cNvSpPr txBox="1">
            <a:spLocks noGrp="1"/>
          </p:cNvSpPr>
          <p:nvPr>
            <p:ph type="subTitle" idx="1"/>
          </p:nvPr>
        </p:nvSpPr>
        <p:spPr>
          <a:xfrm>
            <a:off x="953467" y="1540400"/>
            <a:ext cx="6665200" cy="2906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4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3273" name="Google Shape;3273;p14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3274" name="Google Shape;3274;p1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" name="Google Shape;3275;p1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" name="Google Shape;3276;p1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" name="Google Shape;3277;p1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" name="Google Shape;3278;p1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" name="Google Shape;3279;p1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1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1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" name="Google Shape;3282;p1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" name="Google Shape;3283;p1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" name="Google Shape;3284;p1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" name="Google Shape;3285;p1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" name="Google Shape;3286;p1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" name="Google Shape;3287;p1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" name="Google Shape;3288;p1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" name="Google Shape;3289;p1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" name="Google Shape;3290;p1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" name="Google Shape;3291;p1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" name="Google Shape;3292;p1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" name="Google Shape;3293;p1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" name="Google Shape;3294;p1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" name="Google Shape;3295;p1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" name="Google Shape;3296;p1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" name="Google Shape;3297;p1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" name="Google Shape;3298;p1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" name="Google Shape;3299;p1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" name="Google Shape;3300;p1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" name="Google Shape;3301;p1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" name="Google Shape;3302;p1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" name="Google Shape;3303;p1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" name="Google Shape;3304;p1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" name="Google Shape;3305;p1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" name="Google Shape;3306;p1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" name="Google Shape;3307;p1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" name="Google Shape;3308;p1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" name="Google Shape;3309;p1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" name="Google Shape;3310;p1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" name="Google Shape;3311;p1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" name="Google Shape;3312;p1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" name="Google Shape;3313;p1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" name="Google Shape;3314;p1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" name="Google Shape;3315;p1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" name="Google Shape;3316;p1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7" name="Google Shape;3317;p1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8" name="Google Shape;3318;p1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" name="Google Shape;3319;p1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" name="Google Shape;3320;p1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" name="Google Shape;3321;p1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" name="Google Shape;3322;p1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" name="Google Shape;3323;p1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" name="Google Shape;3324;p1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" name="Google Shape;3325;p1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" name="Google Shape;3326;p1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" name="Google Shape;3327;p1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" name="Google Shape;3328;p1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" name="Google Shape;3329;p1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" name="Google Shape;3330;p1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1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1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" name="Google Shape;3333;p1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" name="Google Shape;3334;p1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" name="Google Shape;3335;p1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" name="Google Shape;3336;p1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" name="Google Shape;3337;p1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" name="Google Shape;3338;p1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" name="Google Shape;3339;p1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" name="Google Shape;3340;p1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" name="Google Shape;3341;p1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" name="Google Shape;3342;p1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" name="Google Shape;3343;p1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" name="Google Shape;3344;p1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" name="Google Shape;3345;p1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" name="Google Shape;3346;p1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" name="Google Shape;3347;p1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" name="Google Shape;3348;p1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" name="Google Shape;3349;p1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" name="Google Shape;3350;p1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" name="Google Shape;3351;p1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" name="Google Shape;3352;p1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" name="Google Shape;3353;p1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" name="Google Shape;3354;p1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" name="Google Shape;3355;p1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" name="Google Shape;3356;p1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" name="Google Shape;3357;p1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" name="Google Shape;3358;p1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" name="Google Shape;3359;p1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" name="Google Shape;3360;p1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" name="Google Shape;3361;p1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" name="Google Shape;3362;p1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" name="Google Shape;3363;p1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" name="Google Shape;3364;p1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" name="Google Shape;3365;p1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" name="Google Shape;3366;p1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" name="Google Shape;3367;p1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" name="Google Shape;3368;p1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" name="Google Shape;3369;p1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" name="Google Shape;3370;p1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" name="Google Shape;3371;p1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" name="Google Shape;3372;p1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" name="Google Shape;3373;p1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" name="Google Shape;3374;p1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" name="Google Shape;3375;p1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" name="Google Shape;3376;p1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" name="Google Shape;3377;p1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" name="Google Shape;3378;p1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1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" name="Google Shape;3380;p1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" name="Google Shape;3381;p1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" name="Google Shape;3382;p1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" name="Google Shape;3383;p1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" name="Google Shape;3384;p1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" name="Google Shape;3385;p1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" name="Google Shape;3386;p1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" name="Google Shape;3387;p1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" name="Google Shape;3388;p1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" name="Google Shape;3389;p1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" name="Google Shape;3390;p1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" name="Google Shape;3391;p1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" name="Google Shape;3392;p1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" name="Google Shape;3393;p1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" name="Google Shape;3394;p1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" name="Google Shape;3395;p1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" name="Google Shape;3396;p1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" name="Google Shape;3397;p1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" name="Google Shape;3398;p1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" name="Google Shape;3399;p1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" name="Google Shape;3400;p1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" name="Google Shape;3401;p1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" name="Google Shape;3402;p1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1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" name="Google Shape;3404;p1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" name="Google Shape;3405;p1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" name="Google Shape;3406;p1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" name="Google Shape;3407;p1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" name="Google Shape;3408;p1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" name="Google Shape;3409;p1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10" name="Google Shape;3410;p14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3411" name="Google Shape;3411;p1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" name="Google Shape;3412;p1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" name="Google Shape;3413;p1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" name="Google Shape;3414;p1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" name="Google Shape;3415;p1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" name="Google Shape;3416;p1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" name="Google Shape;3417;p1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" name="Google Shape;3418;p1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" name="Google Shape;3419;p1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" name="Google Shape;3420;p1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" name="Google Shape;3421;p1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1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" name="Google Shape;3423;p1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" name="Google Shape;3424;p1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" name="Google Shape;3425;p1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" name="Google Shape;3426;p1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" name="Google Shape;3427;p1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1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1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" name="Google Shape;3430;p1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" name="Google Shape;3431;p1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" name="Google Shape;3432;p1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1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" name="Google Shape;3434;p1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" name="Google Shape;3435;p1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" name="Google Shape;3436;p1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1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1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" name="Google Shape;3439;p1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" name="Google Shape;3440;p1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" name="Google Shape;3441;p1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" name="Google Shape;3442;p1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" name="Google Shape;3443;p1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" name="Google Shape;3444;p1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" name="Google Shape;3445;p1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" name="Google Shape;3446;p1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" name="Google Shape;3447;p1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" name="Google Shape;3448;p1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" name="Google Shape;3449;p1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" name="Google Shape;3450;p1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" name="Google Shape;3451;p1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" name="Google Shape;3452;p1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" name="Google Shape;3453;p1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" name="Google Shape;3454;p1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" name="Google Shape;3455;p1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1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1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" name="Google Shape;3458;p1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" name="Google Shape;3459;p1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1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1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1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" name="Google Shape;3463;p1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" name="Google Shape;3464;p1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" name="Google Shape;3465;p1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1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1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" name="Google Shape;3468;p1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" name="Google Shape;3469;p1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" name="Google Shape;3470;p1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" name="Google Shape;3471;p1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1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1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1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" name="Google Shape;3475;p1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6" name="Google Shape;3476;p1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" name="Google Shape;3477;p1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1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" name="Google Shape;3479;p1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" name="Google Shape;3480;p1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1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" name="Google Shape;3482;p1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" name="Google Shape;3483;p1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1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1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" name="Google Shape;3486;p1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" name="Google Shape;3487;p1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" name="Google Shape;3488;p1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" name="Google Shape;3489;p1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" name="Google Shape;3490;p1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" name="Google Shape;3491;p1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" name="Google Shape;3492;p1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" name="Google Shape;3493;p1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" name="Google Shape;3494;p1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" name="Google Shape;3495;p1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" name="Google Shape;3496;p1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" name="Google Shape;3497;p1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" name="Google Shape;3498;p1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" name="Google Shape;3499;p1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" name="Google Shape;3500;p1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" name="Google Shape;3501;p1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" name="Google Shape;3502;p1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" name="Google Shape;3503;p1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" name="Google Shape;3504;p1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" name="Google Shape;3505;p1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" name="Google Shape;3506;p1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" name="Google Shape;3507;p1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" name="Google Shape;3508;p1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" name="Google Shape;3509;p1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" name="Google Shape;3510;p1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" name="Google Shape;3511;p1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" name="Google Shape;3512;p1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" name="Google Shape;3513;p1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" name="Google Shape;3514;p1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" name="Google Shape;3515;p1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" name="Google Shape;3516;p1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" name="Google Shape;3517;p1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" name="Google Shape;3518;p1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" name="Google Shape;3519;p1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" name="Google Shape;3520;p1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" name="Google Shape;3521;p1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" name="Google Shape;3522;p1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" name="Google Shape;3523;p1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" name="Google Shape;3524;p1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" name="Google Shape;3525;p1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" name="Google Shape;3526;p1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" name="Google Shape;3527;p1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" name="Google Shape;3528;p1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" name="Google Shape;3529;p1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" name="Google Shape;3530;p1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" name="Google Shape;3531;p1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" name="Google Shape;3532;p1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1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1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" name="Google Shape;3535;p1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" name="Google Shape;3536;p1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1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" name="Google Shape;3538;p1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" name="Google Shape;3539;p1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" name="Google Shape;3540;p1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" name="Google Shape;3541;p1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" name="Google Shape;3542;p1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" name="Google Shape;3543;p1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" name="Google Shape;3544;p1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1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1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93345137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48" name="Google Shape;3548;p15"/>
          <p:cNvGrpSpPr/>
          <p:nvPr/>
        </p:nvGrpSpPr>
        <p:grpSpPr>
          <a:xfrm rot="-5138900">
            <a:off x="7002659" y="-797650"/>
            <a:ext cx="1158707" cy="2256236"/>
            <a:chOff x="4928950" y="2923850"/>
            <a:chExt cx="434675" cy="846400"/>
          </a:xfrm>
        </p:grpSpPr>
        <p:sp>
          <p:nvSpPr>
            <p:cNvPr id="3549" name="Google Shape;3549;p15"/>
            <p:cNvSpPr/>
            <p:nvPr/>
          </p:nvSpPr>
          <p:spPr>
            <a:xfrm>
              <a:off x="5082575" y="2939475"/>
              <a:ext cx="264375" cy="819350"/>
            </a:xfrm>
            <a:custGeom>
              <a:avLst/>
              <a:gdLst/>
              <a:ahLst/>
              <a:cxnLst/>
              <a:rect l="l" t="t" r="r" b="b"/>
              <a:pathLst>
                <a:path w="10575" h="32774" extrusionOk="0">
                  <a:moveTo>
                    <a:pt x="9954" y="1"/>
                  </a:moveTo>
                  <a:cubicBezTo>
                    <a:pt x="9951" y="1"/>
                    <a:pt x="9948" y="1"/>
                    <a:pt x="9944" y="1"/>
                  </a:cubicBezTo>
                  <a:cubicBezTo>
                    <a:pt x="8514" y="134"/>
                    <a:pt x="7216" y="1379"/>
                    <a:pt x="6215" y="2317"/>
                  </a:cubicBezTo>
                  <a:cubicBezTo>
                    <a:pt x="5024" y="3431"/>
                    <a:pt x="3982" y="4689"/>
                    <a:pt x="3111" y="6066"/>
                  </a:cubicBezTo>
                  <a:cubicBezTo>
                    <a:pt x="1361" y="8838"/>
                    <a:pt x="306" y="12041"/>
                    <a:pt x="117" y="15315"/>
                  </a:cubicBezTo>
                  <a:cubicBezTo>
                    <a:pt x="0" y="17331"/>
                    <a:pt x="200" y="19354"/>
                    <a:pt x="552" y="21337"/>
                  </a:cubicBezTo>
                  <a:cubicBezTo>
                    <a:pt x="878" y="23170"/>
                    <a:pt x="1314" y="24926"/>
                    <a:pt x="2352" y="26497"/>
                  </a:cubicBezTo>
                  <a:cubicBezTo>
                    <a:pt x="4162" y="29235"/>
                    <a:pt x="6933" y="31949"/>
                    <a:pt x="10194" y="32765"/>
                  </a:cubicBezTo>
                  <a:cubicBezTo>
                    <a:pt x="10218" y="32771"/>
                    <a:pt x="10241" y="32773"/>
                    <a:pt x="10263" y="32773"/>
                  </a:cubicBezTo>
                  <a:cubicBezTo>
                    <a:pt x="10494" y="32773"/>
                    <a:pt x="10574" y="32458"/>
                    <a:pt x="10340" y="32342"/>
                  </a:cubicBezTo>
                  <a:cubicBezTo>
                    <a:pt x="7369" y="30862"/>
                    <a:pt x="4505" y="28742"/>
                    <a:pt x="2675" y="25924"/>
                  </a:cubicBezTo>
                  <a:cubicBezTo>
                    <a:pt x="1677" y="24387"/>
                    <a:pt x="1294" y="22624"/>
                    <a:pt x="992" y="20841"/>
                  </a:cubicBezTo>
                  <a:cubicBezTo>
                    <a:pt x="669" y="18965"/>
                    <a:pt x="502" y="17055"/>
                    <a:pt x="622" y="15152"/>
                  </a:cubicBezTo>
                  <a:cubicBezTo>
                    <a:pt x="822" y="12035"/>
                    <a:pt x="1870" y="8994"/>
                    <a:pt x="3557" y="6369"/>
                  </a:cubicBezTo>
                  <a:cubicBezTo>
                    <a:pt x="4348" y="5125"/>
                    <a:pt x="5283" y="3980"/>
                    <a:pt x="6341" y="2949"/>
                  </a:cubicBezTo>
                  <a:cubicBezTo>
                    <a:pt x="7386" y="1934"/>
                    <a:pt x="8657" y="757"/>
                    <a:pt x="10011" y="194"/>
                  </a:cubicBezTo>
                  <a:cubicBezTo>
                    <a:pt x="10124" y="146"/>
                    <a:pt x="10055" y="1"/>
                    <a:pt x="99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" name="Google Shape;3550;p15"/>
            <p:cNvSpPr/>
            <p:nvPr/>
          </p:nvSpPr>
          <p:spPr>
            <a:xfrm>
              <a:off x="5139625" y="2978525"/>
              <a:ext cx="201700" cy="684825"/>
            </a:xfrm>
            <a:custGeom>
              <a:avLst/>
              <a:gdLst/>
              <a:ahLst/>
              <a:cxnLst/>
              <a:rect l="l" t="t" r="r" b="b"/>
              <a:pathLst>
                <a:path w="8068" h="27393" extrusionOk="0">
                  <a:moveTo>
                    <a:pt x="7821" y="0"/>
                  </a:moveTo>
                  <a:cubicBezTo>
                    <a:pt x="7784" y="0"/>
                    <a:pt x="7746" y="13"/>
                    <a:pt x="7709" y="43"/>
                  </a:cubicBezTo>
                  <a:cubicBezTo>
                    <a:pt x="3567" y="3393"/>
                    <a:pt x="672" y="8427"/>
                    <a:pt x="320" y="13796"/>
                  </a:cubicBezTo>
                  <a:cubicBezTo>
                    <a:pt x="0" y="18624"/>
                    <a:pt x="2006" y="24765"/>
                    <a:pt x="6361" y="27357"/>
                  </a:cubicBezTo>
                  <a:cubicBezTo>
                    <a:pt x="6403" y="27382"/>
                    <a:pt x="6446" y="27393"/>
                    <a:pt x="6488" y="27393"/>
                  </a:cubicBezTo>
                  <a:cubicBezTo>
                    <a:pt x="6672" y="27393"/>
                    <a:pt x="6827" y="27175"/>
                    <a:pt x="6677" y="27004"/>
                  </a:cubicBezTo>
                  <a:cubicBezTo>
                    <a:pt x="5004" y="25118"/>
                    <a:pt x="3334" y="23314"/>
                    <a:pt x="2273" y="20989"/>
                  </a:cubicBezTo>
                  <a:cubicBezTo>
                    <a:pt x="1235" y="18713"/>
                    <a:pt x="829" y="16175"/>
                    <a:pt x="1018" y="13683"/>
                  </a:cubicBezTo>
                  <a:cubicBezTo>
                    <a:pt x="1414" y="8506"/>
                    <a:pt x="4229" y="3822"/>
                    <a:pt x="7938" y="306"/>
                  </a:cubicBezTo>
                  <a:cubicBezTo>
                    <a:pt x="8067" y="182"/>
                    <a:pt x="7959" y="0"/>
                    <a:pt x="7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" name="Google Shape;3551;p15"/>
            <p:cNvSpPr/>
            <p:nvPr/>
          </p:nvSpPr>
          <p:spPr>
            <a:xfrm>
              <a:off x="4928950" y="2923850"/>
              <a:ext cx="434675" cy="846400"/>
            </a:xfrm>
            <a:custGeom>
              <a:avLst/>
              <a:gdLst/>
              <a:ahLst/>
              <a:cxnLst/>
              <a:rect l="l" t="t" r="r" b="b"/>
              <a:pathLst>
                <a:path w="17387" h="33856" extrusionOk="0">
                  <a:moveTo>
                    <a:pt x="16328" y="0"/>
                  </a:moveTo>
                  <a:cubicBezTo>
                    <a:pt x="16299" y="0"/>
                    <a:pt x="16268" y="7"/>
                    <a:pt x="16236" y="24"/>
                  </a:cubicBezTo>
                  <a:cubicBezTo>
                    <a:pt x="12672" y="1847"/>
                    <a:pt x="9522" y="4326"/>
                    <a:pt x="6744" y="7200"/>
                  </a:cubicBezTo>
                  <a:cubicBezTo>
                    <a:pt x="4462" y="9559"/>
                    <a:pt x="2349" y="12360"/>
                    <a:pt x="1494" y="15581"/>
                  </a:cubicBezTo>
                  <a:cubicBezTo>
                    <a:pt x="672" y="18675"/>
                    <a:pt x="1368" y="21922"/>
                    <a:pt x="2845" y="24710"/>
                  </a:cubicBezTo>
                  <a:cubicBezTo>
                    <a:pt x="4232" y="27325"/>
                    <a:pt x="6195" y="29597"/>
                    <a:pt x="8690" y="31204"/>
                  </a:cubicBezTo>
                  <a:cubicBezTo>
                    <a:pt x="9918" y="31996"/>
                    <a:pt x="11239" y="32631"/>
                    <a:pt x="12626" y="33093"/>
                  </a:cubicBezTo>
                  <a:cubicBezTo>
                    <a:pt x="13602" y="33413"/>
                    <a:pt x="14869" y="33855"/>
                    <a:pt x="15989" y="33855"/>
                  </a:cubicBezTo>
                  <a:cubicBezTo>
                    <a:pt x="16267" y="33855"/>
                    <a:pt x="16535" y="33828"/>
                    <a:pt x="16788" y="33765"/>
                  </a:cubicBezTo>
                  <a:cubicBezTo>
                    <a:pt x="17317" y="33636"/>
                    <a:pt x="17387" y="32897"/>
                    <a:pt x="16864" y="32701"/>
                  </a:cubicBezTo>
                  <a:cubicBezTo>
                    <a:pt x="16142" y="32428"/>
                    <a:pt x="15381" y="32475"/>
                    <a:pt x="14625" y="32345"/>
                  </a:cubicBezTo>
                  <a:cubicBezTo>
                    <a:pt x="13887" y="32215"/>
                    <a:pt x="13158" y="32022"/>
                    <a:pt x="12453" y="31776"/>
                  </a:cubicBezTo>
                  <a:cubicBezTo>
                    <a:pt x="10969" y="31267"/>
                    <a:pt x="9568" y="30548"/>
                    <a:pt x="8294" y="29640"/>
                  </a:cubicBezTo>
                  <a:cubicBezTo>
                    <a:pt x="3314" y="26110"/>
                    <a:pt x="0" y="19836"/>
                    <a:pt x="2698" y="13857"/>
                  </a:cubicBezTo>
                  <a:cubicBezTo>
                    <a:pt x="4013" y="10940"/>
                    <a:pt x="6301" y="8498"/>
                    <a:pt x="8610" y="6335"/>
                  </a:cubicBezTo>
                  <a:cubicBezTo>
                    <a:pt x="10999" y="4100"/>
                    <a:pt x="13664" y="2150"/>
                    <a:pt x="16409" y="373"/>
                  </a:cubicBezTo>
                  <a:lnTo>
                    <a:pt x="16405" y="373"/>
                  </a:lnTo>
                  <a:cubicBezTo>
                    <a:pt x="16582" y="262"/>
                    <a:pt x="16497" y="0"/>
                    <a:pt x="16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52" name="Google Shape;3552;p1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3553" name="Google Shape;3553;p15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3554" name="Google Shape;3554;p1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" name="Google Shape;3555;p1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" name="Google Shape;3556;p1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" name="Google Shape;3557;p1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" name="Google Shape;3558;p1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" name="Google Shape;3559;p1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" name="Google Shape;3560;p1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" name="Google Shape;3561;p1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" name="Google Shape;3562;p1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" name="Google Shape;3563;p1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" name="Google Shape;3564;p1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" name="Google Shape;3565;p1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" name="Google Shape;3566;p1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" name="Google Shape;3567;p1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" name="Google Shape;3568;p1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" name="Google Shape;3569;p1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" name="Google Shape;3570;p1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" name="Google Shape;3571;p1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" name="Google Shape;3572;p1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" name="Google Shape;3573;p1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" name="Google Shape;3574;p1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" name="Google Shape;3575;p1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" name="Google Shape;3576;p1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" name="Google Shape;3577;p1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" name="Google Shape;3578;p1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" name="Google Shape;3579;p1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" name="Google Shape;3580;p1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" name="Google Shape;3581;p1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" name="Google Shape;3582;p1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" name="Google Shape;3583;p1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" name="Google Shape;3584;p1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" name="Google Shape;3585;p1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" name="Google Shape;3586;p1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" name="Google Shape;3587;p1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" name="Google Shape;3588;p1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" name="Google Shape;3589;p1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" name="Google Shape;3590;p1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" name="Google Shape;3591;p1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" name="Google Shape;3592;p1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" name="Google Shape;3593;p1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" name="Google Shape;3594;p1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1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" name="Google Shape;3596;p1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" name="Google Shape;3597;p1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1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1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" name="Google Shape;3600;p1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" name="Google Shape;3601;p1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" name="Google Shape;3602;p1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" name="Google Shape;3603;p1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" name="Google Shape;3604;p1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" name="Google Shape;3605;p1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" name="Google Shape;3606;p1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" name="Google Shape;3607;p1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" name="Google Shape;3608;p1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" name="Google Shape;3609;p1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" name="Google Shape;3610;p1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" name="Google Shape;3611;p1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" name="Google Shape;3612;p1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" name="Google Shape;3613;p1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" name="Google Shape;3614;p1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" name="Google Shape;3615;p1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" name="Google Shape;3616;p1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" name="Google Shape;3617;p1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" name="Google Shape;3618;p1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" name="Google Shape;3619;p1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" name="Google Shape;3620;p1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" name="Google Shape;3621;p1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" name="Google Shape;3622;p1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" name="Google Shape;3623;p1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" name="Google Shape;3624;p1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" name="Google Shape;3625;p1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" name="Google Shape;3626;p1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" name="Google Shape;3627;p1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" name="Google Shape;3628;p1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" name="Google Shape;3629;p1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" name="Google Shape;3630;p1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" name="Google Shape;3631;p1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" name="Google Shape;3632;p1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" name="Google Shape;3633;p1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" name="Google Shape;3634;p1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" name="Google Shape;3635;p1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" name="Google Shape;3636;p1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" name="Google Shape;3637;p1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" name="Google Shape;3638;p1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" name="Google Shape;3639;p1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" name="Google Shape;3640;p1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" name="Google Shape;3641;p1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" name="Google Shape;3642;p1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" name="Google Shape;3643;p1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" name="Google Shape;3644;p1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" name="Google Shape;3645;p1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" name="Google Shape;3646;p1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1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1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1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" name="Google Shape;3650;p1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" name="Google Shape;3651;p1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" name="Google Shape;3652;p1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" name="Google Shape;3653;p1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1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" name="Google Shape;3655;p1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" name="Google Shape;3656;p1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" name="Google Shape;3657;p1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" name="Google Shape;3658;p1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" name="Google Shape;3659;p1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" name="Google Shape;3660;p1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" name="Google Shape;3661;p1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" name="Google Shape;3662;p1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" name="Google Shape;3663;p1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" name="Google Shape;3664;p1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" name="Google Shape;3665;p1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" name="Google Shape;3666;p1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1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1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1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1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1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1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1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1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1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1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1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1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1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1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1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1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1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1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1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1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" name="Google Shape;3687;p1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1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" name="Google Shape;3689;p1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90" name="Google Shape;3690;p15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3691" name="Google Shape;3691;p1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1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1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" name="Google Shape;3694;p1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" name="Google Shape;3695;p1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" name="Google Shape;3696;p1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" name="Google Shape;3697;p1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" name="Google Shape;3698;p1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1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" name="Google Shape;3700;p1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" name="Google Shape;3701;p1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" name="Google Shape;3702;p1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" name="Google Shape;3703;p1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" name="Google Shape;3704;p1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" name="Google Shape;3705;p1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" name="Google Shape;3706;p1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" name="Google Shape;3707;p1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" name="Google Shape;3708;p1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" name="Google Shape;3709;p1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" name="Google Shape;3710;p1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" name="Google Shape;3711;p1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" name="Google Shape;3712;p1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" name="Google Shape;3713;p1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" name="Google Shape;3714;p1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" name="Google Shape;3715;p1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" name="Google Shape;3716;p1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1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1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9" name="Google Shape;3719;p1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" name="Google Shape;3720;p1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" name="Google Shape;3721;p1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" name="Google Shape;3722;p1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" name="Google Shape;3723;p1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1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1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1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1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1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1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1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1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1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1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" name="Google Shape;3734;p1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" name="Google Shape;3735;p1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" name="Google Shape;3736;p1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" name="Google Shape;3737;p1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" name="Google Shape;3738;p1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1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1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1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1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1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" name="Google Shape;3744;p1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" name="Google Shape;3745;p1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1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" name="Google Shape;3747;p1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" name="Google Shape;3748;p1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" name="Google Shape;3749;p1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" name="Google Shape;3750;p1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" name="Google Shape;3751;p1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1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" name="Google Shape;3753;p1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" name="Google Shape;3754;p1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" name="Google Shape;3755;p1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" name="Google Shape;3756;p1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1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" name="Google Shape;3758;p1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" name="Google Shape;3759;p1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1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1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1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1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1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1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1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1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1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1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1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1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1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1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1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" name="Google Shape;3775;p1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" name="Google Shape;3776;p1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" name="Google Shape;3777;p1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" name="Google Shape;3778;p1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" name="Google Shape;3779;p1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" name="Google Shape;3780;p1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1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" name="Google Shape;3782;p1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" name="Google Shape;3783;p1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" name="Google Shape;3784;p1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" name="Google Shape;3785;p1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" name="Google Shape;3786;p1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" name="Google Shape;3787;p1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" name="Google Shape;3788;p1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1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1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1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1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1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1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1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1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1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1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1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1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1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1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" name="Google Shape;3803;p1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" name="Google Shape;3804;p1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1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1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1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1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1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1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1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1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1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1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1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1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1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1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" name="Google Shape;3819;p1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" name="Google Shape;3820;p1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" name="Google Shape;3821;p1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" name="Google Shape;3822;p1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" name="Google Shape;3823;p1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" name="Google Shape;3824;p1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" name="Google Shape;3825;p1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" name="Google Shape;3826;p1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5085392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28" name="Google Shape;3828;p16"/>
          <p:cNvGrpSpPr/>
          <p:nvPr/>
        </p:nvGrpSpPr>
        <p:grpSpPr>
          <a:xfrm rot="5990611">
            <a:off x="8255458" y="-1048040"/>
            <a:ext cx="1671815" cy="2245576"/>
            <a:chOff x="5504500" y="2070425"/>
            <a:chExt cx="849950" cy="1141650"/>
          </a:xfrm>
        </p:grpSpPr>
        <p:sp>
          <p:nvSpPr>
            <p:cNvPr id="3829" name="Google Shape;3829;p16"/>
            <p:cNvSpPr/>
            <p:nvPr/>
          </p:nvSpPr>
          <p:spPr>
            <a:xfrm>
              <a:off x="5549325" y="2190050"/>
              <a:ext cx="652275" cy="869300"/>
            </a:xfrm>
            <a:custGeom>
              <a:avLst/>
              <a:gdLst/>
              <a:ahLst/>
              <a:cxnLst/>
              <a:rect l="l" t="t" r="r" b="b"/>
              <a:pathLst>
                <a:path w="26091" h="34772" extrusionOk="0">
                  <a:moveTo>
                    <a:pt x="8787" y="697"/>
                  </a:moveTo>
                  <a:cubicBezTo>
                    <a:pt x="9233" y="697"/>
                    <a:pt x="9675" y="804"/>
                    <a:pt x="10078" y="1044"/>
                  </a:cubicBezTo>
                  <a:cubicBezTo>
                    <a:pt x="10909" y="1540"/>
                    <a:pt x="11478" y="2468"/>
                    <a:pt x="11771" y="3370"/>
                  </a:cubicBezTo>
                  <a:cubicBezTo>
                    <a:pt x="12230" y="4771"/>
                    <a:pt x="11990" y="6407"/>
                    <a:pt x="10939" y="7397"/>
                  </a:cubicBezTo>
                  <a:lnTo>
                    <a:pt x="10939" y="7397"/>
                  </a:lnTo>
                  <a:cubicBezTo>
                    <a:pt x="10608" y="7599"/>
                    <a:pt x="10285" y="7810"/>
                    <a:pt x="9968" y="8021"/>
                  </a:cubicBezTo>
                  <a:cubicBezTo>
                    <a:pt x="9731" y="8179"/>
                    <a:pt x="9870" y="8574"/>
                    <a:pt x="10122" y="8574"/>
                  </a:cubicBezTo>
                  <a:cubicBezTo>
                    <a:pt x="10156" y="8574"/>
                    <a:pt x="10193" y="8566"/>
                    <a:pt x="10231" y="8550"/>
                  </a:cubicBezTo>
                  <a:cubicBezTo>
                    <a:pt x="10617" y="8382"/>
                    <a:pt x="10964" y="8158"/>
                    <a:pt x="11268" y="7889"/>
                  </a:cubicBezTo>
                  <a:lnTo>
                    <a:pt x="11268" y="7889"/>
                  </a:lnTo>
                  <a:cubicBezTo>
                    <a:pt x="12213" y="7304"/>
                    <a:pt x="13219" y="6796"/>
                    <a:pt x="14326" y="6640"/>
                  </a:cubicBezTo>
                  <a:cubicBezTo>
                    <a:pt x="14551" y="6609"/>
                    <a:pt x="14778" y="6592"/>
                    <a:pt x="15006" y="6592"/>
                  </a:cubicBezTo>
                  <a:cubicBezTo>
                    <a:pt x="16051" y="6592"/>
                    <a:pt x="17092" y="6941"/>
                    <a:pt x="17770" y="7785"/>
                  </a:cubicBezTo>
                  <a:cubicBezTo>
                    <a:pt x="19529" y="9980"/>
                    <a:pt x="18282" y="12888"/>
                    <a:pt x="16742" y="14794"/>
                  </a:cubicBezTo>
                  <a:cubicBezTo>
                    <a:pt x="15717" y="16059"/>
                    <a:pt x="14522" y="17180"/>
                    <a:pt x="13192" y="18121"/>
                  </a:cubicBezTo>
                  <a:cubicBezTo>
                    <a:pt x="12947" y="18299"/>
                    <a:pt x="13111" y="18625"/>
                    <a:pt x="13354" y="18625"/>
                  </a:cubicBezTo>
                  <a:cubicBezTo>
                    <a:pt x="13401" y="18625"/>
                    <a:pt x="13452" y="18613"/>
                    <a:pt x="13503" y="18585"/>
                  </a:cubicBezTo>
                  <a:lnTo>
                    <a:pt x="13503" y="18585"/>
                  </a:lnTo>
                  <a:lnTo>
                    <a:pt x="13504" y="18587"/>
                  </a:lnTo>
                  <a:cubicBezTo>
                    <a:pt x="13512" y="18582"/>
                    <a:pt x="13519" y="18577"/>
                    <a:pt x="13527" y="18571"/>
                  </a:cubicBezTo>
                  <a:lnTo>
                    <a:pt x="13527" y="18571"/>
                  </a:lnTo>
                  <a:cubicBezTo>
                    <a:pt x="15120" y="17673"/>
                    <a:pt x="16783" y="16729"/>
                    <a:pt x="18621" y="16464"/>
                  </a:cubicBezTo>
                  <a:cubicBezTo>
                    <a:pt x="18938" y="16418"/>
                    <a:pt x="19262" y="16394"/>
                    <a:pt x="19589" y="16394"/>
                  </a:cubicBezTo>
                  <a:cubicBezTo>
                    <a:pt x="20701" y="16394"/>
                    <a:pt x="21832" y="16678"/>
                    <a:pt x="22717" y="17359"/>
                  </a:cubicBezTo>
                  <a:cubicBezTo>
                    <a:pt x="23928" y="18291"/>
                    <a:pt x="24397" y="19871"/>
                    <a:pt x="24157" y="21352"/>
                  </a:cubicBezTo>
                  <a:cubicBezTo>
                    <a:pt x="23904" y="22905"/>
                    <a:pt x="22873" y="24186"/>
                    <a:pt x="21576" y="25025"/>
                  </a:cubicBezTo>
                  <a:cubicBezTo>
                    <a:pt x="20227" y="25895"/>
                    <a:pt x="18675" y="26225"/>
                    <a:pt x="17105" y="26383"/>
                  </a:cubicBezTo>
                  <a:lnTo>
                    <a:pt x="17105" y="26383"/>
                  </a:lnTo>
                  <a:cubicBezTo>
                    <a:pt x="16653" y="26396"/>
                    <a:pt x="16204" y="26431"/>
                    <a:pt x="15762" y="26486"/>
                  </a:cubicBezTo>
                  <a:lnTo>
                    <a:pt x="15762" y="26486"/>
                  </a:lnTo>
                  <a:cubicBezTo>
                    <a:pt x="15746" y="26487"/>
                    <a:pt x="15730" y="26487"/>
                    <a:pt x="15714" y="26488"/>
                  </a:cubicBezTo>
                  <a:lnTo>
                    <a:pt x="15714" y="26492"/>
                  </a:lnTo>
                  <a:lnTo>
                    <a:pt x="15714" y="26492"/>
                  </a:lnTo>
                  <a:cubicBezTo>
                    <a:pt x="15714" y="26492"/>
                    <a:pt x="15714" y="26492"/>
                    <a:pt x="15714" y="26492"/>
                  </a:cubicBezTo>
                  <a:cubicBezTo>
                    <a:pt x="15412" y="26530"/>
                    <a:pt x="15423" y="26986"/>
                    <a:pt x="15710" y="26986"/>
                  </a:cubicBezTo>
                  <a:cubicBezTo>
                    <a:pt x="15721" y="26986"/>
                    <a:pt x="15732" y="26985"/>
                    <a:pt x="15743" y="26984"/>
                  </a:cubicBezTo>
                  <a:cubicBezTo>
                    <a:pt x="15744" y="26984"/>
                    <a:pt x="15745" y="26984"/>
                    <a:pt x="15746" y="26984"/>
                  </a:cubicBezTo>
                  <a:lnTo>
                    <a:pt x="15746" y="26984"/>
                  </a:lnTo>
                  <a:cubicBezTo>
                    <a:pt x="15987" y="26972"/>
                    <a:pt x="16227" y="26967"/>
                    <a:pt x="16467" y="26967"/>
                  </a:cubicBezTo>
                  <a:cubicBezTo>
                    <a:pt x="18177" y="26967"/>
                    <a:pt x="19866" y="27257"/>
                    <a:pt x="21469" y="27869"/>
                  </a:cubicBezTo>
                  <a:cubicBezTo>
                    <a:pt x="22999" y="28451"/>
                    <a:pt x="24809" y="29393"/>
                    <a:pt x="25089" y="31186"/>
                  </a:cubicBezTo>
                  <a:cubicBezTo>
                    <a:pt x="25208" y="31971"/>
                    <a:pt x="25016" y="32793"/>
                    <a:pt x="24390" y="33319"/>
                  </a:cubicBezTo>
                  <a:cubicBezTo>
                    <a:pt x="23691" y="33911"/>
                    <a:pt x="22687" y="34100"/>
                    <a:pt x="21798" y="34177"/>
                  </a:cubicBezTo>
                  <a:cubicBezTo>
                    <a:pt x="21556" y="34198"/>
                    <a:pt x="21314" y="34209"/>
                    <a:pt x="21071" y="34209"/>
                  </a:cubicBezTo>
                  <a:cubicBezTo>
                    <a:pt x="19708" y="34209"/>
                    <a:pt x="18351" y="33874"/>
                    <a:pt x="17131" y="33272"/>
                  </a:cubicBezTo>
                  <a:cubicBezTo>
                    <a:pt x="15899" y="32661"/>
                    <a:pt x="14810" y="31802"/>
                    <a:pt x="13977" y="30729"/>
                  </a:cubicBezTo>
                  <a:lnTo>
                    <a:pt x="13977" y="30729"/>
                  </a:lnTo>
                  <a:cubicBezTo>
                    <a:pt x="13953" y="30625"/>
                    <a:pt x="13892" y="30534"/>
                    <a:pt x="13796" y="30487"/>
                  </a:cubicBezTo>
                  <a:lnTo>
                    <a:pt x="13796" y="30487"/>
                  </a:lnTo>
                  <a:cubicBezTo>
                    <a:pt x="13572" y="30175"/>
                    <a:pt x="13368" y="29847"/>
                    <a:pt x="13188" y="29503"/>
                  </a:cubicBezTo>
                  <a:cubicBezTo>
                    <a:pt x="13172" y="29471"/>
                    <a:pt x="13143" y="29458"/>
                    <a:pt x="13112" y="29458"/>
                  </a:cubicBezTo>
                  <a:cubicBezTo>
                    <a:pt x="13048" y="29458"/>
                    <a:pt x="12978" y="29519"/>
                    <a:pt x="13012" y="29589"/>
                  </a:cubicBezTo>
                  <a:lnTo>
                    <a:pt x="13009" y="29589"/>
                  </a:lnTo>
                  <a:cubicBezTo>
                    <a:pt x="13155" y="29893"/>
                    <a:pt x="13318" y="30186"/>
                    <a:pt x="13496" y="30468"/>
                  </a:cubicBezTo>
                  <a:lnTo>
                    <a:pt x="13496" y="30468"/>
                  </a:lnTo>
                  <a:cubicBezTo>
                    <a:pt x="13321" y="30488"/>
                    <a:pt x="13145" y="30497"/>
                    <a:pt x="12970" y="30497"/>
                  </a:cubicBezTo>
                  <a:cubicBezTo>
                    <a:pt x="11698" y="30497"/>
                    <a:pt x="10426" y="30010"/>
                    <a:pt x="9346" y="29383"/>
                  </a:cubicBezTo>
                  <a:cubicBezTo>
                    <a:pt x="8015" y="28604"/>
                    <a:pt x="6867" y="27520"/>
                    <a:pt x="5869" y="26359"/>
                  </a:cubicBezTo>
                  <a:cubicBezTo>
                    <a:pt x="3600" y="23724"/>
                    <a:pt x="1967" y="20497"/>
                    <a:pt x="1348" y="17063"/>
                  </a:cubicBezTo>
                  <a:cubicBezTo>
                    <a:pt x="789" y="13969"/>
                    <a:pt x="1062" y="10785"/>
                    <a:pt x="2136" y="7835"/>
                  </a:cubicBezTo>
                  <a:cubicBezTo>
                    <a:pt x="2655" y="6397"/>
                    <a:pt x="3364" y="5030"/>
                    <a:pt x="4276" y="3806"/>
                  </a:cubicBezTo>
                  <a:cubicBezTo>
                    <a:pt x="5174" y="2601"/>
                    <a:pt x="6268" y="1400"/>
                    <a:pt x="7722" y="888"/>
                  </a:cubicBezTo>
                  <a:cubicBezTo>
                    <a:pt x="8070" y="765"/>
                    <a:pt x="8430" y="697"/>
                    <a:pt x="8787" y="697"/>
                  </a:cubicBezTo>
                  <a:close/>
                  <a:moveTo>
                    <a:pt x="8822" y="0"/>
                  </a:moveTo>
                  <a:cubicBezTo>
                    <a:pt x="7705" y="0"/>
                    <a:pt x="6596" y="556"/>
                    <a:pt x="5723" y="1254"/>
                  </a:cubicBezTo>
                  <a:cubicBezTo>
                    <a:pt x="4412" y="2295"/>
                    <a:pt x="3394" y="3693"/>
                    <a:pt x="2546" y="5120"/>
                  </a:cubicBezTo>
                  <a:cubicBezTo>
                    <a:pt x="809" y="8047"/>
                    <a:pt x="1" y="11504"/>
                    <a:pt x="174" y="14901"/>
                  </a:cubicBezTo>
                  <a:cubicBezTo>
                    <a:pt x="370" y="18773"/>
                    <a:pt x="1817" y="22546"/>
                    <a:pt x="4103" y="25660"/>
                  </a:cubicBezTo>
                  <a:cubicBezTo>
                    <a:pt x="5294" y="27287"/>
                    <a:pt x="6704" y="28801"/>
                    <a:pt x="8394" y="29918"/>
                  </a:cubicBezTo>
                  <a:cubicBezTo>
                    <a:pt x="9160" y="30421"/>
                    <a:pt x="9978" y="30833"/>
                    <a:pt x="10856" y="31099"/>
                  </a:cubicBezTo>
                  <a:cubicBezTo>
                    <a:pt x="11399" y="31264"/>
                    <a:pt x="11969" y="31330"/>
                    <a:pt x="12538" y="31330"/>
                  </a:cubicBezTo>
                  <a:cubicBezTo>
                    <a:pt x="12904" y="31330"/>
                    <a:pt x="13270" y="31303"/>
                    <a:pt x="13628" y="31256"/>
                  </a:cubicBezTo>
                  <a:cubicBezTo>
                    <a:pt x="13763" y="31238"/>
                    <a:pt x="13860" y="31168"/>
                    <a:pt x="13918" y="31077"/>
                  </a:cubicBezTo>
                  <a:lnTo>
                    <a:pt x="13918" y="31077"/>
                  </a:lnTo>
                  <a:cubicBezTo>
                    <a:pt x="15643" y="33356"/>
                    <a:pt x="18429" y="34772"/>
                    <a:pt x="21312" y="34772"/>
                  </a:cubicBezTo>
                  <a:cubicBezTo>
                    <a:pt x="21446" y="34772"/>
                    <a:pt x="21581" y="34769"/>
                    <a:pt x="21715" y="34762"/>
                  </a:cubicBezTo>
                  <a:cubicBezTo>
                    <a:pt x="23532" y="34679"/>
                    <a:pt x="25684" y="33997"/>
                    <a:pt x="25890" y="31901"/>
                  </a:cubicBezTo>
                  <a:cubicBezTo>
                    <a:pt x="26090" y="29869"/>
                    <a:pt x="24596" y="28328"/>
                    <a:pt x="22880" y="27516"/>
                  </a:cubicBezTo>
                  <a:cubicBezTo>
                    <a:pt x="21743" y="26978"/>
                    <a:pt x="20497" y="26640"/>
                    <a:pt x="19226" y="26482"/>
                  </a:cubicBezTo>
                  <a:lnTo>
                    <a:pt x="19226" y="26482"/>
                  </a:lnTo>
                  <a:cubicBezTo>
                    <a:pt x="20017" y="26296"/>
                    <a:pt x="20786" y="26033"/>
                    <a:pt x="21509" y="25633"/>
                  </a:cubicBezTo>
                  <a:cubicBezTo>
                    <a:pt x="22979" y="24822"/>
                    <a:pt x="24210" y="23481"/>
                    <a:pt x="24650" y="21837"/>
                  </a:cubicBezTo>
                  <a:cubicBezTo>
                    <a:pt x="25059" y="20287"/>
                    <a:pt x="24749" y="18564"/>
                    <a:pt x="23642" y="17373"/>
                  </a:cubicBezTo>
                  <a:cubicBezTo>
                    <a:pt x="22613" y="16273"/>
                    <a:pt x="21071" y="15807"/>
                    <a:pt x="19595" y="15807"/>
                  </a:cubicBezTo>
                  <a:cubicBezTo>
                    <a:pt x="19538" y="15807"/>
                    <a:pt x="19482" y="15808"/>
                    <a:pt x="19426" y="15809"/>
                  </a:cubicBezTo>
                  <a:cubicBezTo>
                    <a:pt x="18091" y="15842"/>
                    <a:pt x="16828" y="16264"/>
                    <a:pt x="15623" y="16828"/>
                  </a:cubicBezTo>
                  <a:lnTo>
                    <a:pt x="15623" y="16828"/>
                  </a:lnTo>
                  <a:cubicBezTo>
                    <a:pt x="16136" y="16333"/>
                    <a:pt x="16621" y="15810"/>
                    <a:pt x="17074" y="15260"/>
                  </a:cubicBezTo>
                  <a:cubicBezTo>
                    <a:pt x="17972" y="14166"/>
                    <a:pt x="18751" y="12918"/>
                    <a:pt x="19054" y="11524"/>
                  </a:cubicBezTo>
                  <a:cubicBezTo>
                    <a:pt x="19340" y="10223"/>
                    <a:pt x="19154" y="8769"/>
                    <a:pt x="18388" y="7658"/>
                  </a:cubicBezTo>
                  <a:cubicBezTo>
                    <a:pt x="17611" y="6538"/>
                    <a:pt x="16330" y="6004"/>
                    <a:pt x="14992" y="6004"/>
                  </a:cubicBezTo>
                  <a:cubicBezTo>
                    <a:pt x="14968" y="6004"/>
                    <a:pt x="14943" y="6004"/>
                    <a:pt x="14918" y="6005"/>
                  </a:cubicBezTo>
                  <a:cubicBezTo>
                    <a:pt x="13950" y="6019"/>
                    <a:pt x="13042" y="6303"/>
                    <a:pt x="12182" y="6713"/>
                  </a:cubicBezTo>
                  <a:lnTo>
                    <a:pt x="12182" y="6713"/>
                  </a:lnTo>
                  <a:cubicBezTo>
                    <a:pt x="12502" y="6100"/>
                    <a:pt x="12677" y="5405"/>
                    <a:pt x="12683" y="4694"/>
                  </a:cubicBezTo>
                  <a:cubicBezTo>
                    <a:pt x="12696" y="3004"/>
                    <a:pt x="11731" y="1041"/>
                    <a:pt x="10154" y="296"/>
                  </a:cubicBezTo>
                  <a:cubicBezTo>
                    <a:pt x="9719" y="90"/>
                    <a:pt x="9270" y="0"/>
                    <a:pt x="8822" y="0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" name="Google Shape;3830;p16"/>
            <p:cNvSpPr/>
            <p:nvPr/>
          </p:nvSpPr>
          <p:spPr>
            <a:xfrm>
              <a:off x="6155725" y="2814175"/>
              <a:ext cx="75050" cy="48800"/>
            </a:xfrm>
            <a:custGeom>
              <a:avLst/>
              <a:gdLst/>
              <a:ahLst/>
              <a:cxnLst/>
              <a:rect l="l" t="t" r="r" b="b"/>
              <a:pathLst>
                <a:path w="3002" h="1952" extrusionOk="0">
                  <a:moveTo>
                    <a:pt x="1293" y="882"/>
                  </a:moveTo>
                  <a:lnTo>
                    <a:pt x="1293" y="882"/>
                  </a:lnTo>
                  <a:cubicBezTo>
                    <a:pt x="1301" y="882"/>
                    <a:pt x="1320" y="884"/>
                    <a:pt x="1355" y="891"/>
                  </a:cubicBezTo>
                  <a:lnTo>
                    <a:pt x="1352" y="891"/>
                  </a:lnTo>
                  <a:cubicBezTo>
                    <a:pt x="1338" y="889"/>
                    <a:pt x="1325" y="887"/>
                    <a:pt x="1312" y="885"/>
                  </a:cubicBezTo>
                  <a:cubicBezTo>
                    <a:pt x="1305" y="884"/>
                    <a:pt x="1299" y="883"/>
                    <a:pt x="1293" y="882"/>
                  </a:cubicBezTo>
                  <a:close/>
                  <a:moveTo>
                    <a:pt x="1083" y="1404"/>
                  </a:moveTo>
                  <a:lnTo>
                    <a:pt x="1083" y="1405"/>
                  </a:lnTo>
                  <a:lnTo>
                    <a:pt x="1083" y="1405"/>
                  </a:lnTo>
                  <a:cubicBezTo>
                    <a:pt x="1077" y="1410"/>
                    <a:pt x="1073" y="1414"/>
                    <a:pt x="1072" y="1414"/>
                  </a:cubicBezTo>
                  <a:cubicBezTo>
                    <a:pt x="1072" y="1414"/>
                    <a:pt x="1072" y="1414"/>
                    <a:pt x="1072" y="1414"/>
                  </a:cubicBezTo>
                  <a:cubicBezTo>
                    <a:pt x="1076" y="1410"/>
                    <a:pt x="1079" y="1407"/>
                    <a:pt x="1083" y="1404"/>
                  </a:cubicBezTo>
                  <a:close/>
                  <a:moveTo>
                    <a:pt x="1715" y="1"/>
                  </a:moveTo>
                  <a:cubicBezTo>
                    <a:pt x="1615" y="1"/>
                    <a:pt x="1516" y="11"/>
                    <a:pt x="1418" y="26"/>
                  </a:cubicBezTo>
                  <a:cubicBezTo>
                    <a:pt x="1099" y="83"/>
                    <a:pt x="793" y="189"/>
                    <a:pt x="530" y="389"/>
                  </a:cubicBezTo>
                  <a:cubicBezTo>
                    <a:pt x="380" y="499"/>
                    <a:pt x="237" y="628"/>
                    <a:pt x="147" y="795"/>
                  </a:cubicBezTo>
                  <a:cubicBezTo>
                    <a:pt x="1" y="1081"/>
                    <a:pt x="68" y="1427"/>
                    <a:pt x="310" y="1640"/>
                  </a:cubicBezTo>
                  <a:cubicBezTo>
                    <a:pt x="563" y="1859"/>
                    <a:pt x="939" y="1929"/>
                    <a:pt x="1262" y="1949"/>
                  </a:cubicBezTo>
                  <a:cubicBezTo>
                    <a:pt x="1295" y="1951"/>
                    <a:pt x="1328" y="1952"/>
                    <a:pt x="1361" y="1952"/>
                  </a:cubicBezTo>
                  <a:cubicBezTo>
                    <a:pt x="1884" y="1952"/>
                    <a:pt x="2425" y="1731"/>
                    <a:pt x="2766" y="1337"/>
                  </a:cubicBezTo>
                  <a:cubicBezTo>
                    <a:pt x="2902" y="1181"/>
                    <a:pt x="3002" y="998"/>
                    <a:pt x="2995" y="788"/>
                  </a:cubicBezTo>
                  <a:cubicBezTo>
                    <a:pt x="2992" y="585"/>
                    <a:pt x="2895" y="392"/>
                    <a:pt x="2736" y="266"/>
                  </a:cubicBezTo>
                  <a:lnTo>
                    <a:pt x="2646" y="203"/>
                  </a:lnTo>
                  <a:lnTo>
                    <a:pt x="2646" y="203"/>
                  </a:lnTo>
                  <a:cubicBezTo>
                    <a:pt x="2674" y="223"/>
                    <a:pt x="2688" y="233"/>
                    <a:pt x="2688" y="233"/>
                  </a:cubicBezTo>
                  <a:cubicBezTo>
                    <a:pt x="2688" y="233"/>
                    <a:pt x="2658" y="212"/>
                    <a:pt x="2599" y="173"/>
                  </a:cubicBezTo>
                  <a:cubicBezTo>
                    <a:pt x="2573" y="156"/>
                    <a:pt x="2546" y="139"/>
                    <a:pt x="2519" y="129"/>
                  </a:cubicBezTo>
                  <a:cubicBezTo>
                    <a:pt x="2450" y="96"/>
                    <a:pt x="2376" y="73"/>
                    <a:pt x="2303" y="53"/>
                  </a:cubicBezTo>
                  <a:cubicBezTo>
                    <a:pt x="2186" y="27"/>
                    <a:pt x="2069" y="13"/>
                    <a:pt x="1950" y="13"/>
                  </a:cubicBezTo>
                  <a:cubicBezTo>
                    <a:pt x="1946" y="13"/>
                    <a:pt x="1941" y="13"/>
                    <a:pt x="1936" y="13"/>
                  </a:cubicBezTo>
                  <a:lnTo>
                    <a:pt x="1936" y="13"/>
                  </a:lnTo>
                  <a:cubicBezTo>
                    <a:pt x="1889" y="8"/>
                    <a:pt x="1841" y="5"/>
                    <a:pt x="1794" y="3"/>
                  </a:cubicBezTo>
                  <a:cubicBezTo>
                    <a:pt x="1768" y="2"/>
                    <a:pt x="1741" y="1"/>
                    <a:pt x="1715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" name="Google Shape;3831;p16"/>
            <p:cNvSpPr/>
            <p:nvPr/>
          </p:nvSpPr>
          <p:spPr>
            <a:xfrm>
              <a:off x="6055350" y="2505750"/>
              <a:ext cx="64975" cy="50650"/>
            </a:xfrm>
            <a:custGeom>
              <a:avLst/>
              <a:gdLst/>
              <a:ahLst/>
              <a:cxnLst/>
              <a:rect l="l" t="t" r="r" b="b"/>
              <a:pathLst>
                <a:path w="2599" h="2026" extrusionOk="0">
                  <a:moveTo>
                    <a:pt x="1724" y="1"/>
                  </a:moveTo>
                  <a:cubicBezTo>
                    <a:pt x="1554" y="1"/>
                    <a:pt x="1388" y="57"/>
                    <a:pt x="1231" y="114"/>
                  </a:cubicBezTo>
                  <a:cubicBezTo>
                    <a:pt x="1065" y="177"/>
                    <a:pt x="892" y="233"/>
                    <a:pt x="726" y="300"/>
                  </a:cubicBezTo>
                  <a:cubicBezTo>
                    <a:pt x="476" y="400"/>
                    <a:pt x="260" y="536"/>
                    <a:pt x="124" y="772"/>
                  </a:cubicBezTo>
                  <a:cubicBezTo>
                    <a:pt x="20" y="959"/>
                    <a:pt x="0" y="1182"/>
                    <a:pt x="67" y="1388"/>
                  </a:cubicBezTo>
                  <a:cubicBezTo>
                    <a:pt x="133" y="1551"/>
                    <a:pt x="240" y="1697"/>
                    <a:pt x="376" y="1810"/>
                  </a:cubicBezTo>
                  <a:cubicBezTo>
                    <a:pt x="509" y="1920"/>
                    <a:pt x="672" y="1993"/>
                    <a:pt x="845" y="2017"/>
                  </a:cubicBezTo>
                  <a:cubicBezTo>
                    <a:pt x="896" y="2023"/>
                    <a:pt x="946" y="2025"/>
                    <a:pt x="997" y="2025"/>
                  </a:cubicBezTo>
                  <a:cubicBezTo>
                    <a:pt x="1027" y="2025"/>
                    <a:pt x="1057" y="2024"/>
                    <a:pt x="1087" y="2022"/>
                  </a:cubicBezTo>
                  <a:lnTo>
                    <a:pt x="1087" y="2022"/>
                  </a:lnTo>
                  <a:cubicBezTo>
                    <a:pt x="1281" y="2022"/>
                    <a:pt x="1474" y="1982"/>
                    <a:pt x="1654" y="1904"/>
                  </a:cubicBezTo>
                  <a:cubicBezTo>
                    <a:pt x="1993" y="1747"/>
                    <a:pt x="2293" y="1508"/>
                    <a:pt x="2452" y="1158"/>
                  </a:cubicBezTo>
                  <a:cubicBezTo>
                    <a:pt x="2579" y="882"/>
                    <a:pt x="2599" y="589"/>
                    <a:pt x="2429" y="327"/>
                  </a:cubicBezTo>
                  <a:cubicBezTo>
                    <a:pt x="2279" y="90"/>
                    <a:pt x="1990" y="1"/>
                    <a:pt x="1724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16"/>
            <p:cNvSpPr/>
            <p:nvPr/>
          </p:nvSpPr>
          <p:spPr>
            <a:xfrm>
              <a:off x="5908350" y="2229775"/>
              <a:ext cx="60100" cy="68800"/>
            </a:xfrm>
            <a:custGeom>
              <a:avLst/>
              <a:gdLst/>
              <a:ahLst/>
              <a:cxnLst/>
              <a:rect l="l" t="t" r="r" b="b"/>
              <a:pathLst>
                <a:path w="2404" h="2752" extrusionOk="0">
                  <a:moveTo>
                    <a:pt x="1613" y="1"/>
                  </a:moveTo>
                  <a:cubicBezTo>
                    <a:pt x="1382" y="1"/>
                    <a:pt x="1154" y="104"/>
                    <a:pt x="953" y="207"/>
                  </a:cubicBezTo>
                  <a:cubicBezTo>
                    <a:pt x="790" y="300"/>
                    <a:pt x="644" y="417"/>
                    <a:pt x="521" y="557"/>
                  </a:cubicBezTo>
                  <a:cubicBezTo>
                    <a:pt x="391" y="693"/>
                    <a:pt x="288" y="849"/>
                    <a:pt x="211" y="1019"/>
                  </a:cubicBezTo>
                  <a:cubicBezTo>
                    <a:pt x="64" y="1343"/>
                    <a:pt x="1" y="1698"/>
                    <a:pt x="60" y="2041"/>
                  </a:cubicBezTo>
                  <a:lnTo>
                    <a:pt x="60" y="2041"/>
                  </a:lnTo>
                  <a:cubicBezTo>
                    <a:pt x="19" y="2243"/>
                    <a:pt x="117" y="2470"/>
                    <a:pt x="268" y="2599"/>
                  </a:cubicBezTo>
                  <a:cubicBezTo>
                    <a:pt x="383" y="2698"/>
                    <a:pt x="528" y="2751"/>
                    <a:pt x="676" y="2751"/>
                  </a:cubicBezTo>
                  <a:cubicBezTo>
                    <a:pt x="742" y="2751"/>
                    <a:pt x="809" y="2741"/>
                    <a:pt x="873" y="2719"/>
                  </a:cubicBezTo>
                  <a:cubicBezTo>
                    <a:pt x="1249" y="2593"/>
                    <a:pt x="1589" y="2370"/>
                    <a:pt x="1852" y="2070"/>
                  </a:cubicBezTo>
                  <a:cubicBezTo>
                    <a:pt x="2111" y="1778"/>
                    <a:pt x="2311" y="1398"/>
                    <a:pt x="2371" y="1012"/>
                  </a:cubicBezTo>
                  <a:cubicBezTo>
                    <a:pt x="2404" y="843"/>
                    <a:pt x="2394" y="673"/>
                    <a:pt x="2344" y="510"/>
                  </a:cubicBezTo>
                  <a:cubicBezTo>
                    <a:pt x="2264" y="250"/>
                    <a:pt x="2025" y="71"/>
                    <a:pt x="1768" y="18"/>
                  </a:cubicBezTo>
                  <a:cubicBezTo>
                    <a:pt x="1716" y="6"/>
                    <a:pt x="1664" y="1"/>
                    <a:pt x="1613" y="1"/>
                  </a:cubicBezTo>
                  <a:close/>
                </a:path>
              </a:pathLst>
            </a:custGeom>
            <a:solidFill>
              <a:srgbClr val="F7EED9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16"/>
            <p:cNvSpPr/>
            <p:nvPr/>
          </p:nvSpPr>
          <p:spPr>
            <a:xfrm>
              <a:off x="5504500" y="2070425"/>
              <a:ext cx="849950" cy="1141650"/>
            </a:xfrm>
            <a:custGeom>
              <a:avLst/>
              <a:gdLst/>
              <a:ahLst/>
              <a:cxnLst/>
              <a:rect l="l" t="t" r="r" b="b"/>
              <a:pathLst>
                <a:path w="33998" h="45666" fill="none" extrusionOk="0">
                  <a:moveTo>
                    <a:pt x="19596" y="41194"/>
                  </a:moveTo>
                  <a:cubicBezTo>
                    <a:pt x="19899" y="43749"/>
                    <a:pt x="22770" y="45666"/>
                    <a:pt x="25245" y="44960"/>
                  </a:cubicBezTo>
                  <a:cubicBezTo>
                    <a:pt x="27717" y="44258"/>
                    <a:pt x="29154" y="41118"/>
                    <a:pt x="28066" y="38789"/>
                  </a:cubicBezTo>
                  <a:cubicBezTo>
                    <a:pt x="29786" y="39557"/>
                    <a:pt x="32038" y="38779"/>
                    <a:pt x="32913" y="37115"/>
                  </a:cubicBezTo>
                  <a:cubicBezTo>
                    <a:pt x="33788" y="35449"/>
                    <a:pt x="33153" y="33153"/>
                    <a:pt x="31546" y="32172"/>
                  </a:cubicBezTo>
                  <a:cubicBezTo>
                    <a:pt x="32967" y="31862"/>
                    <a:pt x="33998" y="30332"/>
                    <a:pt x="33748" y="28901"/>
                  </a:cubicBezTo>
                  <a:cubicBezTo>
                    <a:pt x="33502" y="27471"/>
                    <a:pt x="32015" y="26373"/>
                    <a:pt x="30575" y="26559"/>
                  </a:cubicBezTo>
                  <a:cubicBezTo>
                    <a:pt x="31696" y="25847"/>
                    <a:pt x="32285" y="24380"/>
                    <a:pt x="31959" y="23086"/>
                  </a:cubicBezTo>
                  <a:cubicBezTo>
                    <a:pt x="31633" y="21795"/>
                    <a:pt x="30425" y="20780"/>
                    <a:pt x="29097" y="20684"/>
                  </a:cubicBezTo>
                  <a:cubicBezTo>
                    <a:pt x="30245" y="19839"/>
                    <a:pt x="30724" y="18192"/>
                    <a:pt x="30205" y="16865"/>
                  </a:cubicBezTo>
                  <a:cubicBezTo>
                    <a:pt x="29686" y="15537"/>
                    <a:pt x="28219" y="14649"/>
                    <a:pt x="26802" y="14809"/>
                  </a:cubicBezTo>
                  <a:cubicBezTo>
                    <a:pt x="27936" y="13864"/>
                    <a:pt x="28246" y="12064"/>
                    <a:pt x="27487" y="10796"/>
                  </a:cubicBezTo>
                  <a:cubicBezTo>
                    <a:pt x="26732" y="9529"/>
                    <a:pt x="25002" y="8943"/>
                    <a:pt x="23628" y="9492"/>
                  </a:cubicBezTo>
                  <a:cubicBezTo>
                    <a:pt x="24762" y="8681"/>
                    <a:pt x="25039" y="6901"/>
                    <a:pt x="24210" y="5783"/>
                  </a:cubicBezTo>
                  <a:cubicBezTo>
                    <a:pt x="23385" y="4662"/>
                    <a:pt x="21602" y="4409"/>
                    <a:pt x="20491" y="5254"/>
                  </a:cubicBezTo>
                  <a:cubicBezTo>
                    <a:pt x="20963" y="3876"/>
                    <a:pt x="20201" y="2200"/>
                    <a:pt x="18854" y="1647"/>
                  </a:cubicBezTo>
                  <a:cubicBezTo>
                    <a:pt x="17510" y="1095"/>
                    <a:pt x="15790" y="1751"/>
                    <a:pt x="15154" y="3061"/>
                  </a:cubicBezTo>
                  <a:cubicBezTo>
                    <a:pt x="15886" y="1684"/>
                    <a:pt x="14269" y="1"/>
                    <a:pt x="12712" y="84"/>
                  </a:cubicBezTo>
                  <a:cubicBezTo>
                    <a:pt x="11155" y="167"/>
                    <a:pt x="9895" y="1338"/>
                    <a:pt x="8860" y="2506"/>
                  </a:cubicBezTo>
                  <a:cubicBezTo>
                    <a:pt x="6345" y="1860"/>
                    <a:pt x="3494" y="2822"/>
                    <a:pt x="1883" y="4858"/>
                  </a:cubicBezTo>
                  <a:cubicBezTo>
                    <a:pt x="277" y="6897"/>
                    <a:pt x="0" y="9895"/>
                    <a:pt x="1215" y="12190"/>
                  </a:cubicBezTo>
                </a:path>
              </a:pathLst>
            </a:custGeom>
            <a:noFill/>
            <a:ln w="1075" cap="flat" cmpd="sng">
              <a:solidFill>
                <a:schemeClr val="accent2"/>
              </a:solidFill>
              <a:prstDash val="solid"/>
              <a:miter lim="33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4" name="Google Shape;3834;p1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3835" name="Google Shape;3835;p16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3836" name="Google Shape;3836;p1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" name="Google Shape;3837;p1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" name="Google Shape;3838;p1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" name="Google Shape;3839;p1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" name="Google Shape;3840;p1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" name="Google Shape;3841;p1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1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1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" name="Google Shape;3844;p1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" name="Google Shape;3845;p1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" name="Google Shape;3846;p1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" name="Google Shape;3847;p1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1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1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" name="Google Shape;3850;p1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" name="Google Shape;3851;p1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" name="Google Shape;3852;p1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1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1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1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" name="Google Shape;3856;p1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" name="Google Shape;3857;p1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" name="Google Shape;3858;p1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1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1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" name="Google Shape;3861;p1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" name="Google Shape;3862;p1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" name="Google Shape;3863;p1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" name="Google Shape;3864;p1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" name="Google Shape;3865;p1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" name="Google Shape;3866;p1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" name="Google Shape;3867;p1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" name="Google Shape;3868;p1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" name="Google Shape;3869;p1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" name="Google Shape;3870;p1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" name="Google Shape;3871;p1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" name="Google Shape;3872;p1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" name="Google Shape;3873;p1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" name="Google Shape;3874;p1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" name="Google Shape;3875;p1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" name="Google Shape;3876;p1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" name="Google Shape;3877;p1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" name="Google Shape;3878;p1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" name="Google Shape;3879;p1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" name="Google Shape;3880;p1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" name="Google Shape;3881;p1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" name="Google Shape;3882;p1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" name="Google Shape;3883;p1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" name="Google Shape;3884;p1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" name="Google Shape;3885;p1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" name="Google Shape;3886;p1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" name="Google Shape;3887;p1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" name="Google Shape;3888;p1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" name="Google Shape;3889;p1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" name="Google Shape;3890;p1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" name="Google Shape;3891;p1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" name="Google Shape;3892;p1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" name="Google Shape;3893;p1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" name="Google Shape;3894;p1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" name="Google Shape;3895;p1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" name="Google Shape;3896;p1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" name="Google Shape;3897;p1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" name="Google Shape;3898;p1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" name="Google Shape;3899;p1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" name="Google Shape;3900;p1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" name="Google Shape;3901;p1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" name="Google Shape;3902;p1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" name="Google Shape;3903;p1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" name="Google Shape;3904;p1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" name="Google Shape;3905;p1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" name="Google Shape;3906;p1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" name="Google Shape;3907;p1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" name="Google Shape;3908;p1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" name="Google Shape;3909;p1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" name="Google Shape;3910;p1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" name="Google Shape;3911;p1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" name="Google Shape;3912;p1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" name="Google Shape;3913;p1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1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1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" name="Google Shape;3916;p1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" name="Google Shape;3917;p1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" name="Google Shape;3918;p1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" name="Google Shape;3919;p1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" name="Google Shape;3920;p1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" name="Google Shape;3921;p1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" name="Google Shape;3922;p1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" name="Google Shape;3923;p1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" name="Google Shape;3924;p1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" name="Google Shape;3925;p1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" name="Google Shape;3926;p1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" name="Google Shape;3927;p1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" name="Google Shape;3928;p1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" name="Google Shape;3929;p1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" name="Google Shape;3930;p1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" name="Google Shape;3931;p1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" name="Google Shape;3932;p1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" name="Google Shape;3933;p1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" name="Google Shape;3934;p1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" name="Google Shape;3935;p1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" name="Google Shape;3936;p1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" name="Google Shape;3937;p1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" name="Google Shape;3938;p1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" name="Google Shape;3939;p1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" name="Google Shape;3940;p1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" name="Google Shape;3941;p1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" name="Google Shape;3942;p1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" name="Google Shape;3943;p1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" name="Google Shape;3944;p1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" name="Google Shape;3945;p1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" name="Google Shape;3946;p1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" name="Google Shape;3947;p1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" name="Google Shape;3948;p1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" name="Google Shape;3949;p1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" name="Google Shape;3950;p1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" name="Google Shape;3951;p1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" name="Google Shape;3952;p1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" name="Google Shape;3953;p1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" name="Google Shape;3954;p1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" name="Google Shape;3955;p1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" name="Google Shape;3956;p1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" name="Google Shape;3957;p1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" name="Google Shape;3958;p1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" name="Google Shape;3959;p1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" name="Google Shape;3960;p1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1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" name="Google Shape;3962;p1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" name="Google Shape;3963;p1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" name="Google Shape;3964;p1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" name="Google Shape;3965;p1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" name="Google Shape;3966;p1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" name="Google Shape;3967;p1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" name="Google Shape;3968;p1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" name="Google Shape;3969;p1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" name="Google Shape;3970;p1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" name="Google Shape;3971;p1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72" name="Google Shape;3972;p16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3973" name="Google Shape;3973;p1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" name="Google Shape;3974;p1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" name="Google Shape;3975;p1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" name="Google Shape;3976;p1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" name="Google Shape;3977;p1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" name="Google Shape;3978;p1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" name="Google Shape;3979;p1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1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" name="Google Shape;3981;p1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" name="Google Shape;3982;p1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" name="Google Shape;3983;p1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" name="Google Shape;3984;p1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" name="Google Shape;3985;p1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" name="Google Shape;3986;p1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" name="Google Shape;3987;p1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" name="Google Shape;3988;p1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" name="Google Shape;3989;p1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" name="Google Shape;3990;p1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" name="Google Shape;3991;p1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" name="Google Shape;3992;p1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" name="Google Shape;3993;p1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" name="Google Shape;3994;p1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" name="Google Shape;3995;p1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" name="Google Shape;3996;p1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" name="Google Shape;3997;p1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" name="Google Shape;3998;p1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" name="Google Shape;3999;p1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" name="Google Shape;4000;p1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" name="Google Shape;4001;p1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" name="Google Shape;4002;p1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" name="Google Shape;4003;p1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" name="Google Shape;4004;p1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" name="Google Shape;4005;p1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" name="Google Shape;4006;p1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" name="Google Shape;4007;p1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" name="Google Shape;4008;p1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" name="Google Shape;4009;p1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" name="Google Shape;4010;p1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" name="Google Shape;4011;p1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" name="Google Shape;4012;p1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" name="Google Shape;4013;p1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" name="Google Shape;4014;p1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" name="Google Shape;4015;p1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" name="Google Shape;4016;p1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" name="Google Shape;4017;p1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" name="Google Shape;4018;p1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" name="Google Shape;4019;p1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" name="Google Shape;4020;p1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" name="Google Shape;4021;p1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" name="Google Shape;4022;p1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" name="Google Shape;4023;p1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" name="Google Shape;4024;p1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" name="Google Shape;4025;p1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" name="Google Shape;4026;p1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" name="Google Shape;4027;p1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" name="Google Shape;4028;p1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" name="Google Shape;4029;p1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" name="Google Shape;4030;p1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" name="Google Shape;4031;p1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" name="Google Shape;4032;p1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" name="Google Shape;4033;p1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" name="Google Shape;4034;p1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" name="Google Shape;4035;p1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" name="Google Shape;4036;p1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" name="Google Shape;4037;p1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" name="Google Shape;4038;p1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" name="Google Shape;4039;p1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" name="Google Shape;4040;p1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" name="Google Shape;4041;p1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" name="Google Shape;4042;p1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" name="Google Shape;4043;p1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" name="Google Shape;4044;p1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" name="Google Shape;4045;p1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" name="Google Shape;4046;p1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" name="Google Shape;4047;p1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" name="Google Shape;4048;p1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" name="Google Shape;4049;p1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" name="Google Shape;4050;p1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" name="Google Shape;4051;p1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" name="Google Shape;4052;p1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" name="Google Shape;4053;p1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" name="Google Shape;4054;p1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" name="Google Shape;4055;p1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" name="Google Shape;4056;p1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" name="Google Shape;4057;p1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" name="Google Shape;4058;p1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" name="Google Shape;4059;p1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" name="Google Shape;4060;p1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" name="Google Shape;4061;p1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" name="Google Shape;4062;p1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" name="Google Shape;4063;p1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" name="Google Shape;4064;p1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" name="Google Shape;4065;p1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" name="Google Shape;4066;p1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" name="Google Shape;4067;p1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" name="Google Shape;4068;p1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" name="Google Shape;4069;p1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" name="Google Shape;4070;p1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" name="Google Shape;4071;p1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" name="Google Shape;4072;p1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" name="Google Shape;4073;p1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" name="Google Shape;4074;p1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" name="Google Shape;4075;p1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" name="Google Shape;4076;p1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" name="Google Shape;4077;p1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" name="Google Shape;4078;p1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" name="Google Shape;4079;p1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" name="Google Shape;4080;p1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" name="Google Shape;4081;p1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" name="Google Shape;4082;p1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" name="Google Shape;4083;p1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" name="Google Shape;4084;p1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" name="Google Shape;4085;p1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" name="Google Shape;4086;p1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" name="Google Shape;4087;p1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" name="Google Shape;4088;p1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" name="Google Shape;4089;p1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" name="Google Shape;4090;p1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" name="Google Shape;4091;p1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" name="Google Shape;4092;p1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" name="Google Shape;4093;p1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" name="Google Shape;4094;p1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" name="Google Shape;4095;p1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" name="Google Shape;4096;p1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" name="Google Shape;4097;p1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" name="Google Shape;4098;p1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" name="Google Shape;4099;p1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" name="Google Shape;4100;p1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" name="Google Shape;4101;p1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" name="Google Shape;4102;p1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" name="Google Shape;4103;p1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" name="Google Shape;4104;p1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" name="Google Shape;4105;p1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" name="Google Shape;4106;p1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7" name="Google Shape;4107;p1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8" name="Google Shape;4108;p1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0303792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10" name="Google Shape;4110;p17"/>
          <p:cNvGrpSpPr/>
          <p:nvPr/>
        </p:nvGrpSpPr>
        <p:grpSpPr>
          <a:xfrm>
            <a:off x="6355762" y="-2276641"/>
            <a:ext cx="4559151" cy="4641792"/>
            <a:chOff x="6443636" y="-651126"/>
            <a:chExt cx="1857643" cy="1891315"/>
          </a:xfrm>
        </p:grpSpPr>
        <p:sp>
          <p:nvSpPr>
            <p:cNvPr id="4111" name="Google Shape;4111;p17"/>
            <p:cNvSpPr/>
            <p:nvPr/>
          </p:nvSpPr>
          <p:spPr>
            <a:xfrm rot="2918932">
              <a:off x="6614851" y="-276011"/>
              <a:ext cx="1515213" cy="1141085"/>
            </a:xfrm>
            <a:custGeom>
              <a:avLst/>
              <a:gdLst/>
              <a:ahLst/>
              <a:cxnLst/>
              <a:rect l="l" t="t" r="r" b="b"/>
              <a:pathLst>
                <a:path w="47393" h="35691" extrusionOk="0">
                  <a:moveTo>
                    <a:pt x="33712" y="1"/>
                  </a:moveTo>
                  <a:cubicBezTo>
                    <a:pt x="33522" y="1"/>
                    <a:pt x="33430" y="292"/>
                    <a:pt x="33639" y="350"/>
                  </a:cubicBezTo>
                  <a:cubicBezTo>
                    <a:pt x="36952" y="1305"/>
                    <a:pt x="40130" y="2815"/>
                    <a:pt x="42944" y="4805"/>
                  </a:cubicBezTo>
                  <a:cubicBezTo>
                    <a:pt x="44371" y="5816"/>
                    <a:pt x="46135" y="7060"/>
                    <a:pt x="46561" y="8870"/>
                  </a:cubicBezTo>
                  <a:cubicBezTo>
                    <a:pt x="46737" y="9612"/>
                    <a:pt x="46670" y="10447"/>
                    <a:pt x="46291" y="11119"/>
                  </a:cubicBezTo>
                  <a:cubicBezTo>
                    <a:pt x="45875" y="11854"/>
                    <a:pt x="45167" y="12150"/>
                    <a:pt x="44371" y="12300"/>
                  </a:cubicBezTo>
                  <a:cubicBezTo>
                    <a:pt x="43620" y="12447"/>
                    <a:pt x="42798" y="12516"/>
                    <a:pt x="42172" y="13009"/>
                  </a:cubicBezTo>
                  <a:cubicBezTo>
                    <a:pt x="41800" y="13302"/>
                    <a:pt x="41547" y="13724"/>
                    <a:pt x="41420" y="14180"/>
                  </a:cubicBezTo>
                  <a:cubicBezTo>
                    <a:pt x="41151" y="15158"/>
                    <a:pt x="41347" y="16219"/>
                    <a:pt x="41397" y="17214"/>
                  </a:cubicBezTo>
                  <a:cubicBezTo>
                    <a:pt x="41450" y="18272"/>
                    <a:pt x="41374" y="19523"/>
                    <a:pt x="40286" y="20048"/>
                  </a:cubicBezTo>
                  <a:cubicBezTo>
                    <a:pt x="39761" y="20301"/>
                    <a:pt x="39191" y="20334"/>
                    <a:pt x="38615" y="20334"/>
                  </a:cubicBezTo>
                  <a:cubicBezTo>
                    <a:pt x="38408" y="20334"/>
                    <a:pt x="38200" y="20330"/>
                    <a:pt x="37993" y="20330"/>
                  </a:cubicBezTo>
                  <a:cubicBezTo>
                    <a:pt x="37414" y="20330"/>
                    <a:pt x="36842" y="20363"/>
                    <a:pt x="36314" y="20617"/>
                  </a:cubicBezTo>
                  <a:cubicBezTo>
                    <a:pt x="35010" y="21239"/>
                    <a:pt x="34976" y="22846"/>
                    <a:pt x="35209" y="24081"/>
                  </a:cubicBezTo>
                  <a:cubicBezTo>
                    <a:pt x="35369" y="24942"/>
                    <a:pt x="35642" y="25834"/>
                    <a:pt x="35499" y="26719"/>
                  </a:cubicBezTo>
                  <a:cubicBezTo>
                    <a:pt x="35379" y="27461"/>
                    <a:pt x="34847" y="28279"/>
                    <a:pt x="34051" y="28392"/>
                  </a:cubicBezTo>
                  <a:cubicBezTo>
                    <a:pt x="33992" y="28401"/>
                    <a:pt x="33934" y="28404"/>
                    <a:pt x="33877" y="28404"/>
                  </a:cubicBezTo>
                  <a:cubicBezTo>
                    <a:pt x="33180" y="28404"/>
                    <a:pt x="32676" y="27810"/>
                    <a:pt x="32252" y="27318"/>
                  </a:cubicBezTo>
                  <a:cubicBezTo>
                    <a:pt x="31829" y="26832"/>
                    <a:pt x="31407" y="26343"/>
                    <a:pt x="30788" y="26110"/>
                  </a:cubicBezTo>
                  <a:cubicBezTo>
                    <a:pt x="30467" y="25990"/>
                    <a:pt x="30136" y="25935"/>
                    <a:pt x="29805" y="25935"/>
                  </a:cubicBezTo>
                  <a:cubicBezTo>
                    <a:pt x="28836" y="25935"/>
                    <a:pt x="27875" y="26409"/>
                    <a:pt x="27215" y="27111"/>
                  </a:cubicBezTo>
                  <a:cubicBezTo>
                    <a:pt x="26110" y="28286"/>
                    <a:pt x="25718" y="29903"/>
                    <a:pt x="25415" y="31436"/>
                  </a:cubicBezTo>
                  <a:cubicBezTo>
                    <a:pt x="25219" y="32440"/>
                    <a:pt x="24868" y="35515"/>
                    <a:pt x="23426" y="35515"/>
                  </a:cubicBezTo>
                  <a:cubicBezTo>
                    <a:pt x="23229" y="35515"/>
                    <a:pt x="23011" y="35458"/>
                    <a:pt x="22770" y="35329"/>
                  </a:cubicBezTo>
                  <a:cubicBezTo>
                    <a:pt x="22075" y="34956"/>
                    <a:pt x="21669" y="34201"/>
                    <a:pt x="21379" y="33502"/>
                  </a:cubicBezTo>
                  <a:cubicBezTo>
                    <a:pt x="21000" y="32591"/>
                    <a:pt x="20817" y="31609"/>
                    <a:pt x="20837" y="30625"/>
                  </a:cubicBezTo>
                  <a:cubicBezTo>
                    <a:pt x="20857" y="29773"/>
                    <a:pt x="21007" y="28915"/>
                    <a:pt x="20864" y="28066"/>
                  </a:cubicBezTo>
                  <a:cubicBezTo>
                    <a:pt x="20744" y="27388"/>
                    <a:pt x="20461" y="26749"/>
                    <a:pt x="20035" y="26207"/>
                  </a:cubicBezTo>
                  <a:cubicBezTo>
                    <a:pt x="19157" y="25062"/>
                    <a:pt x="17783" y="24340"/>
                    <a:pt x="16399" y="24011"/>
                  </a:cubicBezTo>
                  <a:cubicBezTo>
                    <a:pt x="15743" y="23855"/>
                    <a:pt x="15074" y="23792"/>
                    <a:pt x="14402" y="23792"/>
                  </a:cubicBezTo>
                  <a:cubicBezTo>
                    <a:pt x="13427" y="23792"/>
                    <a:pt x="12446" y="23924"/>
                    <a:pt x="11492" y="24094"/>
                  </a:cubicBezTo>
                  <a:cubicBezTo>
                    <a:pt x="9531" y="24442"/>
                    <a:pt x="7460" y="24985"/>
                    <a:pt x="5436" y="24985"/>
                  </a:cubicBezTo>
                  <a:cubicBezTo>
                    <a:pt x="4227" y="24985"/>
                    <a:pt x="3035" y="24792"/>
                    <a:pt x="1894" y="24247"/>
                  </a:cubicBezTo>
                  <a:cubicBezTo>
                    <a:pt x="1208" y="23918"/>
                    <a:pt x="606" y="23492"/>
                    <a:pt x="110" y="22913"/>
                  </a:cubicBezTo>
                  <a:cubicBezTo>
                    <a:pt x="99" y="22901"/>
                    <a:pt x="86" y="22897"/>
                    <a:pt x="74" y="22897"/>
                  </a:cubicBezTo>
                  <a:cubicBezTo>
                    <a:pt x="35" y="22897"/>
                    <a:pt x="0" y="22943"/>
                    <a:pt x="31" y="22983"/>
                  </a:cubicBezTo>
                  <a:lnTo>
                    <a:pt x="24" y="22983"/>
                  </a:lnTo>
                  <a:cubicBezTo>
                    <a:pt x="1404" y="24636"/>
                    <a:pt x="3438" y="25156"/>
                    <a:pt x="5498" y="25156"/>
                  </a:cubicBezTo>
                  <a:cubicBezTo>
                    <a:pt x="6477" y="25156"/>
                    <a:pt x="7462" y="25038"/>
                    <a:pt x="8384" y="24869"/>
                  </a:cubicBezTo>
                  <a:cubicBezTo>
                    <a:pt x="10345" y="24509"/>
                    <a:pt x="12432" y="23947"/>
                    <a:pt x="14446" y="23947"/>
                  </a:cubicBezTo>
                  <a:cubicBezTo>
                    <a:pt x="15947" y="23947"/>
                    <a:pt x="17409" y="24260"/>
                    <a:pt x="18748" y="25202"/>
                  </a:cubicBezTo>
                  <a:cubicBezTo>
                    <a:pt x="19403" y="25658"/>
                    <a:pt x="19969" y="26250"/>
                    <a:pt x="20328" y="26965"/>
                  </a:cubicBezTo>
                  <a:cubicBezTo>
                    <a:pt x="20754" y="27810"/>
                    <a:pt x="20780" y="28708"/>
                    <a:pt x="20717" y="29633"/>
                  </a:cubicBezTo>
                  <a:cubicBezTo>
                    <a:pt x="20594" y="31353"/>
                    <a:pt x="20734" y="33126"/>
                    <a:pt x="21732" y="34597"/>
                  </a:cubicBezTo>
                  <a:cubicBezTo>
                    <a:pt x="22055" y="35076"/>
                    <a:pt x="22520" y="35548"/>
                    <a:pt x="23113" y="35665"/>
                  </a:cubicBezTo>
                  <a:cubicBezTo>
                    <a:pt x="23199" y="35682"/>
                    <a:pt x="23285" y="35690"/>
                    <a:pt x="23368" y="35690"/>
                  </a:cubicBezTo>
                  <a:cubicBezTo>
                    <a:pt x="23959" y="35690"/>
                    <a:pt x="24447" y="35276"/>
                    <a:pt x="24736" y="34757"/>
                  </a:cubicBezTo>
                  <a:cubicBezTo>
                    <a:pt x="25152" y="34021"/>
                    <a:pt x="25308" y="33143"/>
                    <a:pt x="25468" y="32321"/>
                  </a:cubicBezTo>
                  <a:cubicBezTo>
                    <a:pt x="25648" y="31406"/>
                    <a:pt x="25794" y="30485"/>
                    <a:pt x="26077" y="29597"/>
                  </a:cubicBezTo>
                  <a:cubicBezTo>
                    <a:pt x="26579" y="28010"/>
                    <a:pt x="27611" y="26413"/>
                    <a:pt x="29387" y="26147"/>
                  </a:cubicBezTo>
                  <a:cubicBezTo>
                    <a:pt x="29530" y="26125"/>
                    <a:pt x="29672" y="26114"/>
                    <a:pt x="29812" y="26114"/>
                  </a:cubicBezTo>
                  <a:cubicBezTo>
                    <a:pt x="30487" y="26114"/>
                    <a:pt x="31120" y="26365"/>
                    <a:pt x="31613" y="26859"/>
                  </a:cubicBezTo>
                  <a:cubicBezTo>
                    <a:pt x="32079" y="27324"/>
                    <a:pt x="32425" y="27917"/>
                    <a:pt x="32964" y="28309"/>
                  </a:cubicBezTo>
                  <a:cubicBezTo>
                    <a:pt x="33266" y="28529"/>
                    <a:pt x="33575" y="28625"/>
                    <a:pt x="33872" y="28625"/>
                  </a:cubicBezTo>
                  <a:cubicBezTo>
                    <a:pt x="34748" y="28625"/>
                    <a:pt x="35519" y="27794"/>
                    <a:pt x="35715" y="26865"/>
                  </a:cubicBezTo>
                  <a:cubicBezTo>
                    <a:pt x="36061" y="25218"/>
                    <a:pt x="34910" y="23608"/>
                    <a:pt x="35412" y="21958"/>
                  </a:cubicBezTo>
                  <a:cubicBezTo>
                    <a:pt x="35944" y="20211"/>
                    <a:pt x="37884" y="20614"/>
                    <a:pt x="39288" y="20494"/>
                  </a:cubicBezTo>
                  <a:cubicBezTo>
                    <a:pt x="40426" y="20398"/>
                    <a:pt x="41311" y="19789"/>
                    <a:pt x="41540" y="18641"/>
                  </a:cubicBezTo>
                  <a:cubicBezTo>
                    <a:pt x="41753" y="17570"/>
                    <a:pt x="41497" y="16465"/>
                    <a:pt x="41504" y="15384"/>
                  </a:cubicBezTo>
                  <a:cubicBezTo>
                    <a:pt x="41507" y="14872"/>
                    <a:pt x="41554" y="14330"/>
                    <a:pt x="41790" y="13867"/>
                  </a:cubicBezTo>
                  <a:cubicBezTo>
                    <a:pt x="42136" y="13202"/>
                    <a:pt x="42814" y="12922"/>
                    <a:pt x="43520" y="12799"/>
                  </a:cubicBezTo>
                  <a:cubicBezTo>
                    <a:pt x="44322" y="12659"/>
                    <a:pt x="45190" y="12636"/>
                    <a:pt x="45885" y="12160"/>
                  </a:cubicBezTo>
                  <a:cubicBezTo>
                    <a:pt x="46454" y="11774"/>
                    <a:pt x="46827" y="11159"/>
                    <a:pt x="46990" y="10497"/>
                  </a:cubicBezTo>
                  <a:cubicBezTo>
                    <a:pt x="47392" y="8827"/>
                    <a:pt x="46531" y="7286"/>
                    <a:pt x="45363" y="6149"/>
                  </a:cubicBezTo>
                  <a:cubicBezTo>
                    <a:pt x="44092" y="4908"/>
                    <a:pt x="42558" y="3883"/>
                    <a:pt x="41031" y="2982"/>
                  </a:cubicBezTo>
                  <a:cubicBezTo>
                    <a:pt x="39517" y="2087"/>
                    <a:pt x="37917" y="1345"/>
                    <a:pt x="36257" y="759"/>
                  </a:cubicBezTo>
                  <a:cubicBezTo>
                    <a:pt x="35435" y="473"/>
                    <a:pt x="34604" y="220"/>
                    <a:pt x="33762" y="7"/>
                  </a:cubicBezTo>
                  <a:cubicBezTo>
                    <a:pt x="33745" y="3"/>
                    <a:pt x="33728" y="1"/>
                    <a:pt x="33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" name="Google Shape;4112;p17"/>
            <p:cNvSpPr/>
            <p:nvPr/>
          </p:nvSpPr>
          <p:spPr>
            <a:xfrm rot="2918932">
              <a:off x="6900323" y="-129092"/>
              <a:ext cx="1014319" cy="735882"/>
            </a:xfrm>
            <a:custGeom>
              <a:avLst/>
              <a:gdLst/>
              <a:ahLst/>
              <a:cxnLst/>
              <a:rect l="l" t="t" r="r" b="b"/>
              <a:pathLst>
                <a:path w="31726" h="23017" extrusionOk="0">
                  <a:moveTo>
                    <a:pt x="23033" y="1"/>
                  </a:moveTo>
                  <a:cubicBezTo>
                    <a:pt x="22811" y="1"/>
                    <a:pt x="22756" y="369"/>
                    <a:pt x="22982" y="447"/>
                  </a:cubicBezTo>
                  <a:cubicBezTo>
                    <a:pt x="23458" y="617"/>
                    <a:pt x="23917" y="843"/>
                    <a:pt x="24343" y="1113"/>
                  </a:cubicBezTo>
                  <a:cubicBezTo>
                    <a:pt x="24769" y="1379"/>
                    <a:pt x="25211" y="1605"/>
                    <a:pt x="25614" y="1901"/>
                  </a:cubicBezTo>
                  <a:cubicBezTo>
                    <a:pt x="26422" y="2493"/>
                    <a:pt x="27207" y="3089"/>
                    <a:pt x="27893" y="3824"/>
                  </a:cubicBezTo>
                  <a:cubicBezTo>
                    <a:pt x="29130" y="5148"/>
                    <a:pt x="30168" y="6778"/>
                    <a:pt x="30514" y="8582"/>
                  </a:cubicBezTo>
                  <a:cubicBezTo>
                    <a:pt x="30664" y="9367"/>
                    <a:pt x="30714" y="10225"/>
                    <a:pt x="30514" y="11007"/>
                  </a:cubicBezTo>
                  <a:cubicBezTo>
                    <a:pt x="30404" y="11433"/>
                    <a:pt x="30245" y="11845"/>
                    <a:pt x="30005" y="12218"/>
                  </a:cubicBezTo>
                  <a:cubicBezTo>
                    <a:pt x="29696" y="12697"/>
                    <a:pt x="29203" y="13173"/>
                    <a:pt x="28638" y="13302"/>
                  </a:cubicBezTo>
                  <a:cubicBezTo>
                    <a:pt x="28185" y="13402"/>
                    <a:pt x="27743" y="13419"/>
                    <a:pt x="27307" y="13602"/>
                  </a:cubicBezTo>
                  <a:cubicBezTo>
                    <a:pt x="26928" y="13765"/>
                    <a:pt x="26582" y="13991"/>
                    <a:pt x="26279" y="14274"/>
                  </a:cubicBezTo>
                  <a:cubicBezTo>
                    <a:pt x="25694" y="14826"/>
                    <a:pt x="25281" y="15568"/>
                    <a:pt x="25178" y="16370"/>
                  </a:cubicBezTo>
                  <a:cubicBezTo>
                    <a:pt x="25071" y="17188"/>
                    <a:pt x="25464" y="18376"/>
                    <a:pt x="24765" y="19011"/>
                  </a:cubicBezTo>
                  <a:cubicBezTo>
                    <a:pt x="24526" y="19229"/>
                    <a:pt x="24211" y="19319"/>
                    <a:pt x="23893" y="19319"/>
                  </a:cubicBezTo>
                  <a:cubicBezTo>
                    <a:pt x="23716" y="19319"/>
                    <a:pt x="23537" y="19291"/>
                    <a:pt x="23371" y="19241"/>
                  </a:cubicBezTo>
                  <a:cubicBezTo>
                    <a:pt x="22849" y="19085"/>
                    <a:pt x="22570" y="18702"/>
                    <a:pt x="22194" y="18346"/>
                  </a:cubicBezTo>
                  <a:cubicBezTo>
                    <a:pt x="21856" y="18027"/>
                    <a:pt x="21453" y="17906"/>
                    <a:pt x="21036" y="17906"/>
                  </a:cubicBezTo>
                  <a:cubicBezTo>
                    <a:pt x="20637" y="17906"/>
                    <a:pt x="20224" y="18017"/>
                    <a:pt x="19842" y="18170"/>
                  </a:cubicBezTo>
                  <a:cubicBezTo>
                    <a:pt x="19003" y="18509"/>
                    <a:pt x="18198" y="19061"/>
                    <a:pt x="17742" y="19863"/>
                  </a:cubicBezTo>
                  <a:cubicBezTo>
                    <a:pt x="17479" y="20329"/>
                    <a:pt x="17413" y="20811"/>
                    <a:pt x="17277" y="21317"/>
                  </a:cubicBezTo>
                  <a:cubicBezTo>
                    <a:pt x="17217" y="21540"/>
                    <a:pt x="17153" y="21776"/>
                    <a:pt x="17007" y="21962"/>
                  </a:cubicBezTo>
                  <a:cubicBezTo>
                    <a:pt x="16901" y="22095"/>
                    <a:pt x="16658" y="22285"/>
                    <a:pt x="16488" y="22325"/>
                  </a:cubicBezTo>
                  <a:cubicBezTo>
                    <a:pt x="16462" y="22331"/>
                    <a:pt x="16437" y="22334"/>
                    <a:pt x="16412" y="22334"/>
                  </a:cubicBezTo>
                  <a:cubicBezTo>
                    <a:pt x="16045" y="22334"/>
                    <a:pt x="15775" y="21681"/>
                    <a:pt x="15713" y="21413"/>
                  </a:cubicBezTo>
                  <a:cubicBezTo>
                    <a:pt x="15590" y="20884"/>
                    <a:pt x="15603" y="20312"/>
                    <a:pt x="15580" y="19773"/>
                  </a:cubicBezTo>
                  <a:cubicBezTo>
                    <a:pt x="15537" y="18835"/>
                    <a:pt x="15453" y="17790"/>
                    <a:pt x="14781" y="17065"/>
                  </a:cubicBezTo>
                  <a:cubicBezTo>
                    <a:pt x="14166" y="16400"/>
                    <a:pt x="13228" y="16170"/>
                    <a:pt x="12356" y="16114"/>
                  </a:cubicBezTo>
                  <a:cubicBezTo>
                    <a:pt x="12202" y="16104"/>
                    <a:pt x="12048" y="16099"/>
                    <a:pt x="11895" y="16099"/>
                  </a:cubicBezTo>
                  <a:cubicBezTo>
                    <a:pt x="10119" y="16099"/>
                    <a:pt x="8417" y="16731"/>
                    <a:pt x="6680" y="17019"/>
                  </a:cubicBezTo>
                  <a:cubicBezTo>
                    <a:pt x="6184" y="17100"/>
                    <a:pt x="5680" y="17153"/>
                    <a:pt x="5177" y="17153"/>
                  </a:cubicBezTo>
                  <a:cubicBezTo>
                    <a:pt x="4658" y="17153"/>
                    <a:pt x="4141" y="17097"/>
                    <a:pt x="3636" y="16959"/>
                  </a:cubicBezTo>
                  <a:cubicBezTo>
                    <a:pt x="2658" y="16689"/>
                    <a:pt x="1770" y="16167"/>
                    <a:pt x="1055" y="15445"/>
                  </a:cubicBezTo>
                  <a:cubicBezTo>
                    <a:pt x="699" y="15082"/>
                    <a:pt x="393" y="14676"/>
                    <a:pt x="146" y="14237"/>
                  </a:cubicBezTo>
                  <a:cubicBezTo>
                    <a:pt x="132" y="14213"/>
                    <a:pt x="109" y="14202"/>
                    <a:pt x="87" y="14202"/>
                  </a:cubicBezTo>
                  <a:cubicBezTo>
                    <a:pt x="43" y="14202"/>
                    <a:pt x="0" y="14243"/>
                    <a:pt x="27" y="14294"/>
                  </a:cubicBezTo>
                  <a:lnTo>
                    <a:pt x="23" y="14294"/>
                  </a:lnTo>
                  <a:cubicBezTo>
                    <a:pt x="948" y="15977"/>
                    <a:pt x="2675" y="17142"/>
                    <a:pt x="4591" y="17335"/>
                  </a:cubicBezTo>
                  <a:cubicBezTo>
                    <a:pt x="4822" y="17358"/>
                    <a:pt x="5051" y="17368"/>
                    <a:pt x="5281" y="17368"/>
                  </a:cubicBezTo>
                  <a:cubicBezTo>
                    <a:pt x="7074" y="17368"/>
                    <a:pt x="8825" y="16728"/>
                    <a:pt x="10586" y="16460"/>
                  </a:cubicBezTo>
                  <a:cubicBezTo>
                    <a:pt x="11042" y="16390"/>
                    <a:pt x="11519" y="16340"/>
                    <a:pt x="11994" y="16340"/>
                  </a:cubicBezTo>
                  <a:cubicBezTo>
                    <a:pt x="12608" y="16340"/>
                    <a:pt x="13219" y="16423"/>
                    <a:pt x="13780" y="16656"/>
                  </a:cubicBezTo>
                  <a:cubicBezTo>
                    <a:pt x="15057" y="17185"/>
                    <a:pt x="15297" y="18449"/>
                    <a:pt x="15340" y="19697"/>
                  </a:cubicBezTo>
                  <a:cubicBezTo>
                    <a:pt x="15367" y="20575"/>
                    <a:pt x="15274" y="21676"/>
                    <a:pt x="15833" y="22425"/>
                  </a:cubicBezTo>
                  <a:cubicBezTo>
                    <a:pt x="16052" y="22724"/>
                    <a:pt x="16418" y="22960"/>
                    <a:pt x="16787" y="23010"/>
                  </a:cubicBezTo>
                  <a:cubicBezTo>
                    <a:pt x="16820" y="23015"/>
                    <a:pt x="16852" y="23017"/>
                    <a:pt x="16884" y="23017"/>
                  </a:cubicBezTo>
                  <a:cubicBezTo>
                    <a:pt x="17330" y="23017"/>
                    <a:pt x="17748" y="22599"/>
                    <a:pt x="17962" y="22242"/>
                  </a:cubicBezTo>
                  <a:cubicBezTo>
                    <a:pt x="18251" y="21753"/>
                    <a:pt x="18308" y="21170"/>
                    <a:pt x="18454" y="20632"/>
                  </a:cubicBezTo>
                  <a:cubicBezTo>
                    <a:pt x="18584" y="20166"/>
                    <a:pt x="18777" y="19727"/>
                    <a:pt x="19066" y="19337"/>
                  </a:cubicBezTo>
                  <a:cubicBezTo>
                    <a:pt x="19495" y="18764"/>
                    <a:pt x="20335" y="18207"/>
                    <a:pt x="21113" y="18207"/>
                  </a:cubicBezTo>
                  <a:cubicBezTo>
                    <a:pt x="21422" y="18207"/>
                    <a:pt x="21721" y="18295"/>
                    <a:pt x="21981" y="18506"/>
                  </a:cubicBezTo>
                  <a:cubicBezTo>
                    <a:pt x="22337" y="18795"/>
                    <a:pt x="22600" y="19168"/>
                    <a:pt x="23015" y="19381"/>
                  </a:cubicBezTo>
                  <a:cubicBezTo>
                    <a:pt x="23297" y="19525"/>
                    <a:pt x="23608" y="19599"/>
                    <a:pt x="23922" y="19599"/>
                  </a:cubicBezTo>
                  <a:cubicBezTo>
                    <a:pt x="24028" y="19599"/>
                    <a:pt x="24134" y="19590"/>
                    <a:pt x="24240" y="19574"/>
                  </a:cubicBezTo>
                  <a:cubicBezTo>
                    <a:pt x="25121" y="19421"/>
                    <a:pt x="25484" y="18642"/>
                    <a:pt x="25491" y="17817"/>
                  </a:cubicBezTo>
                  <a:cubicBezTo>
                    <a:pt x="25494" y="17358"/>
                    <a:pt x="25427" y="16902"/>
                    <a:pt x="25477" y="16443"/>
                  </a:cubicBezTo>
                  <a:cubicBezTo>
                    <a:pt x="25534" y="15961"/>
                    <a:pt x="25704" y="15498"/>
                    <a:pt x="25973" y="15092"/>
                  </a:cubicBezTo>
                  <a:cubicBezTo>
                    <a:pt x="26529" y="14234"/>
                    <a:pt x="27460" y="13688"/>
                    <a:pt x="28485" y="13622"/>
                  </a:cubicBezTo>
                  <a:cubicBezTo>
                    <a:pt x="29047" y="13585"/>
                    <a:pt x="29556" y="13539"/>
                    <a:pt x="30025" y="13203"/>
                  </a:cubicBezTo>
                  <a:cubicBezTo>
                    <a:pt x="30438" y="12903"/>
                    <a:pt x="30774" y="12487"/>
                    <a:pt x="31030" y="12048"/>
                  </a:cubicBezTo>
                  <a:cubicBezTo>
                    <a:pt x="31476" y="11276"/>
                    <a:pt x="31725" y="10338"/>
                    <a:pt x="31695" y="9443"/>
                  </a:cubicBezTo>
                  <a:cubicBezTo>
                    <a:pt x="31619" y="7487"/>
                    <a:pt x="30767" y="5664"/>
                    <a:pt x="29599" y="4124"/>
                  </a:cubicBezTo>
                  <a:cubicBezTo>
                    <a:pt x="28352" y="2483"/>
                    <a:pt x="26595" y="880"/>
                    <a:pt x="24556" y="334"/>
                  </a:cubicBezTo>
                  <a:cubicBezTo>
                    <a:pt x="24070" y="204"/>
                    <a:pt x="23571" y="101"/>
                    <a:pt x="23075" y="5"/>
                  </a:cubicBezTo>
                  <a:cubicBezTo>
                    <a:pt x="23061" y="2"/>
                    <a:pt x="23047" y="1"/>
                    <a:pt x="23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" name="Google Shape;4113;p17"/>
            <p:cNvSpPr/>
            <p:nvPr/>
          </p:nvSpPr>
          <p:spPr>
            <a:xfrm rot="2918932">
              <a:off x="7163812" y="82452"/>
              <a:ext cx="567362" cy="322846"/>
            </a:xfrm>
            <a:custGeom>
              <a:avLst/>
              <a:gdLst/>
              <a:ahLst/>
              <a:cxnLst/>
              <a:rect l="l" t="t" r="r" b="b"/>
              <a:pathLst>
                <a:path w="17746" h="10098" extrusionOk="0">
                  <a:moveTo>
                    <a:pt x="12843" y="1"/>
                  </a:moveTo>
                  <a:cubicBezTo>
                    <a:pt x="12753" y="1"/>
                    <a:pt x="12669" y="119"/>
                    <a:pt x="12748" y="193"/>
                  </a:cubicBezTo>
                  <a:cubicBezTo>
                    <a:pt x="14059" y="1401"/>
                    <a:pt x="16518" y="2089"/>
                    <a:pt x="16810" y="4109"/>
                  </a:cubicBezTo>
                  <a:cubicBezTo>
                    <a:pt x="16933" y="4954"/>
                    <a:pt x="16458" y="5656"/>
                    <a:pt x="15736" y="6052"/>
                  </a:cubicBezTo>
                  <a:cubicBezTo>
                    <a:pt x="15370" y="6251"/>
                    <a:pt x="14977" y="6401"/>
                    <a:pt x="14571" y="6497"/>
                  </a:cubicBezTo>
                  <a:cubicBezTo>
                    <a:pt x="14119" y="6607"/>
                    <a:pt x="13627" y="6610"/>
                    <a:pt x="13221" y="6863"/>
                  </a:cubicBezTo>
                  <a:cubicBezTo>
                    <a:pt x="12485" y="7316"/>
                    <a:pt x="12642" y="8271"/>
                    <a:pt x="12316" y="8959"/>
                  </a:cubicBezTo>
                  <a:cubicBezTo>
                    <a:pt x="12093" y="9433"/>
                    <a:pt x="11637" y="9809"/>
                    <a:pt x="11104" y="9809"/>
                  </a:cubicBezTo>
                  <a:cubicBezTo>
                    <a:pt x="11071" y="9809"/>
                    <a:pt x="11038" y="9807"/>
                    <a:pt x="11005" y="9804"/>
                  </a:cubicBezTo>
                  <a:cubicBezTo>
                    <a:pt x="10373" y="9751"/>
                    <a:pt x="10137" y="9252"/>
                    <a:pt x="9960" y="8716"/>
                  </a:cubicBezTo>
                  <a:cubicBezTo>
                    <a:pt x="9721" y="7988"/>
                    <a:pt x="9245" y="7549"/>
                    <a:pt x="8457" y="7542"/>
                  </a:cubicBezTo>
                  <a:cubicBezTo>
                    <a:pt x="8449" y="7542"/>
                    <a:pt x="8441" y="7542"/>
                    <a:pt x="8433" y="7542"/>
                  </a:cubicBezTo>
                  <a:cubicBezTo>
                    <a:pt x="7644" y="7542"/>
                    <a:pt x="6919" y="7867"/>
                    <a:pt x="6171" y="8074"/>
                  </a:cubicBezTo>
                  <a:cubicBezTo>
                    <a:pt x="5546" y="8249"/>
                    <a:pt x="4874" y="8349"/>
                    <a:pt x="4206" y="8349"/>
                  </a:cubicBezTo>
                  <a:cubicBezTo>
                    <a:pt x="2535" y="8349"/>
                    <a:pt x="891" y="7727"/>
                    <a:pt x="93" y="6111"/>
                  </a:cubicBezTo>
                  <a:cubicBezTo>
                    <a:pt x="84" y="6096"/>
                    <a:pt x="70" y="6089"/>
                    <a:pt x="56" y="6089"/>
                  </a:cubicBezTo>
                  <a:cubicBezTo>
                    <a:pt x="28" y="6089"/>
                    <a:pt x="1" y="6116"/>
                    <a:pt x="16" y="6151"/>
                  </a:cubicBezTo>
                  <a:lnTo>
                    <a:pt x="16" y="6148"/>
                  </a:lnTo>
                  <a:cubicBezTo>
                    <a:pt x="783" y="7832"/>
                    <a:pt x="2575" y="8577"/>
                    <a:pt x="4332" y="8577"/>
                  </a:cubicBezTo>
                  <a:cubicBezTo>
                    <a:pt x="4512" y="8577"/>
                    <a:pt x="4692" y="8569"/>
                    <a:pt x="4870" y="8553"/>
                  </a:cubicBezTo>
                  <a:cubicBezTo>
                    <a:pt x="5878" y="8464"/>
                    <a:pt x="6790" y="8074"/>
                    <a:pt x="7771" y="7881"/>
                  </a:cubicBezTo>
                  <a:cubicBezTo>
                    <a:pt x="7980" y="7840"/>
                    <a:pt x="8204" y="7807"/>
                    <a:pt x="8425" y="7807"/>
                  </a:cubicBezTo>
                  <a:cubicBezTo>
                    <a:pt x="8654" y="7807"/>
                    <a:pt x="8881" y="7843"/>
                    <a:pt x="9085" y="7945"/>
                  </a:cubicBezTo>
                  <a:cubicBezTo>
                    <a:pt x="9614" y="8207"/>
                    <a:pt x="9658" y="8803"/>
                    <a:pt x="9874" y="9289"/>
                  </a:cubicBezTo>
                  <a:cubicBezTo>
                    <a:pt x="10114" y="9818"/>
                    <a:pt x="10635" y="10098"/>
                    <a:pt x="11171" y="10098"/>
                  </a:cubicBezTo>
                  <a:cubicBezTo>
                    <a:pt x="11454" y="10098"/>
                    <a:pt x="11741" y="10020"/>
                    <a:pt x="11993" y="9861"/>
                  </a:cubicBezTo>
                  <a:cubicBezTo>
                    <a:pt x="12362" y="9618"/>
                    <a:pt x="12645" y="9262"/>
                    <a:pt x="12792" y="8843"/>
                  </a:cubicBezTo>
                  <a:cubicBezTo>
                    <a:pt x="12935" y="8444"/>
                    <a:pt x="12911" y="7851"/>
                    <a:pt x="13234" y="7542"/>
                  </a:cubicBezTo>
                  <a:cubicBezTo>
                    <a:pt x="13444" y="7342"/>
                    <a:pt x="13750" y="7379"/>
                    <a:pt x="14016" y="7366"/>
                  </a:cubicBezTo>
                  <a:cubicBezTo>
                    <a:pt x="14269" y="7356"/>
                    <a:pt x="14518" y="7332"/>
                    <a:pt x="14764" y="7296"/>
                  </a:cubicBezTo>
                  <a:cubicBezTo>
                    <a:pt x="15237" y="7223"/>
                    <a:pt x="15696" y="7080"/>
                    <a:pt x="16122" y="6867"/>
                  </a:cubicBezTo>
                  <a:cubicBezTo>
                    <a:pt x="16953" y="6444"/>
                    <a:pt x="17625" y="5689"/>
                    <a:pt x="17682" y="4721"/>
                  </a:cubicBezTo>
                  <a:cubicBezTo>
                    <a:pt x="17745" y="3633"/>
                    <a:pt x="17017" y="2628"/>
                    <a:pt x="16202" y="1989"/>
                  </a:cubicBezTo>
                  <a:cubicBezTo>
                    <a:pt x="15187" y="1194"/>
                    <a:pt x="13943" y="775"/>
                    <a:pt x="12901" y="20"/>
                  </a:cubicBezTo>
                  <a:cubicBezTo>
                    <a:pt x="12883" y="7"/>
                    <a:pt x="12863" y="1"/>
                    <a:pt x="12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14" name="Google Shape;4114;p17"/>
          <p:cNvGrpSpPr/>
          <p:nvPr/>
        </p:nvGrpSpPr>
        <p:grpSpPr>
          <a:xfrm rot="-9204176" flipH="1">
            <a:off x="490127" y="4257115"/>
            <a:ext cx="4559117" cy="4641759"/>
            <a:chOff x="6443636" y="-651126"/>
            <a:chExt cx="1857643" cy="1891315"/>
          </a:xfrm>
        </p:grpSpPr>
        <p:sp>
          <p:nvSpPr>
            <p:cNvPr id="4115" name="Google Shape;4115;p17"/>
            <p:cNvSpPr/>
            <p:nvPr/>
          </p:nvSpPr>
          <p:spPr>
            <a:xfrm rot="2918932">
              <a:off x="6614851" y="-276011"/>
              <a:ext cx="1515213" cy="1141085"/>
            </a:xfrm>
            <a:custGeom>
              <a:avLst/>
              <a:gdLst/>
              <a:ahLst/>
              <a:cxnLst/>
              <a:rect l="l" t="t" r="r" b="b"/>
              <a:pathLst>
                <a:path w="47393" h="35691" extrusionOk="0">
                  <a:moveTo>
                    <a:pt x="33712" y="1"/>
                  </a:moveTo>
                  <a:cubicBezTo>
                    <a:pt x="33522" y="1"/>
                    <a:pt x="33430" y="292"/>
                    <a:pt x="33639" y="350"/>
                  </a:cubicBezTo>
                  <a:cubicBezTo>
                    <a:pt x="36952" y="1305"/>
                    <a:pt x="40130" y="2815"/>
                    <a:pt x="42944" y="4805"/>
                  </a:cubicBezTo>
                  <a:cubicBezTo>
                    <a:pt x="44371" y="5816"/>
                    <a:pt x="46135" y="7060"/>
                    <a:pt x="46561" y="8870"/>
                  </a:cubicBezTo>
                  <a:cubicBezTo>
                    <a:pt x="46737" y="9612"/>
                    <a:pt x="46670" y="10447"/>
                    <a:pt x="46291" y="11119"/>
                  </a:cubicBezTo>
                  <a:cubicBezTo>
                    <a:pt x="45875" y="11854"/>
                    <a:pt x="45167" y="12150"/>
                    <a:pt x="44371" y="12300"/>
                  </a:cubicBezTo>
                  <a:cubicBezTo>
                    <a:pt x="43620" y="12447"/>
                    <a:pt x="42798" y="12516"/>
                    <a:pt x="42172" y="13009"/>
                  </a:cubicBezTo>
                  <a:cubicBezTo>
                    <a:pt x="41800" y="13302"/>
                    <a:pt x="41547" y="13724"/>
                    <a:pt x="41420" y="14180"/>
                  </a:cubicBezTo>
                  <a:cubicBezTo>
                    <a:pt x="41151" y="15158"/>
                    <a:pt x="41347" y="16219"/>
                    <a:pt x="41397" y="17214"/>
                  </a:cubicBezTo>
                  <a:cubicBezTo>
                    <a:pt x="41450" y="18272"/>
                    <a:pt x="41374" y="19523"/>
                    <a:pt x="40286" y="20048"/>
                  </a:cubicBezTo>
                  <a:cubicBezTo>
                    <a:pt x="39761" y="20301"/>
                    <a:pt x="39191" y="20334"/>
                    <a:pt x="38615" y="20334"/>
                  </a:cubicBezTo>
                  <a:cubicBezTo>
                    <a:pt x="38408" y="20334"/>
                    <a:pt x="38200" y="20330"/>
                    <a:pt x="37993" y="20330"/>
                  </a:cubicBezTo>
                  <a:cubicBezTo>
                    <a:pt x="37414" y="20330"/>
                    <a:pt x="36842" y="20363"/>
                    <a:pt x="36314" y="20617"/>
                  </a:cubicBezTo>
                  <a:cubicBezTo>
                    <a:pt x="35010" y="21239"/>
                    <a:pt x="34976" y="22846"/>
                    <a:pt x="35209" y="24081"/>
                  </a:cubicBezTo>
                  <a:cubicBezTo>
                    <a:pt x="35369" y="24942"/>
                    <a:pt x="35642" y="25834"/>
                    <a:pt x="35499" y="26719"/>
                  </a:cubicBezTo>
                  <a:cubicBezTo>
                    <a:pt x="35379" y="27461"/>
                    <a:pt x="34847" y="28279"/>
                    <a:pt x="34051" y="28392"/>
                  </a:cubicBezTo>
                  <a:cubicBezTo>
                    <a:pt x="33992" y="28401"/>
                    <a:pt x="33934" y="28404"/>
                    <a:pt x="33877" y="28404"/>
                  </a:cubicBezTo>
                  <a:cubicBezTo>
                    <a:pt x="33180" y="28404"/>
                    <a:pt x="32676" y="27810"/>
                    <a:pt x="32252" y="27318"/>
                  </a:cubicBezTo>
                  <a:cubicBezTo>
                    <a:pt x="31829" y="26832"/>
                    <a:pt x="31407" y="26343"/>
                    <a:pt x="30788" y="26110"/>
                  </a:cubicBezTo>
                  <a:cubicBezTo>
                    <a:pt x="30467" y="25990"/>
                    <a:pt x="30136" y="25935"/>
                    <a:pt x="29805" y="25935"/>
                  </a:cubicBezTo>
                  <a:cubicBezTo>
                    <a:pt x="28836" y="25935"/>
                    <a:pt x="27875" y="26409"/>
                    <a:pt x="27215" y="27111"/>
                  </a:cubicBezTo>
                  <a:cubicBezTo>
                    <a:pt x="26110" y="28286"/>
                    <a:pt x="25718" y="29903"/>
                    <a:pt x="25415" y="31436"/>
                  </a:cubicBezTo>
                  <a:cubicBezTo>
                    <a:pt x="25219" y="32440"/>
                    <a:pt x="24868" y="35515"/>
                    <a:pt x="23426" y="35515"/>
                  </a:cubicBezTo>
                  <a:cubicBezTo>
                    <a:pt x="23229" y="35515"/>
                    <a:pt x="23011" y="35458"/>
                    <a:pt x="22770" y="35329"/>
                  </a:cubicBezTo>
                  <a:cubicBezTo>
                    <a:pt x="22075" y="34956"/>
                    <a:pt x="21669" y="34201"/>
                    <a:pt x="21379" y="33502"/>
                  </a:cubicBezTo>
                  <a:cubicBezTo>
                    <a:pt x="21000" y="32591"/>
                    <a:pt x="20817" y="31609"/>
                    <a:pt x="20837" y="30625"/>
                  </a:cubicBezTo>
                  <a:cubicBezTo>
                    <a:pt x="20857" y="29773"/>
                    <a:pt x="21007" y="28915"/>
                    <a:pt x="20864" y="28066"/>
                  </a:cubicBezTo>
                  <a:cubicBezTo>
                    <a:pt x="20744" y="27388"/>
                    <a:pt x="20461" y="26749"/>
                    <a:pt x="20035" y="26207"/>
                  </a:cubicBezTo>
                  <a:cubicBezTo>
                    <a:pt x="19157" y="25062"/>
                    <a:pt x="17783" y="24340"/>
                    <a:pt x="16399" y="24011"/>
                  </a:cubicBezTo>
                  <a:cubicBezTo>
                    <a:pt x="15743" y="23855"/>
                    <a:pt x="15074" y="23792"/>
                    <a:pt x="14402" y="23792"/>
                  </a:cubicBezTo>
                  <a:cubicBezTo>
                    <a:pt x="13427" y="23792"/>
                    <a:pt x="12446" y="23924"/>
                    <a:pt x="11492" y="24094"/>
                  </a:cubicBezTo>
                  <a:cubicBezTo>
                    <a:pt x="9531" y="24442"/>
                    <a:pt x="7460" y="24985"/>
                    <a:pt x="5436" y="24985"/>
                  </a:cubicBezTo>
                  <a:cubicBezTo>
                    <a:pt x="4227" y="24985"/>
                    <a:pt x="3035" y="24792"/>
                    <a:pt x="1894" y="24247"/>
                  </a:cubicBezTo>
                  <a:cubicBezTo>
                    <a:pt x="1208" y="23918"/>
                    <a:pt x="606" y="23492"/>
                    <a:pt x="110" y="22913"/>
                  </a:cubicBezTo>
                  <a:cubicBezTo>
                    <a:pt x="99" y="22901"/>
                    <a:pt x="86" y="22897"/>
                    <a:pt x="74" y="22897"/>
                  </a:cubicBezTo>
                  <a:cubicBezTo>
                    <a:pt x="35" y="22897"/>
                    <a:pt x="0" y="22943"/>
                    <a:pt x="31" y="22983"/>
                  </a:cubicBezTo>
                  <a:lnTo>
                    <a:pt x="24" y="22983"/>
                  </a:lnTo>
                  <a:cubicBezTo>
                    <a:pt x="1404" y="24636"/>
                    <a:pt x="3438" y="25156"/>
                    <a:pt x="5498" y="25156"/>
                  </a:cubicBezTo>
                  <a:cubicBezTo>
                    <a:pt x="6477" y="25156"/>
                    <a:pt x="7462" y="25038"/>
                    <a:pt x="8384" y="24869"/>
                  </a:cubicBezTo>
                  <a:cubicBezTo>
                    <a:pt x="10345" y="24509"/>
                    <a:pt x="12432" y="23947"/>
                    <a:pt x="14446" y="23947"/>
                  </a:cubicBezTo>
                  <a:cubicBezTo>
                    <a:pt x="15947" y="23947"/>
                    <a:pt x="17409" y="24260"/>
                    <a:pt x="18748" y="25202"/>
                  </a:cubicBezTo>
                  <a:cubicBezTo>
                    <a:pt x="19403" y="25658"/>
                    <a:pt x="19969" y="26250"/>
                    <a:pt x="20328" y="26965"/>
                  </a:cubicBezTo>
                  <a:cubicBezTo>
                    <a:pt x="20754" y="27810"/>
                    <a:pt x="20780" y="28708"/>
                    <a:pt x="20717" y="29633"/>
                  </a:cubicBezTo>
                  <a:cubicBezTo>
                    <a:pt x="20594" y="31353"/>
                    <a:pt x="20734" y="33126"/>
                    <a:pt x="21732" y="34597"/>
                  </a:cubicBezTo>
                  <a:cubicBezTo>
                    <a:pt x="22055" y="35076"/>
                    <a:pt x="22520" y="35548"/>
                    <a:pt x="23113" y="35665"/>
                  </a:cubicBezTo>
                  <a:cubicBezTo>
                    <a:pt x="23199" y="35682"/>
                    <a:pt x="23285" y="35690"/>
                    <a:pt x="23368" y="35690"/>
                  </a:cubicBezTo>
                  <a:cubicBezTo>
                    <a:pt x="23959" y="35690"/>
                    <a:pt x="24447" y="35276"/>
                    <a:pt x="24736" y="34757"/>
                  </a:cubicBezTo>
                  <a:cubicBezTo>
                    <a:pt x="25152" y="34021"/>
                    <a:pt x="25308" y="33143"/>
                    <a:pt x="25468" y="32321"/>
                  </a:cubicBezTo>
                  <a:cubicBezTo>
                    <a:pt x="25648" y="31406"/>
                    <a:pt x="25794" y="30485"/>
                    <a:pt x="26077" y="29597"/>
                  </a:cubicBezTo>
                  <a:cubicBezTo>
                    <a:pt x="26579" y="28010"/>
                    <a:pt x="27611" y="26413"/>
                    <a:pt x="29387" y="26147"/>
                  </a:cubicBezTo>
                  <a:cubicBezTo>
                    <a:pt x="29530" y="26125"/>
                    <a:pt x="29672" y="26114"/>
                    <a:pt x="29812" y="26114"/>
                  </a:cubicBezTo>
                  <a:cubicBezTo>
                    <a:pt x="30487" y="26114"/>
                    <a:pt x="31120" y="26365"/>
                    <a:pt x="31613" y="26859"/>
                  </a:cubicBezTo>
                  <a:cubicBezTo>
                    <a:pt x="32079" y="27324"/>
                    <a:pt x="32425" y="27917"/>
                    <a:pt x="32964" y="28309"/>
                  </a:cubicBezTo>
                  <a:cubicBezTo>
                    <a:pt x="33266" y="28529"/>
                    <a:pt x="33575" y="28625"/>
                    <a:pt x="33872" y="28625"/>
                  </a:cubicBezTo>
                  <a:cubicBezTo>
                    <a:pt x="34748" y="28625"/>
                    <a:pt x="35519" y="27794"/>
                    <a:pt x="35715" y="26865"/>
                  </a:cubicBezTo>
                  <a:cubicBezTo>
                    <a:pt x="36061" y="25218"/>
                    <a:pt x="34910" y="23608"/>
                    <a:pt x="35412" y="21958"/>
                  </a:cubicBezTo>
                  <a:cubicBezTo>
                    <a:pt x="35944" y="20211"/>
                    <a:pt x="37884" y="20614"/>
                    <a:pt x="39288" y="20494"/>
                  </a:cubicBezTo>
                  <a:cubicBezTo>
                    <a:pt x="40426" y="20398"/>
                    <a:pt x="41311" y="19789"/>
                    <a:pt x="41540" y="18641"/>
                  </a:cubicBezTo>
                  <a:cubicBezTo>
                    <a:pt x="41753" y="17570"/>
                    <a:pt x="41497" y="16465"/>
                    <a:pt x="41504" y="15384"/>
                  </a:cubicBezTo>
                  <a:cubicBezTo>
                    <a:pt x="41507" y="14872"/>
                    <a:pt x="41554" y="14330"/>
                    <a:pt x="41790" y="13867"/>
                  </a:cubicBezTo>
                  <a:cubicBezTo>
                    <a:pt x="42136" y="13202"/>
                    <a:pt x="42814" y="12922"/>
                    <a:pt x="43520" y="12799"/>
                  </a:cubicBezTo>
                  <a:cubicBezTo>
                    <a:pt x="44322" y="12659"/>
                    <a:pt x="45190" y="12636"/>
                    <a:pt x="45885" y="12160"/>
                  </a:cubicBezTo>
                  <a:cubicBezTo>
                    <a:pt x="46454" y="11774"/>
                    <a:pt x="46827" y="11159"/>
                    <a:pt x="46990" y="10497"/>
                  </a:cubicBezTo>
                  <a:cubicBezTo>
                    <a:pt x="47392" y="8827"/>
                    <a:pt x="46531" y="7286"/>
                    <a:pt x="45363" y="6149"/>
                  </a:cubicBezTo>
                  <a:cubicBezTo>
                    <a:pt x="44092" y="4908"/>
                    <a:pt x="42558" y="3883"/>
                    <a:pt x="41031" y="2982"/>
                  </a:cubicBezTo>
                  <a:cubicBezTo>
                    <a:pt x="39517" y="2087"/>
                    <a:pt x="37917" y="1345"/>
                    <a:pt x="36257" y="759"/>
                  </a:cubicBezTo>
                  <a:cubicBezTo>
                    <a:pt x="35435" y="473"/>
                    <a:pt x="34604" y="220"/>
                    <a:pt x="33762" y="7"/>
                  </a:cubicBezTo>
                  <a:cubicBezTo>
                    <a:pt x="33745" y="3"/>
                    <a:pt x="33728" y="1"/>
                    <a:pt x="33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" name="Google Shape;4116;p17"/>
            <p:cNvSpPr/>
            <p:nvPr/>
          </p:nvSpPr>
          <p:spPr>
            <a:xfrm rot="2918932">
              <a:off x="6900323" y="-129092"/>
              <a:ext cx="1014319" cy="735882"/>
            </a:xfrm>
            <a:custGeom>
              <a:avLst/>
              <a:gdLst/>
              <a:ahLst/>
              <a:cxnLst/>
              <a:rect l="l" t="t" r="r" b="b"/>
              <a:pathLst>
                <a:path w="31726" h="23017" extrusionOk="0">
                  <a:moveTo>
                    <a:pt x="23033" y="1"/>
                  </a:moveTo>
                  <a:cubicBezTo>
                    <a:pt x="22811" y="1"/>
                    <a:pt x="22756" y="369"/>
                    <a:pt x="22982" y="447"/>
                  </a:cubicBezTo>
                  <a:cubicBezTo>
                    <a:pt x="23458" y="617"/>
                    <a:pt x="23917" y="843"/>
                    <a:pt x="24343" y="1113"/>
                  </a:cubicBezTo>
                  <a:cubicBezTo>
                    <a:pt x="24769" y="1379"/>
                    <a:pt x="25211" y="1605"/>
                    <a:pt x="25614" y="1901"/>
                  </a:cubicBezTo>
                  <a:cubicBezTo>
                    <a:pt x="26422" y="2493"/>
                    <a:pt x="27207" y="3089"/>
                    <a:pt x="27893" y="3824"/>
                  </a:cubicBezTo>
                  <a:cubicBezTo>
                    <a:pt x="29130" y="5148"/>
                    <a:pt x="30168" y="6778"/>
                    <a:pt x="30514" y="8582"/>
                  </a:cubicBezTo>
                  <a:cubicBezTo>
                    <a:pt x="30664" y="9367"/>
                    <a:pt x="30714" y="10225"/>
                    <a:pt x="30514" y="11007"/>
                  </a:cubicBezTo>
                  <a:cubicBezTo>
                    <a:pt x="30404" y="11433"/>
                    <a:pt x="30245" y="11845"/>
                    <a:pt x="30005" y="12218"/>
                  </a:cubicBezTo>
                  <a:cubicBezTo>
                    <a:pt x="29696" y="12697"/>
                    <a:pt x="29203" y="13173"/>
                    <a:pt x="28638" y="13302"/>
                  </a:cubicBezTo>
                  <a:cubicBezTo>
                    <a:pt x="28185" y="13402"/>
                    <a:pt x="27743" y="13419"/>
                    <a:pt x="27307" y="13602"/>
                  </a:cubicBezTo>
                  <a:cubicBezTo>
                    <a:pt x="26928" y="13765"/>
                    <a:pt x="26582" y="13991"/>
                    <a:pt x="26279" y="14274"/>
                  </a:cubicBezTo>
                  <a:cubicBezTo>
                    <a:pt x="25694" y="14826"/>
                    <a:pt x="25281" y="15568"/>
                    <a:pt x="25178" y="16370"/>
                  </a:cubicBezTo>
                  <a:cubicBezTo>
                    <a:pt x="25071" y="17188"/>
                    <a:pt x="25464" y="18376"/>
                    <a:pt x="24765" y="19011"/>
                  </a:cubicBezTo>
                  <a:cubicBezTo>
                    <a:pt x="24526" y="19229"/>
                    <a:pt x="24211" y="19319"/>
                    <a:pt x="23893" y="19319"/>
                  </a:cubicBezTo>
                  <a:cubicBezTo>
                    <a:pt x="23716" y="19319"/>
                    <a:pt x="23537" y="19291"/>
                    <a:pt x="23371" y="19241"/>
                  </a:cubicBezTo>
                  <a:cubicBezTo>
                    <a:pt x="22849" y="19085"/>
                    <a:pt x="22570" y="18702"/>
                    <a:pt x="22194" y="18346"/>
                  </a:cubicBezTo>
                  <a:cubicBezTo>
                    <a:pt x="21856" y="18027"/>
                    <a:pt x="21453" y="17906"/>
                    <a:pt x="21036" y="17906"/>
                  </a:cubicBezTo>
                  <a:cubicBezTo>
                    <a:pt x="20637" y="17906"/>
                    <a:pt x="20224" y="18017"/>
                    <a:pt x="19842" y="18170"/>
                  </a:cubicBezTo>
                  <a:cubicBezTo>
                    <a:pt x="19003" y="18509"/>
                    <a:pt x="18198" y="19061"/>
                    <a:pt x="17742" y="19863"/>
                  </a:cubicBezTo>
                  <a:cubicBezTo>
                    <a:pt x="17479" y="20329"/>
                    <a:pt x="17413" y="20811"/>
                    <a:pt x="17277" y="21317"/>
                  </a:cubicBezTo>
                  <a:cubicBezTo>
                    <a:pt x="17217" y="21540"/>
                    <a:pt x="17153" y="21776"/>
                    <a:pt x="17007" y="21962"/>
                  </a:cubicBezTo>
                  <a:cubicBezTo>
                    <a:pt x="16901" y="22095"/>
                    <a:pt x="16658" y="22285"/>
                    <a:pt x="16488" y="22325"/>
                  </a:cubicBezTo>
                  <a:cubicBezTo>
                    <a:pt x="16462" y="22331"/>
                    <a:pt x="16437" y="22334"/>
                    <a:pt x="16412" y="22334"/>
                  </a:cubicBezTo>
                  <a:cubicBezTo>
                    <a:pt x="16045" y="22334"/>
                    <a:pt x="15775" y="21681"/>
                    <a:pt x="15713" y="21413"/>
                  </a:cubicBezTo>
                  <a:cubicBezTo>
                    <a:pt x="15590" y="20884"/>
                    <a:pt x="15603" y="20312"/>
                    <a:pt x="15580" y="19773"/>
                  </a:cubicBezTo>
                  <a:cubicBezTo>
                    <a:pt x="15537" y="18835"/>
                    <a:pt x="15453" y="17790"/>
                    <a:pt x="14781" y="17065"/>
                  </a:cubicBezTo>
                  <a:cubicBezTo>
                    <a:pt x="14166" y="16400"/>
                    <a:pt x="13228" y="16170"/>
                    <a:pt x="12356" y="16114"/>
                  </a:cubicBezTo>
                  <a:cubicBezTo>
                    <a:pt x="12202" y="16104"/>
                    <a:pt x="12048" y="16099"/>
                    <a:pt x="11895" y="16099"/>
                  </a:cubicBezTo>
                  <a:cubicBezTo>
                    <a:pt x="10119" y="16099"/>
                    <a:pt x="8417" y="16731"/>
                    <a:pt x="6680" y="17019"/>
                  </a:cubicBezTo>
                  <a:cubicBezTo>
                    <a:pt x="6184" y="17100"/>
                    <a:pt x="5680" y="17153"/>
                    <a:pt x="5177" y="17153"/>
                  </a:cubicBezTo>
                  <a:cubicBezTo>
                    <a:pt x="4658" y="17153"/>
                    <a:pt x="4141" y="17097"/>
                    <a:pt x="3636" y="16959"/>
                  </a:cubicBezTo>
                  <a:cubicBezTo>
                    <a:pt x="2658" y="16689"/>
                    <a:pt x="1770" y="16167"/>
                    <a:pt x="1055" y="15445"/>
                  </a:cubicBezTo>
                  <a:cubicBezTo>
                    <a:pt x="699" y="15082"/>
                    <a:pt x="393" y="14676"/>
                    <a:pt x="146" y="14237"/>
                  </a:cubicBezTo>
                  <a:cubicBezTo>
                    <a:pt x="132" y="14213"/>
                    <a:pt x="109" y="14202"/>
                    <a:pt x="87" y="14202"/>
                  </a:cubicBezTo>
                  <a:cubicBezTo>
                    <a:pt x="43" y="14202"/>
                    <a:pt x="0" y="14243"/>
                    <a:pt x="27" y="14294"/>
                  </a:cubicBezTo>
                  <a:lnTo>
                    <a:pt x="23" y="14294"/>
                  </a:lnTo>
                  <a:cubicBezTo>
                    <a:pt x="948" y="15977"/>
                    <a:pt x="2675" y="17142"/>
                    <a:pt x="4591" y="17335"/>
                  </a:cubicBezTo>
                  <a:cubicBezTo>
                    <a:pt x="4822" y="17358"/>
                    <a:pt x="5051" y="17368"/>
                    <a:pt x="5281" y="17368"/>
                  </a:cubicBezTo>
                  <a:cubicBezTo>
                    <a:pt x="7074" y="17368"/>
                    <a:pt x="8825" y="16728"/>
                    <a:pt x="10586" y="16460"/>
                  </a:cubicBezTo>
                  <a:cubicBezTo>
                    <a:pt x="11042" y="16390"/>
                    <a:pt x="11519" y="16340"/>
                    <a:pt x="11994" y="16340"/>
                  </a:cubicBezTo>
                  <a:cubicBezTo>
                    <a:pt x="12608" y="16340"/>
                    <a:pt x="13219" y="16423"/>
                    <a:pt x="13780" y="16656"/>
                  </a:cubicBezTo>
                  <a:cubicBezTo>
                    <a:pt x="15057" y="17185"/>
                    <a:pt x="15297" y="18449"/>
                    <a:pt x="15340" y="19697"/>
                  </a:cubicBezTo>
                  <a:cubicBezTo>
                    <a:pt x="15367" y="20575"/>
                    <a:pt x="15274" y="21676"/>
                    <a:pt x="15833" y="22425"/>
                  </a:cubicBezTo>
                  <a:cubicBezTo>
                    <a:pt x="16052" y="22724"/>
                    <a:pt x="16418" y="22960"/>
                    <a:pt x="16787" y="23010"/>
                  </a:cubicBezTo>
                  <a:cubicBezTo>
                    <a:pt x="16820" y="23015"/>
                    <a:pt x="16852" y="23017"/>
                    <a:pt x="16884" y="23017"/>
                  </a:cubicBezTo>
                  <a:cubicBezTo>
                    <a:pt x="17330" y="23017"/>
                    <a:pt x="17748" y="22599"/>
                    <a:pt x="17962" y="22242"/>
                  </a:cubicBezTo>
                  <a:cubicBezTo>
                    <a:pt x="18251" y="21753"/>
                    <a:pt x="18308" y="21170"/>
                    <a:pt x="18454" y="20632"/>
                  </a:cubicBezTo>
                  <a:cubicBezTo>
                    <a:pt x="18584" y="20166"/>
                    <a:pt x="18777" y="19727"/>
                    <a:pt x="19066" y="19337"/>
                  </a:cubicBezTo>
                  <a:cubicBezTo>
                    <a:pt x="19495" y="18764"/>
                    <a:pt x="20335" y="18207"/>
                    <a:pt x="21113" y="18207"/>
                  </a:cubicBezTo>
                  <a:cubicBezTo>
                    <a:pt x="21422" y="18207"/>
                    <a:pt x="21721" y="18295"/>
                    <a:pt x="21981" y="18506"/>
                  </a:cubicBezTo>
                  <a:cubicBezTo>
                    <a:pt x="22337" y="18795"/>
                    <a:pt x="22600" y="19168"/>
                    <a:pt x="23015" y="19381"/>
                  </a:cubicBezTo>
                  <a:cubicBezTo>
                    <a:pt x="23297" y="19525"/>
                    <a:pt x="23608" y="19599"/>
                    <a:pt x="23922" y="19599"/>
                  </a:cubicBezTo>
                  <a:cubicBezTo>
                    <a:pt x="24028" y="19599"/>
                    <a:pt x="24134" y="19590"/>
                    <a:pt x="24240" y="19574"/>
                  </a:cubicBezTo>
                  <a:cubicBezTo>
                    <a:pt x="25121" y="19421"/>
                    <a:pt x="25484" y="18642"/>
                    <a:pt x="25491" y="17817"/>
                  </a:cubicBezTo>
                  <a:cubicBezTo>
                    <a:pt x="25494" y="17358"/>
                    <a:pt x="25427" y="16902"/>
                    <a:pt x="25477" y="16443"/>
                  </a:cubicBezTo>
                  <a:cubicBezTo>
                    <a:pt x="25534" y="15961"/>
                    <a:pt x="25704" y="15498"/>
                    <a:pt x="25973" y="15092"/>
                  </a:cubicBezTo>
                  <a:cubicBezTo>
                    <a:pt x="26529" y="14234"/>
                    <a:pt x="27460" y="13688"/>
                    <a:pt x="28485" y="13622"/>
                  </a:cubicBezTo>
                  <a:cubicBezTo>
                    <a:pt x="29047" y="13585"/>
                    <a:pt x="29556" y="13539"/>
                    <a:pt x="30025" y="13203"/>
                  </a:cubicBezTo>
                  <a:cubicBezTo>
                    <a:pt x="30438" y="12903"/>
                    <a:pt x="30774" y="12487"/>
                    <a:pt x="31030" y="12048"/>
                  </a:cubicBezTo>
                  <a:cubicBezTo>
                    <a:pt x="31476" y="11276"/>
                    <a:pt x="31725" y="10338"/>
                    <a:pt x="31695" y="9443"/>
                  </a:cubicBezTo>
                  <a:cubicBezTo>
                    <a:pt x="31619" y="7487"/>
                    <a:pt x="30767" y="5664"/>
                    <a:pt x="29599" y="4124"/>
                  </a:cubicBezTo>
                  <a:cubicBezTo>
                    <a:pt x="28352" y="2483"/>
                    <a:pt x="26595" y="880"/>
                    <a:pt x="24556" y="334"/>
                  </a:cubicBezTo>
                  <a:cubicBezTo>
                    <a:pt x="24070" y="204"/>
                    <a:pt x="23571" y="101"/>
                    <a:pt x="23075" y="5"/>
                  </a:cubicBezTo>
                  <a:cubicBezTo>
                    <a:pt x="23061" y="2"/>
                    <a:pt x="23047" y="1"/>
                    <a:pt x="23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" name="Google Shape;4117;p17"/>
            <p:cNvSpPr/>
            <p:nvPr/>
          </p:nvSpPr>
          <p:spPr>
            <a:xfrm rot="2918932">
              <a:off x="7163812" y="82452"/>
              <a:ext cx="567362" cy="322846"/>
            </a:xfrm>
            <a:custGeom>
              <a:avLst/>
              <a:gdLst/>
              <a:ahLst/>
              <a:cxnLst/>
              <a:rect l="l" t="t" r="r" b="b"/>
              <a:pathLst>
                <a:path w="17746" h="10098" extrusionOk="0">
                  <a:moveTo>
                    <a:pt x="12843" y="1"/>
                  </a:moveTo>
                  <a:cubicBezTo>
                    <a:pt x="12753" y="1"/>
                    <a:pt x="12669" y="119"/>
                    <a:pt x="12748" y="193"/>
                  </a:cubicBezTo>
                  <a:cubicBezTo>
                    <a:pt x="14059" y="1401"/>
                    <a:pt x="16518" y="2089"/>
                    <a:pt x="16810" y="4109"/>
                  </a:cubicBezTo>
                  <a:cubicBezTo>
                    <a:pt x="16933" y="4954"/>
                    <a:pt x="16458" y="5656"/>
                    <a:pt x="15736" y="6052"/>
                  </a:cubicBezTo>
                  <a:cubicBezTo>
                    <a:pt x="15370" y="6251"/>
                    <a:pt x="14977" y="6401"/>
                    <a:pt x="14571" y="6497"/>
                  </a:cubicBezTo>
                  <a:cubicBezTo>
                    <a:pt x="14119" y="6607"/>
                    <a:pt x="13627" y="6610"/>
                    <a:pt x="13221" y="6863"/>
                  </a:cubicBezTo>
                  <a:cubicBezTo>
                    <a:pt x="12485" y="7316"/>
                    <a:pt x="12642" y="8271"/>
                    <a:pt x="12316" y="8959"/>
                  </a:cubicBezTo>
                  <a:cubicBezTo>
                    <a:pt x="12093" y="9433"/>
                    <a:pt x="11637" y="9809"/>
                    <a:pt x="11104" y="9809"/>
                  </a:cubicBezTo>
                  <a:cubicBezTo>
                    <a:pt x="11071" y="9809"/>
                    <a:pt x="11038" y="9807"/>
                    <a:pt x="11005" y="9804"/>
                  </a:cubicBezTo>
                  <a:cubicBezTo>
                    <a:pt x="10373" y="9751"/>
                    <a:pt x="10137" y="9252"/>
                    <a:pt x="9960" y="8716"/>
                  </a:cubicBezTo>
                  <a:cubicBezTo>
                    <a:pt x="9721" y="7988"/>
                    <a:pt x="9245" y="7549"/>
                    <a:pt x="8457" y="7542"/>
                  </a:cubicBezTo>
                  <a:cubicBezTo>
                    <a:pt x="8449" y="7542"/>
                    <a:pt x="8441" y="7542"/>
                    <a:pt x="8433" y="7542"/>
                  </a:cubicBezTo>
                  <a:cubicBezTo>
                    <a:pt x="7644" y="7542"/>
                    <a:pt x="6919" y="7867"/>
                    <a:pt x="6171" y="8074"/>
                  </a:cubicBezTo>
                  <a:cubicBezTo>
                    <a:pt x="5546" y="8249"/>
                    <a:pt x="4874" y="8349"/>
                    <a:pt x="4206" y="8349"/>
                  </a:cubicBezTo>
                  <a:cubicBezTo>
                    <a:pt x="2535" y="8349"/>
                    <a:pt x="891" y="7727"/>
                    <a:pt x="93" y="6111"/>
                  </a:cubicBezTo>
                  <a:cubicBezTo>
                    <a:pt x="84" y="6096"/>
                    <a:pt x="70" y="6089"/>
                    <a:pt x="56" y="6089"/>
                  </a:cubicBezTo>
                  <a:cubicBezTo>
                    <a:pt x="28" y="6089"/>
                    <a:pt x="1" y="6116"/>
                    <a:pt x="16" y="6151"/>
                  </a:cubicBezTo>
                  <a:lnTo>
                    <a:pt x="16" y="6148"/>
                  </a:lnTo>
                  <a:cubicBezTo>
                    <a:pt x="783" y="7832"/>
                    <a:pt x="2575" y="8577"/>
                    <a:pt x="4332" y="8577"/>
                  </a:cubicBezTo>
                  <a:cubicBezTo>
                    <a:pt x="4512" y="8577"/>
                    <a:pt x="4692" y="8569"/>
                    <a:pt x="4870" y="8553"/>
                  </a:cubicBezTo>
                  <a:cubicBezTo>
                    <a:pt x="5878" y="8464"/>
                    <a:pt x="6790" y="8074"/>
                    <a:pt x="7771" y="7881"/>
                  </a:cubicBezTo>
                  <a:cubicBezTo>
                    <a:pt x="7980" y="7840"/>
                    <a:pt x="8204" y="7807"/>
                    <a:pt x="8425" y="7807"/>
                  </a:cubicBezTo>
                  <a:cubicBezTo>
                    <a:pt x="8654" y="7807"/>
                    <a:pt x="8881" y="7843"/>
                    <a:pt x="9085" y="7945"/>
                  </a:cubicBezTo>
                  <a:cubicBezTo>
                    <a:pt x="9614" y="8207"/>
                    <a:pt x="9658" y="8803"/>
                    <a:pt x="9874" y="9289"/>
                  </a:cubicBezTo>
                  <a:cubicBezTo>
                    <a:pt x="10114" y="9818"/>
                    <a:pt x="10635" y="10098"/>
                    <a:pt x="11171" y="10098"/>
                  </a:cubicBezTo>
                  <a:cubicBezTo>
                    <a:pt x="11454" y="10098"/>
                    <a:pt x="11741" y="10020"/>
                    <a:pt x="11993" y="9861"/>
                  </a:cubicBezTo>
                  <a:cubicBezTo>
                    <a:pt x="12362" y="9618"/>
                    <a:pt x="12645" y="9262"/>
                    <a:pt x="12792" y="8843"/>
                  </a:cubicBezTo>
                  <a:cubicBezTo>
                    <a:pt x="12935" y="8444"/>
                    <a:pt x="12911" y="7851"/>
                    <a:pt x="13234" y="7542"/>
                  </a:cubicBezTo>
                  <a:cubicBezTo>
                    <a:pt x="13444" y="7342"/>
                    <a:pt x="13750" y="7379"/>
                    <a:pt x="14016" y="7366"/>
                  </a:cubicBezTo>
                  <a:cubicBezTo>
                    <a:pt x="14269" y="7356"/>
                    <a:pt x="14518" y="7332"/>
                    <a:pt x="14764" y="7296"/>
                  </a:cubicBezTo>
                  <a:cubicBezTo>
                    <a:pt x="15237" y="7223"/>
                    <a:pt x="15696" y="7080"/>
                    <a:pt x="16122" y="6867"/>
                  </a:cubicBezTo>
                  <a:cubicBezTo>
                    <a:pt x="16953" y="6444"/>
                    <a:pt x="17625" y="5689"/>
                    <a:pt x="17682" y="4721"/>
                  </a:cubicBezTo>
                  <a:cubicBezTo>
                    <a:pt x="17745" y="3633"/>
                    <a:pt x="17017" y="2628"/>
                    <a:pt x="16202" y="1989"/>
                  </a:cubicBezTo>
                  <a:cubicBezTo>
                    <a:pt x="15187" y="1194"/>
                    <a:pt x="13943" y="775"/>
                    <a:pt x="12901" y="20"/>
                  </a:cubicBezTo>
                  <a:cubicBezTo>
                    <a:pt x="12883" y="7"/>
                    <a:pt x="12863" y="1"/>
                    <a:pt x="12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118" name="Google Shape;4118;p17"/>
          <p:cNvSpPr txBox="1">
            <a:spLocks noGrp="1"/>
          </p:cNvSpPr>
          <p:nvPr>
            <p:ph type="subTitle" idx="1"/>
          </p:nvPr>
        </p:nvSpPr>
        <p:spPr>
          <a:xfrm>
            <a:off x="6717376" y="3599517"/>
            <a:ext cx="3876800" cy="13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4119" name="Google Shape;4119;p17"/>
          <p:cNvSpPr txBox="1">
            <a:spLocks noGrp="1"/>
          </p:cNvSpPr>
          <p:nvPr>
            <p:ph type="title"/>
          </p:nvPr>
        </p:nvSpPr>
        <p:spPr>
          <a:xfrm>
            <a:off x="6717376" y="1974551"/>
            <a:ext cx="3876800" cy="16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4120" name="Google Shape;4120;p17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4121" name="Google Shape;4121;p17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" name="Google Shape;4122;p17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" name="Google Shape;4123;p17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" name="Google Shape;4124;p17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" name="Google Shape;4125;p17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" name="Google Shape;4126;p17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" name="Google Shape;4127;p17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" name="Google Shape;4128;p17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" name="Google Shape;4129;p17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" name="Google Shape;4130;p17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" name="Google Shape;4131;p17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" name="Google Shape;4132;p17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" name="Google Shape;4133;p17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" name="Google Shape;4134;p17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" name="Google Shape;4135;p17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" name="Google Shape;4136;p17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" name="Google Shape;4137;p17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" name="Google Shape;4138;p17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" name="Google Shape;4139;p17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" name="Google Shape;4140;p17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" name="Google Shape;4141;p17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" name="Google Shape;4142;p17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" name="Google Shape;4143;p17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" name="Google Shape;4144;p17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" name="Google Shape;4145;p17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" name="Google Shape;4146;p17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" name="Google Shape;4147;p17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" name="Google Shape;4148;p17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" name="Google Shape;4149;p17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" name="Google Shape;4150;p17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" name="Google Shape;4151;p17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" name="Google Shape;4152;p17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" name="Google Shape;4153;p17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" name="Google Shape;4154;p17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" name="Google Shape;4155;p17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" name="Google Shape;4156;p17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" name="Google Shape;4157;p17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" name="Google Shape;4158;p17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" name="Google Shape;4159;p17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" name="Google Shape;4160;p17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" name="Google Shape;4161;p17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" name="Google Shape;4162;p17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" name="Google Shape;4163;p17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" name="Google Shape;4164;p17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" name="Google Shape;4165;p17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" name="Google Shape;4166;p17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" name="Google Shape;4167;p17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" name="Google Shape;4168;p17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" name="Google Shape;4169;p17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" name="Google Shape;4170;p17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" name="Google Shape;4171;p17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" name="Google Shape;4172;p17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" name="Google Shape;4173;p17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" name="Google Shape;4174;p17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" name="Google Shape;4175;p17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" name="Google Shape;4176;p17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" name="Google Shape;4177;p17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" name="Google Shape;4178;p17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" name="Google Shape;4179;p17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" name="Google Shape;4180;p17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" name="Google Shape;4181;p17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" name="Google Shape;4182;p17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" name="Google Shape;4183;p17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" name="Google Shape;4184;p17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" name="Google Shape;4185;p17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" name="Google Shape;4186;p17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" name="Google Shape;4187;p17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" name="Google Shape;4188;p17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" name="Google Shape;4189;p17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" name="Google Shape;4190;p17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" name="Google Shape;4191;p17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" name="Google Shape;4192;p17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" name="Google Shape;4193;p17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" name="Google Shape;4194;p17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" name="Google Shape;4195;p17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" name="Google Shape;4196;p17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" name="Google Shape;4197;p17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" name="Google Shape;4198;p17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" name="Google Shape;4199;p17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" name="Google Shape;4200;p17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" name="Google Shape;4201;p17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" name="Google Shape;4202;p17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" name="Google Shape;4203;p17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" name="Google Shape;4204;p17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" name="Google Shape;4205;p17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" name="Google Shape;4206;p17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" name="Google Shape;4207;p17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" name="Google Shape;4208;p17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" name="Google Shape;4209;p17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" name="Google Shape;4210;p17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" name="Google Shape;4211;p17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" name="Google Shape;4212;p17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" name="Google Shape;4213;p17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" name="Google Shape;4214;p17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5" name="Google Shape;4215;p17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6" name="Google Shape;4216;p17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" name="Google Shape;4217;p17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" name="Google Shape;4218;p17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" name="Google Shape;4219;p17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" name="Google Shape;4220;p17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" name="Google Shape;4221;p17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" name="Google Shape;4222;p17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" name="Google Shape;4223;p17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" name="Google Shape;4224;p17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" name="Google Shape;4225;p17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" name="Google Shape;4226;p17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" name="Google Shape;4227;p17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" name="Google Shape;4228;p17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" name="Google Shape;4229;p17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" name="Google Shape;4230;p17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" name="Google Shape;4231;p17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" name="Google Shape;4232;p17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" name="Google Shape;4233;p17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" name="Google Shape;4234;p17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" name="Google Shape;4235;p17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" name="Google Shape;4236;p17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" name="Google Shape;4237;p17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" name="Google Shape;4238;p17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" name="Google Shape;4239;p17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" name="Google Shape;4240;p17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" name="Google Shape;4241;p17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" name="Google Shape;4242;p17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" name="Google Shape;4243;p17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" name="Google Shape;4244;p17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" name="Google Shape;4245;p17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" name="Google Shape;4246;p17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" name="Google Shape;4247;p17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" name="Google Shape;4248;p17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" name="Google Shape;4249;p17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" name="Google Shape;4250;p17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" name="Google Shape;4251;p17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" name="Google Shape;4252;p17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" name="Google Shape;4253;p17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" name="Google Shape;4254;p17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" name="Google Shape;4255;p17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" name="Google Shape;4256;p17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257" name="Google Shape;4257;p17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4258" name="Google Shape;4258;p17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" name="Google Shape;4259;p17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" name="Google Shape;4260;p17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" name="Google Shape;4261;p17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" name="Google Shape;4262;p17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" name="Google Shape;4263;p17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" name="Google Shape;4264;p17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" name="Google Shape;4265;p17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" name="Google Shape;4266;p17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" name="Google Shape;4267;p17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" name="Google Shape;4268;p17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" name="Google Shape;4269;p17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" name="Google Shape;4270;p17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" name="Google Shape;4271;p17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" name="Google Shape;4272;p17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" name="Google Shape;4273;p17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" name="Google Shape;4274;p17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" name="Google Shape;4275;p17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" name="Google Shape;4276;p17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" name="Google Shape;4277;p17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" name="Google Shape;4278;p17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" name="Google Shape;4279;p17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" name="Google Shape;4280;p17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" name="Google Shape;4281;p17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" name="Google Shape;4282;p17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" name="Google Shape;4283;p17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" name="Google Shape;4284;p17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" name="Google Shape;4285;p17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" name="Google Shape;4286;p17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" name="Google Shape;4287;p17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" name="Google Shape;4288;p17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" name="Google Shape;4289;p17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" name="Google Shape;4290;p17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" name="Google Shape;4291;p17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" name="Google Shape;4292;p17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" name="Google Shape;4293;p17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" name="Google Shape;4294;p17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" name="Google Shape;4295;p17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" name="Google Shape;4296;p17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" name="Google Shape;4297;p17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" name="Google Shape;4298;p17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" name="Google Shape;4299;p17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" name="Google Shape;4300;p17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" name="Google Shape;4301;p17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" name="Google Shape;4302;p17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" name="Google Shape;4303;p17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" name="Google Shape;4304;p17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" name="Google Shape;4305;p17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" name="Google Shape;4306;p17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" name="Google Shape;4307;p17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" name="Google Shape;4308;p17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" name="Google Shape;4309;p17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" name="Google Shape;4310;p17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" name="Google Shape;4311;p17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" name="Google Shape;4312;p17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" name="Google Shape;4313;p17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" name="Google Shape;4314;p17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" name="Google Shape;4315;p17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" name="Google Shape;4316;p17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" name="Google Shape;4317;p17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" name="Google Shape;4318;p17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" name="Google Shape;4319;p17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" name="Google Shape;4320;p17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" name="Google Shape;4321;p17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" name="Google Shape;4322;p17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3" name="Google Shape;4323;p17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" name="Google Shape;4324;p17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" name="Google Shape;4325;p17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" name="Google Shape;4326;p17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" name="Google Shape;4327;p17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" name="Google Shape;4328;p17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" name="Google Shape;4329;p17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" name="Google Shape;4330;p17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" name="Google Shape;4331;p17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" name="Google Shape;4332;p17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" name="Google Shape;4333;p17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" name="Google Shape;4334;p17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" name="Google Shape;4335;p17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" name="Google Shape;4336;p17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" name="Google Shape;4337;p17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" name="Google Shape;4338;p17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" name="Google Shape;4339;p17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" name="Google Shape;4340;p17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" name="Google Shape;4341;p17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" name="Google Shape;4342;p17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" name="Google Shape;4343;p17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" name="Google Shape;4344;p17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" name="Google Shape;4345;p17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" name="Google Shape;4346;p17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" name="Google Shape;4347;p17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" name="Google Shape;4348;p17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" name="Google Shape;4349;p17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" name="Google Shape;4350;p17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" name="Google Shape;4351;p17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" name="Google Shape;4352;p17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" name="Google Shape;4353;p17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" name="Google Shape;4354;p17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" name="Google Shape;4355;p17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" name="Google Shape;4356;p17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" name="Google Shape;4357;p17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" name="Google Shape;4358;p17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" name="Google Shape;4359;p17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" name="Google Shape;4360;p17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" name="Google Shape;4361;p17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" name="Google Shape;4362;p17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" name="Google Shape;4363;p17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" name="Google Shape;4364;p17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" name="Google Shape;4365;p17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" name="Google Shape;4366;p17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" name="Google Shape;4367;p17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" name="Google Shape;4368;p17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" name="Google Shape;4369;p17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" name="Google Shape;4370;p17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" name="Google Shape;4371;p17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" name="Google Shape;4372;p17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" name="Google Shape;4373;p17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" name="Google Shape;4374;p17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" name="Google Shape;4375;p17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" name="Google Shape;4376;p17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" name="Google Shape;4377;p17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" name="Google Shape;4378;p17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" name="Google Shape;4379;p17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" name="Google Shape;4380;p17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" name="Google Shape;4381;p17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" name="Google Shape;4382;p17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" name="Google Shape;4383;p17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" name="Google Shape;4384;p17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" name="Google Shape;4385;p17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" name="Google Shape;4386;p17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" name="Google Shape;4387;p17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" name="Google Shape;4388;p17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" name="Google Shape;4389;p17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" name="Google Shape;4390;p17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" name="Google Shape;4391;p17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" name="Google Shape;4392;p17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" name="Google Shape;4393;p17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5869067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4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5" name="Google Shape;4395;p18"/>
          <p:cNvGrpSpPr/>
          <p:nvPr/>
        </p:nvGrpSpPr>
        <p:grpSpPr>
          <a:xfrm rot="-5661100" flipH="1">
            <a:off x="8990959" y="5449150"/>
            <a:ext cx="1158707" cy="2256236"/>
            <a:chOff x="4928950" y="2923850"/>
            <a:chExt cx="434675" cy="846400"/>
          </a:xfrm>
        </p:grpSpPr>
        <p:sp>
          <p:nvSpPr>
            <p:cNvPr id="4396" name="Google Shape;4396;p18"/>
            <p:cNvSpPr/>
            <p:nvPr/>
          </p:nvSpPr>
          <p:spPr>
            <a:xfrm>
              <a:off x="5082575" y="2939475"/>
              <a:ext cx="264375" cy="819350"/>
            </a:xfrm>
            <a:custGeom>
              <a:avLst/>
              <a:gdLst/>
              <a:ahLst/>
              <a:cxnLst/>
              <a:rect l="l" t="t" r="r" b="b"/>
              <a:pathLst>
                <a:path w="10575" h="32774" extrusionOk="0">
                  <a:moveTo>
                    <a:pt x="9954" y="1"/>
                  </a:moveTo>
                  <a:cubicBezTo>
                    <a:pt x="9951" y="1"/>
                    <a:pt x="9948" y="1"/>
                    <a:pt x="9944" y="1"/>
                  </a:cubicBezTo>
                  <a:cubicBezTo>
                    <a:pt x="8514" y="134"/>
                    <a:pt x="7216" y="1379"/>
                    <a:pt x="6215" y="2317"/>
                  </a:cubicBezTo>
                  <a:cubicBezTo>
                    <a:pt x="5024" y="3431"/>
                    <a:pt x="3982" y="4689"/>
                    <a:pt x="3111" y="6066"/>
                  </a:cubicBezTo>
                  <a:cubicBezTo>
                    <a:pt x="1361" y="8838"/>
                    <a:pt x="306" y="12041"/>
                    <a:pt x="117" y="15315"/>
                  </a:cubicBezTo>
                  <a:cubicBezTo>
                    <a:pt x="0" y="17331"/>
                    <a:pt x="200" y="19354"/>
                    <a:pt x="552" y="21337"/>
                  </a:cubicBezTo>
                  <a:cubicBezTo>
                    <a:pt x="878" y="23170"/>
                    <a:pt x="1314" y="24926"/>
                    <a:pt x="2352" y="26497"/>
                  </a:cubicBezTo>
                  <a:cubicBezTo>
                    <a:pt x="4162" y="29235"/>
                    <a:pt x="6933" y="31949"/>
                    <a:pt x="10194" y="32765"/>
                  </a:cubicBezTo>
                  <a:cubicBezTo>
                    <a:pt x="10218" y="32771"/>
                    <a:pt x="10241" y="32773"/>
                    <a:pt x="10263" y="32773"/>
                  </a:cubicBezTo>
                  <a:cubicBezTo>
                    <a:pt x="10494" y="32773"/>
                    <a:pt x="10574" y="32458"/>
                    <a:pt x="10340" y="32342"/>
                  </a:cubicBezTo>
                  <a:cubicBezTo>
                    <a:pt x="7369" y="30862"/>
                    <a:pt x="4505" y="28742"/>
                    <a:pt x="2675" y="25924"/>
                  </a:cubicBezTo>
                  <a:cubicBezTo>
                    <a:pt x="1677" y="24387"/>
                    <a:pt x="1294" y="22624"/>
                    <a:pt x="992" y="20841"/>
                  </a:cubicBezTo>
                  <a:cubicBezTo>
                    <a:pt x="669" y="18965"/>
                    <a:pt x="502" y="17055"/>
                    <a:pt x="622" y="15152"/>
                  </a:cubicBezTo>
                  <a:cubicBezTo>
                    <a:pt x="822" y="12035"/>
                    <a:pt x="1870" y="8994"/>
                    <a:pt x="3557" y="6369"/>
                  </a:cubicBezTo>
                  <a:cubicBezTo>
                    <a:pt x="4348" y="5125"/>
                    <a:pt x="5283" y="3980"/>
                    <a:pt x="6341" y="2949"/>
                  </a:cubicBezTo>
                  <a:cubicBezTo>
                    <a:pt x="7386" y="1934"/>
                    <a:pt x="8657" y="757"/>
                    <a:pt x="10011" y="194"/>
                  </a:cubicBezTo>
                  <a:cubicBezTo>
                    <a:pt x="10124" y="146"/>
                    <a:pt x="10055" y="1"/>
                    <a:pt x="99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" name="Google Shape;4397;p18"/>
            <p:cNvSpPr/>
            <p:nvPr/>
          </p:nvSpPr>
          <p:spPr>
            <a:xfrm>
              <a:off x="5139625" y="2978525"/>
              <a:ext cx="201700" cy="684825"/>
            </a:xfrm>
            <a:custGeom>
              <a:avLst/>
              <a:gdLst/>
              <a:ahLst/>
              <a:cxnLst/>
              <a:rect l="l" t="t" r="r" b="b"/>
              <a:pathLst>
                <a:path w="8068" h="27393" extrusionOk="0">
                  <a:moveTo>
                    <a:pt x="7821" y="0"/>
                  </a:moveTo>
                  <a:cubicBezTo>
                    <a:pt x="7784" y="0"/>
                    <a:pt x="7746" y="13"/>
                    <a:pt x="7709" y="43"/>
                  </a:cubicBezTo>
                  <a:cubicBezTo>
                    <a:pt x="3567" y="3393"/>
                    <a:pt x="672" y="8427"/>
                    <a:pt x="320" y="13796"/>
                  </a:cubicBezTo>
                  <a:cubicBezTo>
                    <a:pt x="0" y="18624"/>
                    <a:pt x="2006" y="24765"/>
                    <a:pt x="6361" y="27357"/>
                  </a:cubicBezTo>
                  <a:cubicBezTo>
                    <a:pt x="6403" y="27382"/>
                    <a:pt x="6446" y="27393"/>
                    <a:pt x="6488" y="27393"/>
                  </a:cubicBezTo>
                  <a:cubicBezTo>
                    <a:pt x="6672" y="27393"/>
                    <a:pt x="6827" y="27175"/>
                    <a:pt x="6677" y="27004"/>
                  </a:cubicBezTo>
                  <a:cubicBezTo>
                    <a:pt x="5004" y="25118"/>
                    <a:pt x="3334" y="23314"/>
                    <a:pt x="2273" y="20989"/>
                  </a:cubicBezTo>
                  <a:cubicBezTo>
                    <a:pt x="1235" y="18713"/>
                    <a:pt x="829" y="16175"/>
                    <a:pt x="1018" y="13683"/>
                  </a:cubicBezTo>
                  <a:cubicBezTo>
                    <a:pt x="1414" y="8506"/>
                    <a:pt x="4229" y="3822"/>
                    <a:pt x="7938" y="306"/>
                  </a:cubicBezTo>
                  <a:cubicBezTo>
                    <a:pt x="8067" y="182"/>
                    <a:pt x="7959" y="0"/>
                    <a:pt x="7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" name="Google Shape;4398;p18"/>
            <p:cNvSpPr/>
            <p:nvPr/>
          </p:nvSpPr>
          <p:spPr>
            <a:xfrm>
              <a:off x="4928950" y="2923850"/>
              <a:ext cx="434675" cy="846400"/>
            </a:xfrm>
            <a:custGeom>
              <a:avLst/>
              <a:gdLst/>
              <a:ahLst/>
              <a:cxnLst/>
              <a:rect l="l" t="t" r="r" b="b"/>
              <a:pathLst>
                <a:path w="17387" h="33856" extrusionOk="0">
                  <a:moveTo>
                    <a:pt x="16328" y="0"/>
                  </a:moveTo>
                  <a:cubicBezTo>
                    <a:pt x="16299" y="0"/>
                    <a:pt x="16268" y="7"/>
                    <a:pt x="16236" y="24"/>
                  </a:cubicBezTo>
                  <a:cubicBezTo>
                    <a:pt x="12672" y="1847"/>
                    <a:pt x="9522" y="4326"/>
                    <a:pt x="6744" y="7200"/>
                  </a:cubicBezTo>
                  <a:cubicBezTo>
                    <a:pt x="4462" y="9559"/>
                    <a:pt x="2349" y="12360"/>
                    <a:pt x="1494" y="15581"/>
                  </a:cubicBezTo>
                  <a:cubicBezTo>
                    <a:pt x="672" y="18675"/>
                    <a:pt x="1368" y="21922"/>
                    <a:pt x="2845" y="24710"/>
                  </a:cubicBezTo>
                  <a:cubicBezTo>
                    <a:pt x="4232" y="27325"/>
                    <a:pt x="6195" y="29597"/>
                    <a:pt x="8690" y="31204"/>
                  </a:cubicBezTo>
                  <a:cubicBezTo>
                    <a:pt x="9918" y="31996"/>
                    <a:pt x="11239" y="32631"/>
                    <a:pt x="12626" y="33093"/>
                  </a:cubicBezTo>
                  <a:cubicBezTo>
                    <a:pt x="13602" y="33413"/>
                    <a:pt x="14869" y="33855"/>
                    <a:pt x="15989" y="33855"/>
                  </a:cubicBezTo>
                  <a:cubicBezTo>
                    <a:pt x="16267" y="33855"/>
                    <a:pt x="16535" y="33828"/>
                    <a:pt x="16788" y="33765"/>
                  </a:cubicBezTo>
                  <a:cubicBezTo>
                    <a:pt x="17317" y="33636"/>
                    <a:pt x="17387" y="32897"/>
                    <a:pt x="16864" y="32701"/>
                  </a:cubicBezTo>
                  <a:cubicBezTo>
                    <a:pt x="16142" y="32428"/>
                    <a:pt x="15381" y="32475"/>
                    <a:pt x="14625" y="32345"/>
                  </a:cubicBezTo>
                  <a:cubicBezTo>
                    <a:pt x="13887" y="32215"/>
                    <a:pt x="13158" y="32022"/>
                    <a:pt x="12453" y="31776"/>
                  </a:cubicBezTo>
                  <a:cubicBezTo>
                    <a:pt x="10969" y="31267"/>
                    <a:pt x="9568" y="30548"/>
                    <a:pt x="8294" y="29640"/>
                  </a:cubicBezTo>
                  <a:cubicBezTo>
                    <a:pt x="3314" y="26110"/>
                    <a:pt x="0" y="19836"/>
                    <a:pt x="2698" y="13857"/>
                  </a:cubicBezTo>
                  <a:cubicBezTo>
                    <a:pt x="4013" y="10940"/>
                    <a:pt x="6301" y="8498"/>
                    <a:pt x="8610" y="6335"/>
                  </a:cubicBezTo>
                  <a:cubicBezTo>
                    <a:pt x="10999" y="4100"/>
                    <a:pt x="13664" y="2150"/>
                    <a:pt x="16409" y="373"/>
                  </a:cubicBezTo>
                  <a:lnTo>
                    <a:pt x="16405" y="373"/>
                  </a:lnTo>
                  <a:cubicBezTo>
                    <a:pt x="16582" y="262"/>
                    <a:pt x="16497" y="0"/>
                    <a:pt x="16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399" name="Google Shape;4399;p18"/>
          <p:cNvSpPr txBox="1">
            <a:spLocks noGrp="1"/>
          </p:cNvSpPr>
          <p:nvPr>
            <p:ph type="title"/>
          </p:nvPr>
        </p:nvSpPr>
        <p:spPr>
          <a:xfrm>
            <a:off x="960000" y="3942867"/>
            <a:ext cx="8619600" cy="144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400" name="Google Shape;4400;p18"/>
          <p:cNvSpPr txBox="1">
            <a:spLocks noGrp="1"/>
          </p:cNvSpPr>
          <p:nvPr>
            <p:ph type="subTitle" idx="1"/>
          </p:nvPr>
        </p:nvSpPr>
        <p:spPr>
          <a:xfrm>
            <a:off x="960000" y="5385467"/>
            <a:ext cx="6836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4401" name="Google Shape;4401;p18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4402" name="Google Shape;4402;p1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" name="Google Shape;4403;p1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" name="Google Shape;4404;p1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" name="Google Shape;4405;p1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" name="Google Shape;4406;p1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" name="Google Shape;4407;p1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" name="Google Shape;4408;p1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" name="Google Shape;4409;p1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" name="Google Shape;4410;p1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" name="Google Shape;4411;p1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" name="Google Shape;4412;p1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" name="Google Shape;4413;p1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" name="Google Shape;4414;p1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" name="Google Shape;4415;p1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" name="Google Shape;4416;p1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" name="Google Shape;4417;p1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" name="Google Shape;4418;p1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" name="Google Shape;4419;p1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" name="Google Shape;4420;p1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" name="Google Shape;4421;p1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" name="Google Shape;4422;p1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" name="Google Shape;4423;p1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" name="Google Shape;4424;p1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" name="Google Shape;4425;p1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" name="Google Shape;4426;p1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" name="Google Shape;4427;p1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8" name="Google Shape;4428;p1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" name="Google Shape;4429;p1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" name="Google Shape;4430;p1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" name="Google Shape;4431;p1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" name="Google Shape;4432;p1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" name="Google Shape;4433;p1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" name="Google Shape;4434;p1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" name="Google Shape;4435;p1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" name="Google Shape;4436;p1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" name="Google Shape;4437;p1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" name="Google Shape;4438;p1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" name="Google Shape;4439;p1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" name="Google Shape;4440;p1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" name="Google Shape;4441;p1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" name="Google Shape;4442;p1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" name="Google Shape;4443;p1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" name="Google Shape;4444;p1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" name="Google Shape;4445;p1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" name="Google Shape;4446;p1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" name="Google Shape;4447;p1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" name="Google Shape;4448;p1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" name="Google Shape;4449;p1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" name="Google Shape;4450;p1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" name="Google Shape;4451;p1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" name="Google Shape;4452;p1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" name="Google Shape;4453;p1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" name="Google Shape;4454;p1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" name="Google Shape;4455;p1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" name="Google Shape;4456;p1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" name="Google Shape;4457;p1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" name="Google Shape;4458;p1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" name="Google Shape;4459;p1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" name="Google Shape;4460;p1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" name="Google Shape;4461;p1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" name="Google Shape;4462;p1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" name="Google Shape;4463;p1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" name="Google Shape;4464;p1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" name="Google Shape;4465;p1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" name="Google Shape;4466;p1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" name="Google Shape;4467;p1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" name="Google Shape;4468;p1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" name="Google Shape;4469;p1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" name="Google Shape;4470;p1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" name="Google Shape;4471;p1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" name="Google Shape;4472;p1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" name="Google Shape;4473;p1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" name="Google Shape;4474;p1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" name="Google Shape;4475;p1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" name="Google Shape;4476;p1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" name="Google Shape;4477;p1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" name="Google Shape;4478;p1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" name="Google Shape;4479;p1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" name="Google Shape;4480;p1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" name="Google Shape;4481;p1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" name="Google Shape;4482;p1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" name="Google Shape;4483;p1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" name="Google Shape;4484;p1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" name="Google Shape;4485;p1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" name="Google Shape;4486;p1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" name="Google Shape;4487;p1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" name="Google Shape;4488;p1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" name="Google Shape;4489;p1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" name="Google Shape;4490;p1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" name="Google Shape;4491;p1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" name="Google Shape;4492;p1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" name="Google Shape;4493;p1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" name="Google Shape;4494;p1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" name="Google Shape;4495;p1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" name="Google Shape;4496;p1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" name="Google Shape;4497;p1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" name="Google Shape;4498;p1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" name="Google Shape;4499;p1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" name="Google Shape;4500;p1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" name="Google Shape;4501;p1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" name="Google Shape;4502;p1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" name="Google Shape;4503;p1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" name="Google Shape;4504;p1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" name="Google Shape;4505;p1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" name="Google Shape;4506;p1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" name="Google Shape;4507;p1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" name="Google Shape;4508;p1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" name="Google Shape;4509;p1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" name="Google Shape;4510;p1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" name="Google Shape;4511;p1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" name="Google Shape;4512;p1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" name="Google Shape;4513;p1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" name="Google Shape;4514;p1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" name="Google Shape;4515;p1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" name="Google Shape;4516;p1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" name="Google Shape;4517;p1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" name="Google Shape;4518;p1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" name="Google Shape;4519;p1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" name="Google Shape;4520;p1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" name="Google Shape;4521;p1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" name="Google Shape;4522;p1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" name="Google Shape;4523;p1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" name="Google Shape;4524;p1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" name="Google Shape;4525;p1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" name="Google Shape;4526;p1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" name="Google Shape;4527;p1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" name="Google Shape;4528;p1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" name="Google Shape;4529;p1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" name="Google Shape;4530;p1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" name="Google Shape;4531;p1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" name="Google Shape;4532;p1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3" name="Google Shape;4533;p1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" name="Google Shape;4534;p1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" name="Google Shape;4535;p1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" name="Google Shape;4536;p1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" name="Google Shape;4537;p1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38" name="Google Shape;4538;p18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4539" name="Google Shape;4539;p1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" name="Google Shape;4540;p1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" name="Google Shape;4541;p1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" name="Google Shape;4542;p1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" name="Google Shape;4543;p1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" name="Google Shape;4544;p1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" name="Google Shape;4545;p1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" name="Google Shape;4546;p1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" name="Google Shape;4547;p1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" name="Google Shape;4548;p1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" name="Google Shape;4549;p1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" name="Google Shape;4550;p1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" name="Google Shape;4551;p1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" name="Google Shape;4552;p1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" name="Google Shape;4553;p1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" name="Google Shape;4554;p1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" name="Google Shape;4555;p1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" name="Google Shape;4556;p1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" name="Google Shape;4557;p1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" name="Google Shape;4558;p1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" name="Google Shape;4559;p1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" name="Google Shape;4560;p1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" name="Google Shape;4561;p1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" name="Google Shape;4562;p1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" name="Google Shape;4563;p1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" name="Google Shape;4564;p1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" name="Google Shape;4565;p1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" name="Google Shape;4566;p1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" name="Google Shape;4567;p1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" name="Google Shape;4568;p1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" name="Google Shape;4569;p1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" name="Google Shape;4570;p1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" name="Google Shape;4571;p1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" name="Google Shape;4572;p1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" name="Google Shape;4573;p1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" name="Google Shape;4574;p1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" name="Google Shape;4575;p1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" name="Google Shape;4576;p1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" name="Google Shape;4577;p1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" name="Google Shape;4578;p1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" name="Google Shape;4579;p1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" name="Google Shape;4580;p1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" name="Google Shape;4581;p1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" name="Google Shape;4582;p1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" name="Google Shape;4583;p1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" name="Google Shape;4584;p1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" name="Google Shape;4585;p1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" name="Google Shape;4586;p1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" name="Google Shape;4587;p1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" name="Google Shape;4588;p1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" name="Google Shape;4589;p1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" name="Google Shape;4590;p1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" name="Google Shape;4591;p1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" name="Google Shape;4592;p1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" name="Google Shape;4593;p1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" name="Google Shape;4594;p1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" name="Google Shape;4595;p1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" name="Google Shape;4596;p1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" name="Google Shape;4597;p1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" name="Google Shape;4598;p1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" name="Google Shape;4599;p1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" name="Google Shape;4600;p1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" name="Google Shape;4601;p1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" name="Google Shape;4602;p1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" name="Google Shape;4603;p1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" name="Google Shape;4604;p1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" name="Google Shape;4605;p1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" name="Google Shape;4606;p1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" name="Google Shape;4607;p1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" name="Google Shape;4608;p1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" name="Google Shape;4609;p1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" name="Google Shape;4610;p1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" name="Google Shape;4611;p1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" name="Google Shape;4612;p1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" name="Google Shape;4613;p1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" name="Google Shape;4614;p1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" name="Google Shape;4615;p1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" name="Google Shape;4616;p1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" name="Google Shape;4617;p1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" name="Google Shape;4618;p1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" name="Google Shape;4619;p1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" name="Google Shape;4620;p1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" name="Google Shape;4621;p1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" name="Google Shape;4622;p1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" name="Google Shape;4623;p1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" name="Google Shape;4624;p1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" name="Google Shape;4625;p1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" name="Google Shape;4626;p1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" name="Google Shape;4627;p1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" name="Google Shape;4628;p1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" name="Google Shape;4629;p1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" name="Google Shape;4630;p1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" name="Google Shape;4631;p1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" name="Google Shape;4632;p1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" name="Google Shape;4633;p1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" name="Google Shape;4634;p1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" name="Google Shape;4635;p1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" name="Google Shape;4636;p1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" name="Google Shape;4637;p1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" name="Google Shape;4638;p1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" name="Google Shape;4639;p1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" name="Google Shape;4640;p1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" name="Google Shape;4641;p1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" name="Google Shape;4642;p1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" name="Google Shape;4643;p1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" name="Google Shape;4644;p1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" name="Google Shape;4645;p1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" name="Google Shape;4646;p1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" name="Google Shape;4647;p1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" name="Google Shape;4648;p1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" name="Google Shape;4649;p1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" name="Google Shape;4650;p1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" name="Google Shape;4651;p1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" name="Google Shape;4652;p1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" name="Google Shape;4653;p1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" name="Google Shape;4654;p1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" name="Google Shape;4655;p1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" name="Google Shape;4656;p1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" name="Google Shape;4657;p1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" name="Google Shape;4658;p1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" name="Google Shape;4659;p1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" name="Google Shape;4660;p1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" name="Google Shape;4661;p1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" name="Google Shape;4662;p1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" name="Google Shape;4663;p1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" name="Google Shape;4664;p1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" name="Google Shape;4665;p1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" name="Google Shape;4666;p1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" name="Google Shape;4667;p1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" name="Google Shape;4668;p1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" name="Google Shape;4669;p1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" name="Google Shape;4670;p1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" name="Google Shape;4671;p1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" name="Google Shape;4672;p1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" name="Google Shape;4673;p1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" name="Google Shape;4674;p1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9715196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4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76" name="Google Shape;4676;p19"/>
          <p:cNvGrpSpPr/>
          <p:nvPr/>
        </p:nvGrpSpPr>
        <p:grpSpPr>
          <a:xfrm rot="-9067834">
            <a:off x="1242300" y="5231811"/>
            <a:ext cx="3570395" cy="2688815"/>
            <a:chOff x="4218650" y="2045225"/>
            <a:chExt cx="1184825" cy="892275"/>
          </a:xfrm>
        </p:grpSpPr>
        <p:sp>
          <p:nvSpPr>
            <p:cNvPr id="4677" name="Google Shape;4677;p19"/>
            <p:cNvSpPr/>
            <p:nvPr/>
          </p:nvSpPr>
          <p:spPr>
            <a:xfrm>
              <a:off x="4218650" y="2045225"/>
              <a:ext cx="1184825" cy="892275"/>
            </a:xfrm>
            <a:custGeom>
              <a:avLst/>
              <a:gdLst/>
              <a:ahLst/>
              <a:cxnLst/>
              <a:rect l="l" t="t" r="r" b="b"/>
              <a:pathLst>
                <a:path w="47393" h="35691" extrusionOk="0">
                  <a:moveTo>
                    <a:pt x="33712" y="1"/>
                  </a:moveTo>
                  <a:cubicBezTo>
                    <a:pt x="33522" y="1"/>
                    <a:pt x="33430" y="292"/>
                    <a:pt x="33639" y="350"/>
                  </a:cubicBezTo>
                  <a:cubicBezTo>
                    <a:pt x="36952" y="1305"/>
                    <a:pt x="40130" y="2815"/>
                    <a:pt x="42944" y="4805"/>
                  </a:cubicBezTo>
                  <a:cubicBezTo>
                    <a:pt x="44371" y="5816"/>
                    <a:pt x="46135" y="7060"/>
                    <a:pt x="46561" y="8870"/>
                  </a:cubicBezTo>
                  <a:cubicBezTo>
                    <a:pt x="46737" y="9612"/>
                    <a:pt x="46670" y="10447"/>
                    <a:pt x="46291" y="11119"/>
                  </a:cubicBezTo>
                  <a:cubicBezTo>
                    <a:pt x="45875" y="11854"/>
                    <a:pt x="45167" y="12150"/>
                    <a:pt x="44371" y="12300"/>
                  </a:cubicBezTo>
                  <a:cubicBezTo>
                    <a:pt x="43620" y="12447"/>
                    <a:pt x="42798" y="12516"/>
                    <a:pt x="42172" y="13009"/>
                  </a:cubicBezTo>
                  <a:cubicBezTo>
                    <a:pt x="41800" y="13302"/>
                    <a:pt x="41547" y="13724"/>
                    <a:pt x="41420" y="14180"/>
                  </a:cubicBezTo>
                  <a:cubicBezTo>
                    <a:pt x="41151" y="15158"/>
                    <a:pt x="41347" y="16219"/>
                    <a:pt x="41397" y="17214"/>
                  </a:cubicBezTo>
                  <a:cubicBezTo>
                    <a:pt x="41450" y="18272"/>
                    <a:pt x="41374" y="19523"/>
                    <a:pt x="40286" y="20048"/>
                  </a:cubicBezTo>
                  <a:cubicBezTo>
                    <a:pt x="39761" y="20301"/>
                    <a:pt x="39191" y="20334"/>
                    <a:pt x="38615" y="20334"/>
                  </a:cubicBezTo>
                  <a:cubicBezTo>
                    <a:pt x="38408" y="20334"/>
                    <a:pt x="38200" y="20330"/>
                    <a:pt x="37993" y="20330"/>
                  </a:cubicBezTo>
                  <a:cubicBezTo>
                    <a:pt x="37414" y="20330"/>
                    <a:pt x="36842" y="20363"/>
                    <a:pt x="36314" y="20617"/>
                  </a:cubicBezTo>
                  <a:cubicBezTo>
                    <a:pt x="35010" y="21239"/>
                    <a:pt x="34976" y="22846"/>
                    <a:pt x="35209" y="24081"/>
                  </a:cubicBezTo>
                  <a:cubicBezTo>
                    <a:pt x="35369" y="24942"/>
                    <a:pt x="35642" y="25834"/>
                    <a:pt x="35499" y="26719"/>
                  </a:cubicBezTo>
                  <a:cubicBezTo>
                    <a:pt x="35379" y="27461"/>
                    <a:pt x="34847" y="28279"/>
                    <a:pt x="34051" y="28392"/>
                  </a:cubicBezTo>
                  <a:cubicBezTo>
                    <a:pt x="33992" y="28401"/>
                    <a:pt x="33934" y="28404"/>
                    <a:pt x="33877" y="28404"/>
                  </a:cubicBezTo>
                  <a:cubicBezTo>
                    <a:pt x="33180" y="28404"/>
                    <a:pt x="32676" y="27810"/>
                    <a:pt x="32252" y="27318"/>
                  </a:cubicBezTo>
                  <a:cubicBezTo>
                    <a:pt x="31829" y="26832"/>
                    <a:pt x="31407" y="26343"/>
                    <a:pt x="30788" y="26110"/>
                  </a:cubicBezTo>
                  <a:cubicBezTo>
                    <a:pt x="30467" y="25990"/>
                    <a:pt x="30136" y="25935"/>
                    <a:pt x="29805" y="25935"/>
                  </a:cubicBezTo>
                  <a:cubicBezTo>
                    <a:pt x="28836" y="25935"/>
                    <a:pt x="27875" y="26409"/>
                    <a:pt x="27215" y="27111"/>
                  </a:cubicBezTo>
                  <a:cubicBezTo>
                    <a:pt x="26110" y="28286"/>
                    <a:pt x="25718" y="29903"/>
                    <a:pt x="25415" y="31436"/>
                  </a:cubicBezTo>
                  <a:cubicBezTo>
                    <a:pt x="25219" y="32440"/>
                    <a:pt x="24868" y="35515"/>
                    <a:pt x="23426" y="35515"/>
                  </a:cubicBezTo>
                  <a:cubicBezTo>
                    <a:pt x="23229" y="35515"/>
                    <a:pt x="23011" y="35458"/>
                    <a:pt x="22770" y="35329"/>
                  </a:cubicBezTo>
                  <a:cubicBezTo>
                    <a:pt x="22075" y="34956"/>
                    <a:pt x="21669" y="34201"/>
                    <a:pt x="21379" y="33502"/>
                  </a:cubicBezTo>
                  <a:cubicBezTo>
                    <a:pt x="21000" y="32591"/>
                    <a:pt x="20817" y="31609"/>
                    <a:pt x="20837" y="30625"/>
                  </a:cubicBezTo>
                  <a:cubicBezTo>
                    <a:pt x="20857" y="29773"/>
                    <a:pt x="21007" y="28915"/>
                    <a:pt x="20864" y="28066"/>
                  </a:cubicBezTo>
                  <a:cubicBezTo>
                    <a:pt x="20744" y="27388"/>
                    <a:pt x="20461" y="26749"/>
                    <a:pt x="20035" y="26207"/>
                  </a:cubicBezTo>
                  <a:cubicBezTo>
                    <a:pt x="19157" y="25062"/>
                    <a:pt x="17783" y="24340"/>
                    <a:pt x="16399" y="24011"/>
                  </a:cubicBezTo>
                  <a:cubicBezTo>
                    <a:pt x="15743" y="23855"/>
                    <a:pt x="15074" y="23792"/>
                    <a:pt x="14402" y="23792"/>
                  </a:cubicBezTo>
                  <a:cubicBezTo>
                    <a:pt x="13427" y="23792"/>
                    <a:pt x="12446" y="23924"/>
                    <a:pt x="11492" y="24094"/>
                  </a:cubicBezTo>
                  <a:cubicBezTo>
                    <a:pt x="9531" y="24442"/>
                    <a:pt x="7460" y="24985"/>
                    <a:pt x="5436" y="24985"/>
                  </a:cubicBezTo>
                  <a:cubicBezTo>
                    <a:pt x="4227" y="24985"/>
                    <a:pt x="3035" y="24792"/>
                    <a:pt x="1894" y="24247"/>
                  </a:cubicBezTo>
                  <a:cubicBezTo>
                    <a:pt x="1208" y="23918"/>
                    <a:pt x="606" y="23492"/>
                    <a:pt x="110" y="22913"/>
                  </a:cubicBezTo>
                  <a:cubicBezTo>
                    <a:pt x="99" y="22901"/>
                    <a:pt x="86" y="22897"/>
                    <a:pt x="74" y="22897"/>
                  </a:cubicBezTo>
                  <a:cubicBezTo>
                    <a:pt x="35" y="22897"/>
                    <a:pt x="0" y="22943"/>
                    <a:pt x="31" y="22983"/>
                  </a:cubicBezTo>
                  <a:lnTo>
                    <a:pt x="24" y="22983"/>
                  </a:lnTo>
                  <a:cubicBezTo>
                    <a:pt x="1404" y="24636"/>
                    <a:pt x="3438" y="25156"/>
                    <a:pt x="5498" y="25156"/>
                  </a:cubicBezTo>
                  <a:cubicBezTo>
                    <a:pt x="6477" y="25156"/>
                    <a:pt x="7462" y="25038"/>
                    <a:pt x="8384" y="24869"/>
                  </a:cubicBezTo>
                  <a:cubicBezTo>
                    <a:pt x="10345" y="24509"/>
                    <a:pt x="12432" y="23947"/>
                    <a:pt x="14446" y="23947"/>
                  </a:cubicBezTo>
                  <a:cubicBezTo>
                    <a:pt x="15947" y="23947"/>
                    <a:pt x="17409" y="24260"/>
                    <a:pt x="18748" y="25202"/>
                  </a:cubicBezTo>
                  <a:cubicBezTo>
                    <a:pt x="19403" y="25658"/>
                    <a:pt x="19969" y="26250"/>
                    <a:pt x="20328" y="26965"/>
                  </a:cubicBezTo>
                  <a:cubicBezTo>
                    <a:pt x="20754" y="27810"/>
                    <a:pt x="20780" y="28708"/>
                    <a:pt x="20717" y="29633"/>
                  </a:cubicBezTo>
                  <a:cubicBezTo>
                    <a:pt x="20594" y="31353"/>
                    <a:pt x="20734" y="33126"/>
                    <a:pt x="21732" y="34597"/>
                  </a:cubicBezTo>
                  <a:cubicBezTo>
                    <a:pt x="22055" y="35076"/>
                    <a:pt x="22520" y="35548"/>
                    <a:pt x="23113" y="35665"/>
                  </a:cubicBezTo>
                  <a:cubicBezTo>
                    <a:pt x="23199" y="35682"/>
                    <a:pt x="23285" y="35690"/>
                    <a:pt x="23368" y="35690"/>
                  </a:cubicBezTo>
                  <a:cubicBezTo>
                    <a:pt x="23959" y="35690"/>
                    <a:pt x="24447" y="35276"/>
                    <a:pt x="24736" y="34757"/>
                  </a:cubicBezTo>
                  <a:cubicBezTo>
                    <a:pt x="25152" y="34021"/>
                    <a:pt x="25308" y="33143"/>
                    <a:pt x="25468" y="32321"/>
                  </a:cubicBezTo>
                  <a:cubicBezTo>
                    <a:pt x="25648" y="31406"/>
                    <a:pt x="25794" y="30485"/>
                    <a:pt x="26077" y="29597"/>
                  </a:cubicBezTo>
                  <a:cubicBezTo>
                    <a:pt x="26579" y="28010"/>
                    <a:pt x="27611" y="26413"/>
                    <a:pt x="29387" y="26147"/>
                  </a:cubicBezTo>
                  <a:cubicBezTo>
                    <a:pt x="29530" y="26125"/>
                    <a:pt x="29672" y="26114"/>
                    <a:pt x="29812" y="26114"/>
                  </a:cubicBezTo>
                  <a:cubicBezTo>
                    <a:pt x="30487" y="26114"/>
                    <a:pt x="31120" y="26365"/>
                    <a:pt x="31613" y="26859"/>
                  </a:cubicBezTo>
                  <a:cubicBezTo>
                    <a:pt x="32079" y="27324"/>
                    <a:pt x="32425" y="27917"/>
                    <a:pt x="32964" y="28309"/>
                  </a:cubicBezTo>
                  <a:cubicBezTo>
                    <a:pt x="33266" y="28529"/>
                    <a:pt x="33575" y="28625"/>
                    <a:pt x="33872" y="28625"/>
                  </a:cubicBezTo>
                  <a:cubicBezTo>
                    <a:pt x="34748" y="28625"/>
                    <a:pt x="35519" y="27794"/>
                    <a:pt x="35715" y="26865"/>
                  </a:cubicBezTo>
                  <a:cubicBezTo>
                    <a:pt x="36061" y="25218"/>
                    <a:pt x="34910" y="23608"/>
                    <a:pt x="35412" y="21958"/>
                  </a:cubicBezTo>
                  <a:cubicBezTo>
                    <a:pt x="35944" y="20211"/>
                    <a:pt x="37884" y="20614"/>
                    <a:pt x="39288" y="20494"/>
                  </a:cubicBezTo>
                  <a:cubicBezTo>
                    <a:pt x="40426" y="20398"/>
                    <a:pt x="41311" y="19789"/>
                    <a:pt x="41540" y="18641"/>
                  </a:cubicBezTo>
                  <a:cubicBezTo>
                    <a:pt x="41753" y="17570"/>
                    <a:pt x="41497" y="16465"/>
                    <a:pt x="41504" y="15384"/>
                  </a:cubicBezTo>
                  <a:cubicBezTo>
                    <a:pt x="41507" y="14872"/>
                    <a:pt x="41554" y="14330"/>
                    <a:pt x="41790" y="13867"/>
                  </a:cubicBezTo>
                  <a:cubicBezTo>
                    <a:pt x="42136" y="13202"/>
                    <a:pt x="42814" y="12922"/>
                    <a:pt x="43520" y="12799"/>
                  </a:cubicBezTo>
                  <a:cubicBezTo>
                    <a:pt x="44322" y="12659"/>
                    <a:pt x="45190" y="12636"/>
                    <a:pt x="45885" y="12160"/>
                  </a:cubicBezTo>
                  <a:cubicBezTo>
                    <a:pt x="46454" y="11774"/>
                    <a:pt x="46827" y="11159"/>
                    <a:pt x="46990" y="10497"/>
                  </a:cubicBezTo>
                  <a:cubicBezTo>
                    <a:pt x="47392" y="8827"/>
                    <a:pt x="46531" y="7286"/>
                    <a:pt x="45363" y="6149"/>
                  </a:cubicBezTo>
                  <a:cubicBezTo>
                    <a:pt x="44092" y="4908"/>
                    <a:pt x="42558" y="3883"/>
                    <a:pt x="41031" y="2982"/>
                  </a:cubicBezTo>
                  <a:cubicBezTo>
                    <a:pt x="39517" y="2087"/>
                    <a:pt x="37917" y="1345"/>
                    <a:pt x="36257" y="759"/>
                  </a:cubicBezTo>
                  <a:cubicBezTo>
                    <a:pt x="35435" y="473"/>
                    <a:pt x="34604" y="220"/>
                    <a:pt x="33762" y="7"/>
                  </a:cubicBezTo>
                  <a:cubicBezTo>
                    <a:pt x="33745" y="3"/>
                    <a:pt x="33728" y="1"/>
                    <a:pt x="3371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" name="Google Shape;4678;p19"/>
            <p:cNvSpPr/>
            <p:nvPr/>
          </p:nvSpPr>
          <p:spPr>
            <a:xfrm>
              <a:off x="4399900" y="2154325"/>
              <a:ext cx="793150" cy="575425"/>
            </a:xfrm>
            <a:custGeom>
              <a:avLst/>
              <a:gdLst/>
              <a:ahLst/>
              <a:cxnLst/>
              <a:rect l="l" t="t" r="r" b="b"/>
              <a:pathLst>
                <a:path w="31726" h="23017" extrusionOk="0">
                  <a:moveTo>
                    <a:pt x="23033" y="1"/>
                  </a:moveTo>
                  <a:cubicBezTo>
                    <a:pt x="22811" y="1"/>
                    <a:pt x="22756" y="369"/>
                    <a:pt x="22982" y="447"/>
                  </a:cubicBezTo>
                  <a:cubicBezTo>
                    <a:pt x="23458" y="617"/>
                    <a:pt x="23917" y="843"/>
                    <a:pt x="24343" y="1113"/>
                  </a:cubicBezTo>
                  <a:cubicBezTo>
                    <a:pt x="24769" y="1379"/>
                    <a:pt x="25211" y="1605"/>
                    <a:pt x="25614" y="1901"/>
                  </a:cubicBezTo>
                  <a:cubicBezTo>
                    <a:pt x="26422" y="2493"/>
                    <a:pt x="27207" y="3089"/>
                    <a:pt x="27893" y="3824"/>
                  </a:cubicBezTo>
                  <a:cubicBezTo>
                    <a:pt x="29130" y="5148"/>
                    <a:pt x="30168" y="6778"/>
                    <a:pt x="30514" y="8582"/>
                  </a:cubicBezTo>
                  <a:cubicBezTo>
                    <a:pt x="30664" y="9367"/>
                    <a:pt x="30714" y="10225"/>
                    <a:pt x="30514" y="11007"/>
                  </a:cubicBezTo>
                  <a:cubicBezTo>
                    <a:pt x="30404" y="11433"/>
                    <a:pt x="30245" y="11845"/>
                    <a:pt x="30005" y="12218"/>
                  </a:cubicBezTo>
                  <a:cubicBezTo>
                    <a:pt x="29696" y="12697"/>
                    <a:pt x="29203" y="13173"/>
                    <a:pt x="28638" y="13302"/>
                  </a:cubicBezTo>
                  <a:cubicBezTo>
                    <a:pt x="28185" y="13402"/>
                    <a:pt x="27743" y="13419"/>
                    <a:pt x="27307" y="13602"/>
                  </a:cubicBezTo>
                  <a:cubicBezTo>
                    <a:pt x="26928" y="13765"/>
                    <a:pt x="26582" y="13991"/>
                    <a:pt x="26279" y="14274"/>
                  </a:cubicBezTo>
                  <a:cubicBezTo>
                    <a:pt x="25694" y="14826"/>
                    <a:pt x="25281" y="15568"/>
                    <a:pt x="25178" y="16370"/>
                  </a:cubicBezTo>
                  <a:cubicBezTo>
                    <a:pt x="25071" y="17188"/>
                    <a:pt x="25464" y="18376"/>
                    <a:pt x="24765" y="19011"/>
                  </a:cubicBezTo>
                  <a:cubicBezTo>
                    <a:pt x="24526" y="19229"/>
                    <a:pt x="24211" y="19319"/>
                    <a:pt x="23893" y="19319"/>
                  </a:cubicBezTo>
                  <a:cubicBezTo>
                    <a:pt x="23716" y="19319"/>
                    <a:pt x="23537" y="19291"/>
                    <a:pt x="23371" y="19241"/>
                  </a:cubicBezTo>
                  <a:cubicBezTo>
                    <a:pt x="22849" y="19085"/>
                    <a:pt x="22570" y="18702"/>
                    <a:pt x="22194" y="18346"/>
                  </a:cubicBezTo>
                  <a:cubicBezTo>
                    <a:pt x="21856" y="18027"/>
                    <a:pt x="21453" y="17906"/>
                    <a:pt x="21036" y="17906"/>
                  </a:cubicBezTo>
                  <a:cubicBezTo>
                    <a:pt x="20637" y="17906"/>
                    <a:pt x="20224" y="18017"/>
                    <a:pt x="19842" y="18170"/>
                  </a:cubicBezTo>
                  <a:cubicBezTo>
                    <a:pt x="19003" y="18509"/>
                    <a:pt x="18198" y="19061"/>
                    <a:pt x="17742" y="19863"/>
                  </a:cubicBezTo>
                  <a:cubicBezTo>
                    <a:pt x="17479" y="20329"/>
                    <a:pt x="17413" y="20811"/>
                    <a:pt x="17277" y="21317"/>
                  </a:cubicBezTo>
                  <a:cubicBezTo>
                    <a:pt x="17217" y="21540"/>
                    <a:pt x="17153" y="21776"/>
                    <a:pt x="17007" y="21962"/>
                  </a:cubicBezTo>
                  <a:cubicBezTo>
                    <a:pt x="16901" y="22095"/>
                    <a:pt x="16658" y="22285"/>
                    <a:pt x="16488" y="22325"/>
                  </a:cubicBezTo>
                  <a:cubicBezTo>
                    <a:pt x="16462" y="22331"/>
                    <a:pt x="16437" y="22334"/>
                    <a:pt x="16412" y="22334"/>
                  </a:cubicBezTo>
                  <a:cubicBezTo>
                    <a:pt x="16045" y="22334"/>
                    <a:pt x="15775" y="21681"/>
                    <a:pt x="15713" y="21413"/>
                  </a:cubicBezTo>
                  <a:cubicBezTo>
                    <a:pt x="15590" y="20884"/>
                    <a:pt x="15603" y="20312"/>
                    <a:pt x="15580" y="19773"/>
                  </a:cubicBezTo>
                  <a:cubicBezTo>
                    <a:pt x="15537" y="18835"/>
                    <a:pt x="15453" y="17790"/>
                    <a:pt x="14781" y="17065"/>
                  </a:cubicBezTo>
                  <a:cubicBezTo>
                    <a:pt x="14166" y="16400"/>
                    <a:pt x="13228" y="16170"/>
                    <a:pt x="12356" y="16114"/>
                  </a:cubicBezTo>
                  <a:cubicBezTo>
                    <a:pt x="12202" y="16104"/>
                    <a:pt x="12048" y="16099"/>
                    <a:pt x="11895" y="16099"/>
                  </a:cubicBezTo>
                  <a:cubicBezTo>
                    <a:pt x="10119" y="16099"/>
                    <a:pt x="8417" y="16731"/>
                    <a:pt x="6680" y="17019"/>
                  </a:cubicBezTo>
                  <a:cubicBezTo>
                    <a:pt x="6184" y="17100"/>
                    <a:pt x="5680" y="17153"/>
                    <a:pt x="5177" y="17153"/>
                  </a:cubicBezTo>
                  <a:cubicBezTo>
                    <a:pt x="4658" y="17153"/>
                    <a:pt x="4141" y="17097"/>
                    <a:pt x="3636" y="16959"/>
                  </a:cubicBezTo>
                  <a:cubicBezTo>
                    <a:pt x="2658" y="16689"/>
                    <a:pt x="1770" y="16167"/>
                    <a:pt x="1055" y="15445"/>
                  </a:cubicBezTo>
                  <a:cubicBezTo>
                    <a:pt x="699" y="15082"/>
                    <a:pt x="393" y="14676"/>
                    <a:pt x="146" y="14237"/>
                  </a:cubicBezTo>
                  <a:cubicBezTo>
                    <a:pt x="132" y="14213"/>
                    <a:pt x="109" y="14202"/>
                    <a:pt x="87" y="14202"/>
                  </a:cubicBezTo>
                  <a:cubicBezTo>
                    <a:pt x="43" y="14202"/>
                    <a:pt x="0" y="14243"/>
                    <a:pt x="27" y="14294"/>
                  </a:cubicBezTo>
                  <a:lnTo>
                    <a:pt x="23" y="14294"/>
                  </a:lnTo>
                  <a:cubicBezTo>
                    <a:pt x="948" y="15977"/>
                    <a:pt x="2675" y="17142"/>
                    <a:pt x="4591" y="17335"/>
                  </a:cubicBezTo>
                  <a:cubicBezTo>
                    <a:pt x="4822" y="17358"/>
                    <a:pt x="5051" y="17368"/>
                    <a:pt x="5281" y="17368"/>
                  </a:cubicBezTo>
                  <a:cubicBezTo>
                    <a:pt x="7074" y="17368"/>
                    <a:pt x="8825" y="16728"/>
                    <a:pt x="10586" y="16460"/>
                  </a:cubicBezTo>
                  <a:cubicBezTo>
                    <a:pt x="11042" y="16390"/>
                    <a:pt x="11519" y="16340"/>
                    <a:pt x="11994" y="16340"/>
                  </a:cubicBezTo>
                  <a:cubicBezTo>
                    <a:pt x="12608" y="16340"/>
                    <a:pt x="13219" y="16423"/>
                    <a:pt x="13780" y="16656"/>
                  </a:cubicBezTo>
                  <a:cubicBezTo>
                    <a:pt x="15057" y="17185"/>
                    <a:pt x="15297" y="18449"/>
                    <a:pt x="15340" y="19697"/>
                  </a:cubicBezTo>
                  <a:cubicBezTo>
                    <a:pt x="15367" y="20575"/>
                    <a:pt x="15274" y="21676"/>
                    <a:pt x="15833" y="22425"/>
                  </a:cubicBezTo>
                  <a:cubicBezTo>
                    <a:pt x="16052" y="22724"/>
                    <a:pt x="16418" y="22960"/>
                    <a:pt x="16787" y="23010"/>
                  </a:cubicBezTo>
                  <a:cubicBezTo>
                    <a:pt x="16820" y="23015"/>
                    <a:pt x="16852" y="23017"/>
                    <a:pt x="16884" y="23017"/>
                  </a:cubicBezTo>
                  <a:cubicBezTo>
                    <a:pt x="17330" y="23017"/>
                    <a:pt x="17748" y="22599"/>
                    <a:pt x="17962" y="22242"/>
                  </a:cubicBezTo>
                  <a:cubicBezTo>
                    <a:pt x="18251" y="21753"/>
                    <a:pt x="18308" y="21170"/>
                    <a:pt x="18454" y="20632"/>
                  </a:cubicBezTo>
                  <a:cubicBezTo>
                    <a:pt x="18584" y="20166"/>
                    <a:pt x="18777" y="19727"/>
                    <a:pt x="19066" y="19337"/>
                  </a:cubicBezTo>
                  <a:cubicBezTo>
                    <a:pt x="19495" y="18764"/>
                    <a:pt x="20335" y="18207"/>
                    <a:pt x="21113" y="18207"/>
                  </a:cubicBezTo>
                  <a:cubicBezTo>
                    <a:pt x="21422" y="18207"/>
                    <a:pt x="21721" y="18295"/>
                    <a:pt x="21981" y="18506"/>
                  </a:cubicBezTo>
                  <a:cubicBezTo>
                    <a:pt x="22337" y="18795"/>
                    <a:pt x="22600" y="19168"/>
                    <a:pt x="23015" y="19381"/>
                  </a:cubicBezTo>
                  <a:cubicBezTo>
                    <a:pt x="23297" y="19525"/>
                    <a:pt x="23608" y="19599"/>
                    <a:pt x="23922" y="19599"/>
                  </a:cubicBezTo>
                  <a:cubicBezTo>
                    <a:pt x="24028" y="19599"/>
                    <a:pt x="24134" y="19590"/>
                    <a:pt x="24240" y="19574"/>
                  </a:cubicBezTo>
                  <a:cubicBezTo>
                    <a:pt x="25121" y="19421"/>
                    <a:pt x="25484" y="18642"/>
                    <a:pt x="25491" y="17817"/>
                  </a:cubicBezTo>
                  <a:cubicBezTo>
                    <a:pt x="25494" y="17358"/>
                    <a:pt x="25427" y="16902"/>
                    <a:pt x="25477" y="16443"/>
                  </a:cubicBezTo>
                  <a:cubicBezTo>
                    <a:pt x="25534" y="15961"/>
                    <a:pt x="25704" y="15498"/>
                    <a:pt x="25973" y="15092"/>
                  </a:cubicBezTo>
                  <a:cubicBezTo>
                    <a:pt x="26529" y="14234"/>
                    <a:pt x="27460" y="13688"/>
                    <a:pt x="28485" y="13622"/>
                  </a:cubicBezTo>
                  <a:cubicBezTo>
                    <a:pt x="29047" y="13585"/>
                    <a:pt x="29556" y="13539"/>
                    <a:pt x="30025" y="13203"/>
                  </a:cubicBezTo>
                  <a:cubicBezTo>
                    <a:pt x="30438" y="12903"/>
                    <a:pt x="30774" y="12487"/>
                    <a:pt x="31030" y="12048"/>
                  </a:cubicBezTo>
                  <a:cubicBezTo>
                    <a:pt x="31476" y="11276"/>
                    <a:pt x="31725" y="10338"/>
                    <a:pt x="31695" y="9443"/>
                  </a:cubicBezTo>
                  <a:cubicBezTo>
                    <a:pt x="31619" y="7487"/>
                    <a:pt x="30767" y="5664"/>
                    <a:pt x="29599" y="4124"/>
                  </a:cubicBezTo>
                  <a:cubicBezTo>
                    <a:pt x="28352" y="2483"/>
                    <a:pt x="26595" y="880"/>
                    <a:pt x="24556" y="334"/>
                  </a:cubicBezTo>
                  <a:cubicBezTo>
                    <a:pt x="24070" y="204"/>
                    <a:pt x="23571" y="101"/>
                    <a:pt x="23075" y="5"/>
                  </a:cubicBezTo>
                  <a:cubicBezTo>
                    <a:pt x="23061" y="2"/>
                    <a:pt x="23047" y="1"/>
                    <a:pt x="2303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" name="Google Shape;4679;p19"/>
            <p:cNvSpPr/>
            <p:nvPr/>
          </p:nvSpPr>
          <p:spPr>
            <a:xfrm>
              <a:off x="4598275" y="2294925"/>
              <a:ext cx="443650" cy="252450"/>
            </a:xfrm>
            <a:custGeom>
              <a:avLst/>
              <a:gdLst/>
              <a:ahLst/>
              <a:cxnLst/>
              <a:rect l="l" t="t" r="r" b="b"/>
              <a:pathLst>
                <a:path w="17746" h="10098" extrusionOk="0">
                  <a:moveTo>
                    <a:pt x="12843" y="1"/>
                  </a:moveTo>
                  <a:cubicBezTo>
                    <a:pt x="12753" y="1"/>
                    <a:pt x="12669" y="119"/>
                    <a:pt x="12748" y="193"/>
                  </a:cubicBezTo>
                  <a:cubicBezTo>
                    <a:pt x="14059" y="1401"/>
                    <a:pt x="16518" y="2089"/>
                    <a:pt x="16810" y="4109"/>
                  </a:cubicBezTo>
                  <a:cubicBezTo>
                    <a:pt x="16933" y="4954"/>
                    <a:pt x="16458" y="5656"/>
                    <a:pt x="15736" y="6052"/>
                  </a:cubicBezTo>
                  <a:cubicBezTo>
                    <a:pt x="15370" y="6251"/>
                    <a:pt x="14977" y="6401"/>
                    <a:pt x="14571" y="6497"/>
                  </a:cubicBezTo>
                  <a:cubicBezTo>
                    <a:pt x="14119" y="6607"/>
                    <a:pt x="13627" y="6610"/>
                    <a:pt x="13221" y="6863"/>
                  </a:cubicBezTo>
                  <a:cubicBezTo>
                    <a:pt x="12485" y="7316"/>
                    <a:pt x="12642" y="8271"/>
                    <a:pt x="12316" y="8959"/>
                  </a:cubicBezTo>
                  <a:cubicBezTo>
                    <a:pt x="12093" y="9433"/>
                    <a:pt x="11637" y="9809"/>
                    <a:pt x="11104" y="9809"/>
                  </a:cubicBezTo>
                  <a:cubicBezTo>
                    <a:pt x="11071" y="9809"/>
                    <a:pt x="11038" y="9807"/>
                    <a:pt x="11005" y="9804"/>
                  </a:cubicBezTo>
                  <a:cubicBezTo>
                    <a:pt x="10373" y="9751"/>
                    <a:pt x="10137" y="9252"/>
                    <a:pt x="9960" y="8716"/>
                  </a:cubicBezTo>
                  <a:cubicBezTo>
                    <a:pt x="9721" y="7988"/>
                    <a:pt x="9245" y="7549"/>
                    <a:pt x="8457" y="7542"/>
                  </a:cubicBezTo>
                  <a:cubicBezTo>
                    <a:pt x="8449" y="7542"/>
                    <a:pt x="8441" y="7542"/>
                    <a:pt x="8433" y="7542"/>
                  </a:cubicBezTo>
                  <a:cubicBezTo>
                    <a:pt x="7644" y="7542"/>
                    <a:pt x="6919" y="7867"/>
                    <a:pt x="6171" y="8074"/>
                  </a:cubicBezTo>
                  <a:cubicBezTo>
                    <a:pt x="5546" y="8249"/>
                    <a:pt x="4874" y="8349"/>
                    <a:pt x="4206" y="8349"/>
                  </a:cubicBezTo>
                  <a:cubicBezTo>
                    <a:pt x="2535" y="8349"/>
                    <a:pt x="891" y="7727"/>
                    <a:pt x="93" y="6111"/>
                  </a:cubicBezTo>
                  <a:cubicBezTo>
                    <a:pt x="84" y="6096"/>
                    <a:pt x="70" y="6089"/>
                    <a:pt x="56" y="6089"/>
                  </a:cubicBezTo>
                  <a:cubicBezTo>
                    <a:pt x="28" y="6089"/>
                    <a:pt x="1" y="6116"/>
                    <a:pt x="16" y="6151"/>
                  </a:cubicBezTo>
                  <a:lnTo>
                    <a:pt x="16" y="6148"/>
                  </a:lnTo>
                  <a:cubicBezTo>
                    <a:pt x="783" y="7832"/>
                    <a:pt x="2575" y="8577"/>
                    <a:pt x="4332" y="8577"/>
                  </a:cubicBezTo>
                  <a:cubicBezTo>
                    <a:pt x="4512" y="8577"/>
                    <a:pt x="4692" y="8569"/>
                    <a:pt x="4870" y="8553"/>
                  </a:cubicBezTo>
                  <a:cubicBezTo>
                    <a:pt x="5878" y="8464"/>
                    <a:pt x="6790" y="8074"/>
                    <a:pt x="7771" y="7881"/>
                  </a:cubicBezTo>
                  <a:cubicBezTo>
                    <a:pt x="7980" y="7840"/>
                    <a:pt x="8204" y="7807"/>
                    <a:pt x="8425" y="7807"/>
                  </a:cubicBezTo>
                  <a:cubicBezTo>
                    <a:pt x="8654" y="7807"/>
                    <a:pt x="8881" y="7843"/>
                    <a:pt x="9085" y="7945"/>
                  </a:cubicBezTo>
                  <a:cubicBezTo>
                    <a:pt x="9614" y="8207"/>
                    <a:pt x="9658" y="8803"/>
                    <a:pt x="9874" y="9289"/>
                  </a:cubicBezTo>
                  <a:cubicBezTo>
                    <a:pt x="10114" y="9818"/>
                    <a:pt x="10635" y="10098"/>
                    <a:pt x="11171" y="10098"/>
                  </a:cubicBezTo>
                  <a:cubicBezTo>
                    <a:pt x="11454" y="10098"/>
                    <a:pt x="11741" y="10020"/>
                    <a:pt x="11993" y="9861"/>
                  </a:cubicBezTo>
                  <a:cubicBezTo>
                    <a:pt x="12362" y="9618"/>
                    <a:pt x="12645" y="9262"/>
                    <a:pt x="12792" y="8843"/>
                  </a:cubicBezTo>
                  <a:cubicBezTo>
                    <a:pt x="12935" y="8444"/>
                    <a:pt x="12911" y="7851"/>
                    <a:pt x="13234" y="7542"/>
                  </a:cubicBezTo>
                  <a:cubicBezTo>
                    <a:pt x="13444" y="7342"/>
                    <a:pt x="13750" y="7379"/>
                    <a:pt x="14016" y="7366"/>
                  </a:cubicBezTo>
                  <a:cubicBezTo>
                    <a:pt x="14269" y="7356"/>
                    <a:pt x="14518" y="7332"/>
                    <a:pt x="14764" y="7296"/>
                  </a:cubicBezTo>
                  <a:cubicBezTo>
                    <a:pt x="15237" y="7223"/>
                    <a:pt x="15696" y="7080"/>
                    <a:pt x="16122" y="6867"/>
                  </a:cubicBezTo>
                  <a:cubicBezTo>
                    <a:pt x="16953" y="6444"/>
                    <a:pt x="17625" y="5689"/>
                    <a:pt x="17682" y="4721"/>
                  </a:cubicBezTo>
                  <a:cubicBezTo>
                    <a:pt x="17745" y="3633"/>
                    <a:pt x="17017" y="2628"/>
                    <a:pt x="16202" y="1989"/>
                  </a:cubicBezTo>
                  <a:cubicBezTo>
                    <a:pt x="15187" y="1194"/>
                    <a:pt x="13943" y="775"/>
                    <a:pt x="12901" y="20"/>
                  </a:cubicBezTo>
                  <a:cubicBezTo>
                    <a:pt x="12883" y="7"/>
                    <a:pt x="12863" y="1"/>
                    <a:pt x="1284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80" name="Google Shape;4680;p19"/>
          <p:cNvSpPr txBox="1">
            <a:spLocks noGrp="1"/>
          </p:cNvSpPr>
          <p:nvPr>
            <p:ph type="title"/>
          </p:nvPr>
        </p:nvSpPr>
        <p:spPr>
          <a:xfrm>
            <a:off x="1098933" y="1463033"/>
            <a:ext cx="4514400" cy="212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681" name="Google Shape;4681;p19"/>
          <p:cNvSpPr txBox="1">
            <a:spLocks noGrp="1"/>
          </p:cNvSpPr>
          <p:nvPr>
            <p:ph type="subTitle" idx="1"/>
          </p:nvPr>
        </p:nvSpPr>
        <p:spPr>
          <a:xfrm>
            <a:off x="1098933" y="3588633"/>
            <a:ext cx="4158800" cy="1582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4682" name="Google Shape;4682;p19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4683" name="Google Shape;4683;p19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" name="Google Shape;4684;p19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" name="Google Shape;4685;p19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" name="Google Shape;4686;p19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" name="Google Shape;4687;p19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" name="Google Shape;4688;p19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" name="Google Shape;4689;p19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" name="Google Shape;4690;p19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" name="Google Shape;4691;p19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" name="Google Shape;4692;p19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" name="Google Shape;4693;p19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" name="Google Shape;4694;p19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" name="Google Shape;4695;p19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" name="Google Shape;4696;p19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" name="Google Shape;4697;p19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" name="Google Shape;4698;p19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" name="Google Shape;4699;p19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" name="Google Shape;4700;p19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" name="Google Shape;4701;p19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" name="Google Shape;4702;p19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3" name="Google Shape;4703;p19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" name="Google Shape;4704;p19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" name="Google Shape;4705;p19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" name="Google Shape;4706;p19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" name="Google Shape;4707;p19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" name="Google Shape;4708;p19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" name="Google Shape;4709;p19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" name="Google Shape;4710;p19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" name="Google Shape;4711;p19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" name="Google Shape;4712;p19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" name="Google Shape;4713;p19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" name="Google Shape;4714;p19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" name="Google Shape;4715;p19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" name="Google Shape;4716;p19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" name="Google Shape;4717;p19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" name="Google Shape;4718;p19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" name="Google Shape;4719;p19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" name="Google Shape;4720;p19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" name="Google Shape;4721;p19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" name="Google Shape;4722;p19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" name="Google Shape;4723;p19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" name="Google Shape;4724;p19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" name="Google Shape;4725;p19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" name="Google Shape;4726;p19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" name="Google Shape;4727;p19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" name="Google Shape;4728;p19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" name="Google Shape;4729;p19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" name="Google Shape;4730;p19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" name="Google Shape;4731;p19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" name="Google Shape;4732;p19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" name="Google Shape;4733;p19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" name="Google Shape;4734;p19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" name="Google Shape;4735;p19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" name="Google Shape;4736;p19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" name="Google Shape;4737;p19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" name="Google Shape;4738;p19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" name="Google Shape;4739;p19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" name="Google Shape;4740;p19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" name="Google Shape;4741;p19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" name="Google Shape;4742;p19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" name="Google Shape;4743;p19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" name="Google Shape;4744;p19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" name="Google Shape;4745;p19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" name="Google Shape;4746;p19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" name="Google Shape;4747;p19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" name="Google Shape;4748;p19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" name="Google Shape;4749;p19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" name="Google Shape;4750;p19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" name="Google Shape;4751;p19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" name="Google Shape;4752;p19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" name="Google Shape;4753;p19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" name="Google Shape;4754;p19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" name="Google Shape;4755;p19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" name="Google Shape;4756;p19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" name="Google Shape;4757;p19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" name="Google Shape;4758;p19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" name="Google Shape;4759;p19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" name="Google Shape;4760;p19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" name="Google Shape;4761;p19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" name="Google Shape;4762;p19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" name="Google Shape;4763;p19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" name="Google Shape;4764;p19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" name="Google Shape;4765;p19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" name="Google Shape;4766;p19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" name="Google Shape;4767;p19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" name="Google Shape;4768;p19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" name="Google Shape;4769;p19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" name="Google Shape;4770;p19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" name="Google Shape;4771;p19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" name="Google Shape;4772;p19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" name="Google Shape;4773;p19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" name="Google Shape;4774;p19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" name="Google Shape;4775;p19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" name="Google Shape;4776;p19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" name="Google Shape;4777;p19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" name="Google Shape;4778;p19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" name="Google Shape;4779;p19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" name="Google Shape;4780;p19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" name="Google Shape;4781;p19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" name="Google Shape;4782;p19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" name="Google Shape;4783;p19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" name="Google Shape;4784;p19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" name="Google Shape;4785;p19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" name="Google Shape;4786;p19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" name="Google Shape;4787;p19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" name="Google Shape;4788;p19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" name="Google Shape;4789;p19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" name="Google Shape;4790;p19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" name="Google Shape;4791;p19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" name="Google Shape;4792;p19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" name="Google Shape;4793;p19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4" name="Google Shape;4794;p19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" name="Google Shape;4795;p19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" name="Google Shape;4796;p19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" name="Google Shape;4797;p19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" name="Google Shape;4798;p19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" name="Google Shape;4799;p19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" name="Google Shape;4800;p19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" name="Google Shape;4801;p19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" name="Google Shape;4802;p19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" name="Google Shape;4803;p19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" name="Google Shape;4804;p19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" name="Google Shape;4805;p19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" name="Google Shape;4806;p19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" name="Google Shape;4807;p19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" name="Google Shape;4808;p19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" name="Google Shape;4809;p19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" name="Google Shape;4810;p19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" name="Google Shape;4811;p19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" name="Google Shape;4812;p19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" name="Google Shape;4813;p19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" name="Google Shape;4814;p19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" name="Google Shape;4815;p19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" name="Google Shape;4816;p19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" name="Google Shape;4817;p19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" name="Google Shape;4818;p19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19" name="Google Shape;4819;p19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4820" name="Google Shape;4820;p19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" name="Google Shape;4821;p19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" name="Google Shape;4822;p19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" name="Google Shape;4823;p19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" name="Google Shape;4824;p19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" name="Google Shape;4825;p19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" name="Google Shape;4826;p19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" name="Google Shape;4827;p19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" name="Google Shape;4828;p19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" name="Google Shape;4829;p19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" name="Google Shape;4830;p19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" name="Google Shape;4831;p19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" name="Google Shape;4832;p19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" name="Google Shape;4833;p19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" name="Google Shape;4834;p19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" name="Google Shape;4835;p19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" name="Google Shape;4836;p19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" name="Google Shape;4837;p19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" name="Google Shape;4838;p19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" name="Google Shape;4839;p19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" name="Google Shape;4840;p19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" name="Google Shape;4841;p19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" name="Google Shape;4842;p19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" name="Google Shape;4843;p19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" name="Google Shape;4844;p19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" name="Google Shape;4845;p19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" name="Google Shape;4846;p19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" name="Google Shape;4847;p19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" name="Google Shape;4848;p19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" name="Google Shape;4849;p19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" name="Google Shape;4850;p19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" name="Google Shape;4851;p19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" name="Google Shape;4852;p19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" name="Google Shape;4853;p19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" name="Google Shape;4854;p19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" name="Google Shape;4855;p19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" name="Google Shape;4856;p19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" name="Google Shape;4857;p19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" name="Google Shape;4858;p19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" name="Google Shape;4859;p19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" name="Google Shape;4860;p19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" name="Google Shape;4861;p19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" name="Google Shape;4862;p19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" name="Google Shape;4863;p19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" name="Google Shape;4864;p19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" name="Google Shape;4865;p19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" name="Google Shape;4866;p19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" name="Google Shape;4867;p19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" name="Google Shape;4868;p19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" name="Google Shape;4869;p19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" name="Google Shape;4870;p19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" name="Google Shape;4871;p19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" name="Google Shape;4872;p19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" name="Google Shape;4873;p19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" name="Google Shape;4874;p19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" name="Google Shape;4875;p19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" name="Google Shape;4876;p19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" name="Google Shape;4877;p19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" name="Google Shape;4878;p19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" name="Google Shape;4879;p19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" name="Google Shape;4880;p19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" name="Google Shape;4881;p19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" name="Google Shape;4882;p19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" name="Google Shape;4883;p19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" name="Google Shape;4884;p19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" name="Google Shape;4885;p19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" name="Google Shape;4886;p19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" name="Google Shape;4887;p19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" name="Google Shape;4888;p19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" name="Google Shape;4889;p19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" name="Google Shape;4890;p19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" name="Google Shape;4891;p19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" name="Google Shape;4892;p19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" name="Google Shape;4893;p19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" name="Google Shape;4894;p19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" name="Google Shape;4895;p19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" name="Google Shape;4896;p19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" name="Google Shape;4897;p19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" name="Google Shape;4898;p19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" name="Google Shape;4899;p19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" name="Google Shape;4900;p19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" name="Google Shape;4901;p19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" name="Google Shape;4902;p19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" name="Google Shape;4903;p19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" name="Google Shape;4904;p19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" name="Google Shape;4905;p19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" name="Google Shape;4906;p19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" name="Google Shape;4907;p19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" name="Google Shape;4908;p19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" name="Google Shape;4909;p19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" name="Google Shape;4910;p19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" name="Google Shape;4911;p19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" name="Google Shape;4912;p19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" name="Google Shape;4913;p19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" name="Google Shape;4914;p19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" name="Google Shape;4915;p19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" name="Google Shape;4916;p19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" name="Google Shape;4917;p19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" name="Google Shape;4918;p19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" name="Google Shape;4919;p19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" name="Google Shape;4920;p19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" name="Google Shape;4921;p19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" name="Google Shape;4922;p19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" name="Google Shape;4923;p19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" name="Google Shape;4924;p19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" name="Google Shape;4925;p19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" name="Google Shape;4926;p19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" name="Google Shape;4927;p19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" name="Google Shape;4928;p19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" name="Google Shape;4929;p19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" name="Google Shape;4930;p19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1" name="Google Shape;4931;p19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" name="Google Shape;4932;p19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" name="Google Shape;4933;p19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" name="Google Shape;4934;p19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" name="Google Shape;4935;p19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" name="Google Shape;4936;p19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" name="Google Shape;4937;p19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" name="Google Shape;4938;p19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" name="Google Shape;4939;p19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" name="Google Shape;4940;p19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" name="Google Shape;4941;p19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" name="Google Shape;4942;p19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" name="Google Shape;4943;p19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" name="Google Shape;4944;p19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" name="Google Shape;4945;p19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" name="Google Shape;4946;p19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" name="Google Shape;4947;p19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" name="Google Shape;4948;p19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" name="Google Shape;4949;p19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" name="Google Shape;4950;p19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" name="Google Shape;4951;p19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" name="Google Shape;4952;p19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" name="Google Shape;4953;p19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" name="Google Shape;4954;p19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" name="Google Shape;4955;p19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4974155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4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7" name="Google Shape;4957;p20"/>
          <p:cNvGrpSpPr/>
          <p:nvPr/>
        </p:nvGrpSpPr>
        <p:grpSpPr>
          <a:xfrm rot="-6330842">
            <a:off x="8574172" y="4987268"/>
            <a:ext cx="2737841" cy="1640985"/>
            <a:chOff x="3911500" y="3122300"/>
            <a:chExt cx="597375" cy="358050"/>
          </a:xfrm>
        </p:grpSpPr>
        <p:sp>
          <p:nvSpPr>
            <p:cNvPr id="4958" name="Google Shape;4958;p20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" name="Google Shape;4959;p20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" name="Google Shape;4960;p20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" name="Google Shape;4961;p20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" name="Google Shape;4962;p20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" name="Google Shape;4963;p20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" name="Google Shape;4964;p20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" name="Google Shape;4965;p20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" name="Google Shape;4966;p20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" name="Google Shape;4967;p20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" name="Google Shape;4968;p20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" name="Google Shape;4969;p20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" name="Google Shape;4970;p20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" name="Google Shape;4971;p20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" name="Google Shape;4972;p20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" name="Google Shape;4973;p20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" name="Google Shape;4974;p20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" name="Google Shape;4975;p20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" name="Google Shape;4976;p20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" name="Google Shape;4977;p20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" name="Google Shape;4978;p20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" name="Google Shape;4979;p20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" name="Google Shape;4980;p20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" name="Google Shape;4981;p20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" name="Google Shape;4982;p20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" name="Google Shape;4983;p20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" name="Google Shape;4984;p20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" name="Google Shape;4985;p20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" name="Google Shape;4986;p20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" name="Google Shape;4987;p20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" name="Google Shape;4988;p20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989" name="Google Shape;4989;p20"/>
          <p:cNvSpPr txBox="1">
            <a:spLocks noGrp="1"/>
          </p:cNvSpPr>
          <p:nvPr>
            <p:ph type="title"/>
          </p:nvPr>
        </p:nvSpPr>
        <p:spPr>
          <a:xfrm>
            <a:off x="953467" y="4214580"/>
            <a:ext cx="79356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4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990" name="Google Shape;4990;p20"/>
          <p:cNvSpPr txBox="1">
            <a:spLocks noGrp="1"/>
          </p:cNvSpPr>
          <p:nvPr>
            <p:ph type="title" idx="2" hasCustomPrompt="1"/>
          </p:nvPr>
        </p:nvSpPr>
        <p:spPr>
          <a:xfrm>
            <a:off x="953467" y="324144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991" name="Google Shape;4991;p20"/>
          <p:cNvSpPr txBox="1">
            <a:spLocks noGrp="1"/>
          </p:cNvSpPr>
          <p:nvPr>
            <p:ph type="subTitle" idx="1"/>
          </p:nvPr>
        </p:nvSpPr>
        <p:spPr>
          <a:xfrm>
            <a:off x="1235900" y="5520167"/>
            <a:ext cx="5805200" cy="5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4992" name="Google Shape;4992;p20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4993" name="Google Shape;4993;p20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" name="Google Shape;4994;p20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" name="Google Shape;4995;p20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" name="Google Shape;4996;p20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" name="Google Shape;4997;p20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" name="Google Shape;4998;p20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" name="Google Shape;4999;p20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" name="Google Shape;5000;p20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" name="Google Shape;5001;p20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" name="Google Shape;5002;p20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" name="Google Shape;5003;p20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" name="Google Shape;5004;p20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" name="Google Shape;5005;p20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" name="Google Shape;5006;p20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" name="Google Shape;5007;p20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" name="Google Shape;5008;p20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" name="Google Shape;5009;p20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" name="Google Shape;5010;p20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" name="Google Shape;5011;p20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" name="Google Shape;5012;p20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" name="Google Shape;5013;p20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4" name="Google Shape;5014;p20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5" name="Google Shape;5015;p20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" name="Google Shape;5016;p20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" name="Google Shape;5017;p20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" name="Google Shape;5018;p20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" name="Google Shape;5019;p20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" name="Google Shape;5020;p20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" name="Google Shape;5021;p20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" name="Google Shape;5022;p20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" name="Google Shape;5023;p20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" name="Google Shape;5024;p20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" name="Google Shape;5025;p20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" name="Google Shape;5026;p20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" name="Google Shape;5027;p20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" name="Google Shape;5028;p20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" name="Google Shape;5029;p20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" name="Google Shape;5030;p20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" name="Google Shape;5031;p20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" name="Google Shape;5032;p20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" name="Google Shape;5033;p20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" name="Google Shape;5034;p20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" name="Google Shape;5035;p20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" name="Google Shape;5036;p20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" name="Google Shape;5037;p20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" name="Google Shape;5038;p20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" name="Google Shape;5039;p20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" name="Google Shape;5040;p20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" name="Google Shape;5041;p20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" name="Google Shape;5042;p20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" name="Google Shape;5043;p20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" name="Google Shape;5044;p20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" name="Google Shape;5045;p20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" name="Google Shape;5046;p20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" name="Google Shape;5047;p20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" name="Google Shape;5048;p20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" name="Google Shape;5049;p20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" name="Google Shape;5050;p20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" name="Google Shape;5051;p20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" name="Google Shape;5052;p20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" name="Google Shape;5053;p20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" name="Google Shape;5054;p20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" name="Google Shape;5055;p20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" name="Google Shape;5056;p20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7" name="Google Shape;5057;p20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8" name="Google Shape;5058;p20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9" name="Google Shape;5059;p20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0" name="Google Shape;5060;p20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1" name="Google Shape;5061;p20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2" name="Google Shape;5062;p20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3" name="Google Shape;5063;p20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4" name="Google Shape;5064;p20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5" name="Google Shape;5065;p20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6" name="Google Shape;5066;p20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7" name="Google Shape;5067;p20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8" name="Google Shape;5068;p20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9" name="Google Shape;5069;p20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0" name="Google Shape;5070;p20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1" name="Google Shape;5071;p20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2" name="Google Shape;5072;p20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3" name="Google Shape;5073;p20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4" name="Google Shape;5074;p20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5" name="Google Shape;5075;p20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6" name="Google Shape;5076;p20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7" name="Google Shape;5077;p20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8" name="Google Shape;5078;p20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9" name="Google Shape;5079;p20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0" name="Google Shape;5080;p20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1" name="Google Shape;5081;p20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2" name="Google Shape;5082;p20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3" name="Google Shape;5083;p20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4" name="Google Shape;5084;p20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5" name="Google Shape;5085;p20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6" name="Google Shape;5086;p20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7" name="Google Shape;5087;p20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8" name="Google Shape;5088;p20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9" name="Google Shape;5089;p20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0" name="Google Shape;5090;p20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1" name="Google Shape;5091;p20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2" name="Google Shape;5092;p20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3" name="Google Shape;5093;p20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4" name="Google Shape;5094;p20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5" name="Google Shape;5095;p20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6" name="Google Shape;5096;p20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7" name="Google Shape;5097;p20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8" name="Google Shape;5098;p20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9" name="Google Shape;5099;p20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0" name="Google Shape;5100;p20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1" name="Google Shape;5101;p20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2" name="Google Shape;5102;p20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3" name="Google Shape;5103;p20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4" name="Google Shape;5104;p20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5" name="Google Shape;5105;p20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6" name="Google Shape;5106;p20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7" name="Google Shape;5107;p20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8" name="Google Shape;5108;p20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9" name="Google Shape;5109;p20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0" name="Google Shape;5110;p20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1" name="Google Shape;5111;p20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2" name="Google Shape;5112;p20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3" name="Google Shape;5113;p20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4" name="Google Shape;5114;p20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5" name="Google Shape;5115;p20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6" name="Google Shape;5116;p20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7" name="Google Shape;5117;p20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8" name="Google Shape;5118;p20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9" name="Google Shape;5119;p20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0" name="Google Shape;5120;p20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1" name="Google Shape;5121;p20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2" name="Google Shape;5122;p20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3" name="Google Shape;5123;p20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4" name="Google Shape;5124;p20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5" name="Google Shape;5125;p20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6" name="Google Shape;5126;p20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7" name="Google Shape;5127;p20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8" name="Google Shape;5128;p20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129" name="Google Shape;5129;p20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5130" name="Google Shape;5130;p20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1" name="Google Shape;5131;p20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2" name="Google Shape;5132;p20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3" name="Google Shape;5133;p20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4" name="Google Shape;5134;p20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5" name="Google Shape;5135;p20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6" name="Google Shape;5136;p20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7" name="Google Shape;5137;p20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8" name="Google Shape;5138;p20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9" name="Google Shape;5139;p20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0" name="Google Shape;5140;p20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1" name="Google Shape;5141;p20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2" name="Google Shape;5142;p20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3" name="Google Shape;5143;p20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4" name="Google Shape;5144;p20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5" name="Google Shape;5145;p20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6" name="Google Shape;5146;p20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7" name="Google Shape;5147;p20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8" name="Google Shape;5148;p20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9" name="Google Shape;5149;p20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0" name="Google Shape;5150;p20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1" name="Google Shape;5151;p20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2" name="Google Shape;5152;p20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3" name="Google Shape;5153;p20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4" name="Google Shape;5154;p20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5" name="Google Shape;5155;p20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6" name="Google Shape;5156;p20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7" name="Google Shape;5157;p20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8" name="Google Shape;5158;p20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9" name="Google Shape;5159;p20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0" name="Google Shape;5160;p20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1" name="Google Shape;5161;p20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2" name="Google Shape;5162;p20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3" name="Google Shape;5163;p20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4" name="Google Shape;5164;p20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5" name="Google Shape;5165;p20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6" name="Google Shape;5166;p20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7" name="Google Shape;5167;p20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8" name="Google Shape;5168;p20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9" name="Google Shape;5169;p20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0" name="Google Shape;5170;p20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1" name="Google Shape;5171;p20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2" name="Google Shape;5172;p20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3" name="Google Shape;5173;p20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4" name="Google Shape;5174;p20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5" name="Google Shape;5175;p20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6" name="Google Shape;5176;p20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7" name="Google Shape;5177;p20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8" name="Google Shape;5178;p20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9" name="Google Shape;5179;p20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0" name="Google Shape;5180;p20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1" name="Google Shape;5181;p20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2" name="Google Shape;5182;p20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3" name="Google Shape;5183;p20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4" name="Google Shape;5184;p20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5" name="Google Shape;5185;p20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6" name="Google Shape;5186;p20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7" name="Google Shape;5187;p20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8" name="Google Shape;5188;p20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9" name="Google Shape;5189;p20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0" name="Google Shape;5190;p20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1" name="Google Shape;5191;p20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2" name="Google Shape;5192;p20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3" name="Google Shape;5193;p20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4" name="Google Shape;5194;p20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5" name="Google Shape;5195;p20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6" name="Google Shape;5196;p20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7" name="Google Shape;5197;p20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8" name="Google Shape;5198;p20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9" name="Google Shape;5199;p20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0" name="Google Shape;5200;p20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1" name="Google Shape;5201;p20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2" name="Google Shape;5202;p20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3" name="Google Shape;5203;p20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4" name="Google Shape;5204;p20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5" name="Google Shape;5205;p20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6" name="Google Shape;5206;p20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7" name="Google Shape;5207;p20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8" name="Google Shape;5208;p20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9" name="Google Shape;5209;p20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0" name="Google Shape;5210;p20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1" name="Google Shape;5211;p20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2" name="Google Shape;5212;p20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3" name="Google Shape;5213;p20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4" name="Google Shape;5214;p20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5" name="Google Shape;5215;p20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6" name="Google Shape;5216;p20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7" name="Google Shape;5217;p20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8" name="Google Shape;5218;p20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9" name="Google Shape;5219;p20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0" name="Google Shape;5220;p20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1" name="Google Shape;5221;p20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2" name="Google Shape;5222;p20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3" name="Google Shape;5223;p20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4" name="Google Shape;5224;p20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5" name="Google Shape;5225;p20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6" name="Google Shape;5226;p20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7" name="Google Shape;5227;p20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8" name="Google Shape;5228;p20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9" name="Google Shape;5229;p20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0" name="Google Shape;5230;p20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1" name="Google Shape;5231;p20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2" name="Google Shape;5232;p20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3" name="Google Shape;5233;p20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4" name="Google Shape;5234;p20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5" name="Google Shape;5235;p20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6" name="Google Shape;5236;p20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7" name="Google Shape;5237;p20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8" name="Google Shape;5238;p20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9" name="Google Shape;5239;p20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0" name="Google Shape;5240;p20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1" name="Google Shape;5241;p20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2" name="Google Shape;5242;p20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3" name="Google Shape;5243;p20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4" name="Google Shape;5244;p20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5" name="Google Shape;5245;p20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6" name="Google Shape;5246;p20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7" name="Google Shape;5247;p20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8" name="Google Shape;5248;p20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9" name="Google Shape;5249;p20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0" name="Google Shape;5250;p20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1" name="Google Shape;5251;p20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2" name="Google Shape;5252;p20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3" name="Google Shape;5253;p20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4" name="Google Shape;5254;p20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5" name="Google Shape;5255;p20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6" name="Google Shape;5256;p20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7" name="Google Shape;5257;p20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8" name="Google Shape;5258;p20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9" name="Google Shape;5259;p20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0" name="Google Shape;5260;p20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1" name="Google Shape;5261;p20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2" name="Google Shape;5262;p20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3" name="Google Shape;5263;p20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4" name="Google Shape;5264;p20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5" name="Google Shape;5265;p20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7916960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5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67" name="Google Shape;5267;p21"/>
          <p:cNvGrpSpPr/>
          <p:nvPr/>
        </p:nvGrpSpPr>
        <p:grpSpPr>
          <a:xfrm rot="-8562928">
            <a:off x="-49020" y="-1488137"/>
            <a:ext cx="3293235" cy="2619295"/>
            <a:chOff x="2173200" y="3006475"/>
            <a:chExt cx="883975" cy="703075"/>
          </a:xfrm>
        </p:grpSpPr>
        <p:sp>
          <p:nvSpPr>
            <p:cNvPr id="5268" name="Google Shape;5268;p21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9" name="Google Shape;5269;p21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0" name="Google Shape;5270;p21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1" name="Google Shape;5271;p21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272" name="Google Shape;5272;p21"/>
          <p:cNvSpPr txBox="1">
            <a:spLocks noGrp="1"/>
          </p:cNvSpPr>
          <p:nvPr>
            <p:ph type="title"/>
          </p:nvPr>
        </p:nvSpPr>
        <p:spPr>
          <a:xfrm>
            <a:off x="1894667" y="2554867"/>
            <a:ext cx="4252400" cy="20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4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273" name="Google Shape;5273;p21"/>
          <p:cNvSpPr txBox="1">
            <a:spLocks noGrp="1"/>
          </p:cNvSpPr>
          <p:nvPr>
            <p:ph type="title" idx="2" hasCustomPrompt="1"/>
          </p:nvPr>
        </p:nvSpPr>
        <p:spPr>
          <a:xfrm>
            <a:off x="3139667" y="1348067"/>
            <a:ext cx="1762400" cy="12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5274" name="Google Shape;5274;p21"/>
          <p:cNvSpPr txBox="1">
            <a:spLocks noGrp="1"/>
          </p:cNvSpPr>
          <p:nvPr>
            <p:ph type="subTitle" idx="1"/>
          </p:nvPr>
        </p:nvSpPr>
        <p:spPr>
          <a:xfrm>
            <a:off x="1118267" y="4842733"/>
            <a:ext cx="5805200" cy="5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5275" name="Google Shape;5275;p21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5276" name="Google Shape;5276;p21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7" name="Google Shape;5277;p21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8" name="Google Shape;5278;p21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9" name="Google Shape;5279;p21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0" name="Google Shape;5280;p21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1" name="Google Shape;5281;p21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2" name="Google Shape;5282;p21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3" name="Google Shape;5283;p21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4" name="Google Shape;5284;p21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5" name="Google Shape;5285;p21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6" name="Google Shape;5286;p21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7" name="Google Shape;5287;p21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8" name="Google Shape;5288;p21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9" name="Google Shape;5289;p21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0" name="Google Shape;5290;p21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1" name="Google Shape;5291;p21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2" name="Google Shape;5292;p21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3" name="Google Shape;5293;p21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4" name="Google Shape;5294;p21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5" name="Google Shape;5295;p21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6" name="Google Shape;5296;p21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7" name="Google Shape;5297;p21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8" name="Google Shape;5298;p21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9" name="Google Shape;5299;p21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0" name="Google Shape;5300;p21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1" name="Google Shape;5301;p21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2" name="Google Shape;5302;p21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3" name="Google Shape;5303;p21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4" name="Google Shape;5304;p21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5" name="Google Shape;5305;p21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6" name="Google Shape;5306;p21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7" name="Google Shape;5307;p21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8" name="Google Shape;5308;p21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9" name="Google Shape;5309;p21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0" name="Google Shape;5310;p21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1" name="Google Shape;5311;p21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2" name="Google Shape;5312;p21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3" name="Google Shape;5313;p21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4" name="Google Shape;5314;p21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5" name="Google Shape;5315;p21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6" name="Google Shape;5316;p21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7" name="Google Shape;5317;p21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8" name="Google Shape;5318;p21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9" name="Google Shape;5319;p21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0" name="Google Shape;5320;p21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1" name="Google Shape;5321;p21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2" name="Google Shape;5322;p21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3" name="Google Shape;5323;p21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4" name="Google Shape;5324;p21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5" name="Google Shape;5325;p21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6" name="Google Shape;5326;p21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7" name="Google Shape;5327;p21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8" name="Google Shape;5328;p21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9" name="Google Shape;5329;p21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0" name="Google Shape;5330;p21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1" name="Google Shape;5331;p21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2" name="Google Shape;5332;p21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3" name="Google Shape;5333;p21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4" name="Google Shape;5334;p21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5" name="Google Shape;5335;p21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6" name="Google Shape;5336;p21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7" name="Google Shape;5337;p21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8" name="Google Shape;5338;p21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9" name="Google Shape;5339;p21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0" name="Google Shape;5340;p21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1" name="Google Shape;5341;p21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2" name="Google Shape;5342;p21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3" name="Google Shape;5343;p21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4" name="Google Shape;5344;p21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5" name="Google Shape;5345;p21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6" name="Google Shape;5346;p21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7" name="Google Shape;5347;p21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8" name="Google Shape;5348;p21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9" name="Google Shape;5349;p21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0" name="Google Shape;5350;p21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1" name="Google Shape;5351;p21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2" name="Google Shape;5352;p21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3" name="Google Shape;5353;p21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4" name="Google Shape;5354;p21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5" name="Google Shape;5355;p21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6" name="Google Shape;5356;p21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7" name="Google Shape;5357;p21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8" name="Google Shape;5358;p21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9" name="Google Shape;5359;p21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0" name="Google Shape;5360;p21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1" name="Google Shape;5361;p21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2" name="Google Shape;5362;p21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3" name="Google Shape;5363;p21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4" name="Google Shape;5364;p21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5" name="Google Shape;5365;p21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6" name="Google Shape;5366;p21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7" name="Google Shape;5367;p21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8" name="Google Shape;5368;p21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9" name="Google Shape;5369;p21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0" name="Google Shape;5370;p21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1" name="Google Shape;5371;p21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2" name="Google Shape;5372;p21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3" name="Google Shape;5373;p21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4" name="Google Shape;5374;p21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5" name="Google Shape;5375;p21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6" name="Google Shape;5376;p21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7" name="Google Shape;5377;p21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8" name="Google Shape;5378;p21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9" name="Google Shape;5379;p21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0" name="Google Shape;5380;p21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1" name="Google Shape;5381;p21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2" name="Google Shape;5382;p21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3" name="Google Shape;5383;p21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4" name="Google Shape;5384;p21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5" name="Google Shape;5385;p21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6" name="Google Shape;5386;p21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7" name="Google Shape;5387;p21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8" name="Google Shape;5388;p21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9" name="Google Shape;5389;p21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0" name="Google Shape;5390;p21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1" name="Google Shape;5391;p21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2" name="Google Shape;5392;p21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3" name="Google Shape;5393;p21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4" name="Google Shape;5394;p21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5" name="Google Shape;5395;p21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6" name="Google Shape;5396;p21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7" name="Google Shape;5397;p21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8" name="Google Shape;5398;p21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9" name="Google Shape;5399;p21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0" name="Google Shape;5400;p21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1" name="Google Shape;5401;p21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2" name="Google Shape;5402;p21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3" name="Google Shape;5403;p21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4" name="Google Shape;5404;p21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5" name="Google Shape;5405;p21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6" name="Google Shape;5406;p21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7" name="Google Shape;5407;p21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8" name="Google Shape;5408;p21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9" name="Google Shape;5409;p21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0" name="Google Shape;5410;p21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1" name="Google Shape;5411;p21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12" name="Google Shape;5412;p21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5413" name="Google Shape;5413;p21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4" name="Google Shape;5414;p21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5" name="Google Shape;5415;p21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6" name="Google Shape;5416;p21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7" name="Google Shape;5417;p21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8" name="Google Shape;5418;p21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9" name="Google Shape;5419;p21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0" name="Google Shape;5420;p21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1" name="Google Shape;5421;p21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2" name="Google Shape;5422;p21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3" name="Google Shape;5423;p21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4" name="Google Shape;5424;p21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5" name="Google Shape;5425;p21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6" name="Google Shape;5426;p21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7" name="Google Shape;5427;p21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8" name="Google Shape;5428;p21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9" name="Google Shape;5429;p21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0" name="Google Shape;5430;p21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1" name="Google Shape;5431;p21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2" name="Google Shape;5432;p21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3" name="Google Shape;5433;p21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4" name="Google Shape;5434;p21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5" name="Google Shape;5435;p21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6" name="Google Shape;5436;p21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7" name="Google Shape;5437;p21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8" name="Google Shape;5438;p21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9" name="Google Shape;5439;p21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0" name="Google Shape;5440;p21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1" name="Google Shape;5441;p21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2" name="Google Shape;5442;p21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3" name="Google Shape;5443;p21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4" name="Google Shape;5444;p21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5" name="Google Shape;5445;p21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6" name="Google Shape;5446;p21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7" name="Google Shape;5447;p21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8" name="Google Shape;5448;p21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9" name="Google Shape;5449;p21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0" name="Google Shape;5450;p21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1" name="Google Shape;5451;p21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2" name="Google Shape;5452;p21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3" name="Google Shape;5453;p21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4" name="Google Shape;5454;p21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5" name="Google Shape;5455;p21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6" name="Google Shape;5456;p21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7" name="Google Shape;5457;p21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8" name="Google Shape;5458;p21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9" name="Google Shape;5459;p21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0" name="Google Shape;5460;p21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1" name="Google Shape;5461;p21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2" name="Google Shape;5462;p21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3" name="Google Shape;5463;p21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4" name="Google Shape;5464;p21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5" name="Google Shape;5465;p21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6" name="Google Shape;5466;p21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7" name="Google Shape;5467;p21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8" name="Google Shape;5468;p21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9" name="Google Shape;5469;p21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0" name="Google Shape;5470;p21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1" name="Google Shape;5471;p21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2" name="Google Shape;5472;p21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3" name="Google Shape;5473;p21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4" name="Google Shape;5474;p21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5" name="Google Shape;5475;p21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6" name="Google Shape;5476;p21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7" name="Google Shape;5477;p21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8" name="Google Shape;5478;p21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9" name="Google Shape;5479;p21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0" name="Google Shape;5480;p21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1" name="Google Shape;5481;p21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2" name="Google Shape;5482;p21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3" name="Google Shape;5483;p21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4" name="Google Shape;5484;p21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5" name="Google Shape;5485;p21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6" name="Google Shape;5486;p21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7" name="Google Shape;5487;p21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8" name="Google Shape;5488;p21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9" name="Google Shape;5489;p21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0" name="Google Shape;5490;p21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1" name="Google Shape;5491;p21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2" name="Google Shape;5492;p21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3" name="Google Shape;5493;p21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4" name="Google Shape;5494;p21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5" name="Google Shape;5495;p21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6" name="Google Shape;5496;p21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7" name="Google Shape;5497;p21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8" name="Google Shape;5498;p21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9" name="Google Shape;5499;p21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0" name="Google Shape;5500;p21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1" name="Google Shape;5501;p21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2" name="Google Shape;5502;p21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3" name="Google Shape;5503;p21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4" name="Google Shape;5504;p21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5" name="Google Shape;5505;p21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6" name="Google Shape;5506;p21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7" name="Google Shape;5507;p21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8" name="Google Shape;5508;p21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9" name="Google Shape;5509;p21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0" name="Google Shape;5510;p21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1" name="Google Shape;5511;p21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2" name="Google Shape;5512;p21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3" name="Google Shape;5513;p21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4" name="Google Shape;5514;p21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5" name="Google Shape;5515;p21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6" name="Google Shape;5516;p21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7" name="Google Shape;5517;p21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8" name="Google Shape;5518;p21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9" name="Google Shape;5519;p21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0" name="Google Shape;5520;p21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1" name="Google Shape;5521;p21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2" name="Google Shape;5522;p21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3" name="Google Shape;5523;p21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4" name="Google Shape;5524;p21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5" name="Google Shape;5525;p21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6" name="Google Shape;5526;p21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7" name="Google Shape;5527;p21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8" name="Google Shape;5528;p21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9" name="Google Shape;5529;p21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0" name="Google Shape;5530;p21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1" name="Google Shape;5531;p21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2" name="Google Shape;5532;p21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3" name="Google Shape;5533;p21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4" name="Google Shape;5534;p21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5" name="Google Shape;5535;p21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6" name="Google Shape;5536;p21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7" name="Google Shape;5537;p21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8" name="Google Shape;5538;p21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9" name="Google Shape;5539;p21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0" name="Google Shape;5540;p21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1" name="Google Shape;5541;p21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2" name="Google Shape;5542;p21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3" name="Google Shape;5543;p21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4" name="Google Shape;5544;p21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5" name="Google Shape;5545;p21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6" name="Google Shape;5546;p21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7" name="Google Shape;5547;p21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8" name="Google Shape;5548;p21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3753892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5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0" name="Google Shape;5550;p22"/>
          <p:cNvSpPr txBox="1">
            <a:spLocks noGrp="1"/>
          </p:cNvSpPr>
          <p:nvPr>
            <p:ph type="title"/>
          </p:nvPr>
        </p:nvSpPr>
        <p:spPr>
          <a:xfrm>
            <a:off x="1590400" y="2726653"/>
            <a:ext cx="9011200" cy="93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4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551" name="Google Shape;5551;p22"/>
          <p:cNvSpPr txBox="1">
            <a:spLocks noGrp="1"/>
          </p:cNvSpPr>
          <p:nvPr>
            <p:ph type="title" idx="2" hasCustomPrompt="1"/>
          </p:nvPr>
        </p:nvSpPr>
        <p:spPr>
          <a:xfrm>
            <a:off x="5214800" y="1607375"/>
            <a:ext cx="1762400" cy="101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5552" name="Google Shape;5552;p22"/>
          <p:cNvSpPr txBox="1">
            <a:spLocks noGrp="1"/>
          </p:cNvSpPr>
          <p:nvPr>
            <p:ph type="subTitle" idx="1"/>
          </p:nvPr>
        </p:nvSpPr>
        <p:spPr>
          <a:xfrm>
            <a:off x="3193400" y="4275757"/>
            <a:ext cx="5805200" cy="4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5553" name="Google Shape;5553;p22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5554" name="Google Shape;5554;p22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5" name="Google Shape;5555;p22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6" name="Google Shape;5556;p22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7" name="Google Shape;5557;p22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8" name="Google Shape;5558;p22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9" name="Google Shape;5559;p22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0" name="Google Shape;5560;p22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1" name="Google Shape;5561;p22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2" name="Google Shape;5562;p22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3" name="Google Shape;5563;p22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4" name="Google Shape;5564;p22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5" name="Google Shape;5565;p22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6" name="Google Shape;5566;p22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7" name="Google Shape;5567;p22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8" name="Google Shape;5568;p22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9" name="Google Shape;5569;p22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0" name="Google Shape;5570;p22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1" name="Google Shape;5571;p22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2" name="Google Shape;5572;p22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3" name="Google Shape;5573;p22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4" name="Google Shape;5574;p22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5" name="Google Shape;5575;p22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6" name="Google Shape;5576;p22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7" name="Google Shape;5577;p22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8" name="Google Shape;5578;p22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9" name="Google Shape;5579;p22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0" name="Google Shape;5580;p22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1" name="Google Shape;5581;p22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2" name="Google Shape;5582;p22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3" name="Google Shape;5583;p22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4" name="Google Shape;5584;p22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5" name="Google Shape;5585;p22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6" name="Google Shape;5586;p22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7" name="Google Shape;5587;p22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8" name="Google Shape;5588;p22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9" name="Google Shape;5589;p22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0" name="Google Shape;5590;p22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1" name="Google Shape;5591;p22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2" name="Google Shape;5592;p22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3" name="Google Shape;5593;p22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4" name="Google Shape;5594;p22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5" name="Google Shape;5595;p22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6" name="Google Shape;5596;p22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7" name="Google Shape;5597;p22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8" name="Google Shape;5598;p22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9" name="Google Shape;5599;p22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0" name="Google Shape;5600;p22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1" name="Google Shape;5601;p22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2" name="Google Shape;5602;p22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3" name="Google Shape;5603;p22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4" name="Google Shape;5604;p22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5" name="Google Shape;5605;p22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6" name="Google Shape;5606;p22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7" name="Google Shape;5607;p22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8" name="Google Shape;5608;p22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9" name="Google Shape;5609;p22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0" name="Google Shape;5610;p22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1" name="Google Shape;5611;p22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2" name="Google Shape;5612;p22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3" name="Google Shape;5613;p22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4" name="Google Shape;5614;p22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5" name="Google Shape;5615;p22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6" name="Google Shape;5616;p22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7" name="Google Shape;5617;p22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8" name="Google Shape;5618;p22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9" name="Google Shape;5619;p22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0" name="Google Shape;5620;p22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1" name="Google Shape;5621;p22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2" name="Google Shape;5622;p22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3" name="Google Shape;5623;p22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4" name="Google Shape;5624;p22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5" name="Google Shape;5625;p22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6" name="Google Shape;5626;p22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7" name="Google Shape;5627;p22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8" name="Google Shape;5628;p22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9" name="Google Shape;5629;p22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0" name="Google Shape;5630;p22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1" name="Google Shape;5631;p22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2" name="Google Shape;5632;p22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3" name="Google Shape;5633;p22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4" name="Google Shape;5634;p22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5" name="Google Shape;5635;p22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6" name="Google Shape;5636;p22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7" name="Google Shape;5637;p22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8" name="Google Shape;5638;p22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9" name="Google Shape;5639;p22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0" name="Google Shape;5640;p22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1" name="Google Shape;5641;p22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2" name="Google Shape;5642;p22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3" name="Google Shape;5643;p22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4" name="Google Shape;5644;p22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5" name="Google Shape;5645;p22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6" name="Google Shape;5646;p22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7" name="Google Shape;5647;p22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8" name="Google Shape;5648;p22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9" name="Google Shape;5649;p22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0" name="Google Shape;5650;p22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1" name="Google Shape;5651;p22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2" name="Google Shape;5652;p22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3" name="Google Shape;5653;p22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4" name="Google Shape;5654;p22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5" name="Google Shape;5655;p22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6" name="Google Shape;5656;p22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7" name="Google Shape;5657;p22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8" name="Google Shape;5658;p22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9" name="Google Shape;5659;p22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0" name="Google Shape;5660;p22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1" name="Google Shape;5661;p22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2" name="Google Shape;5662;p22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3" name="Google Shape;5663;p22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4" name="Google Shape;5664;p22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5" name="Google Shape;5665;p22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6" name="Google Shape;5666;p22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7" name="Google Shape;5667;p22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8" name="Google Shape;5668;p22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9" name="Google Shape;5669;p22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0" name="Google Shape;5670;p22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1" name="Google Shape;5671;p22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2" name="Google Shape;5672;p22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3" name="Google Shape;5673;p22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4" name="Google Shape;5674;p22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5" name="Google Shape;5675;p22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6" name="Google Shape;5676;p22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7" name="Google Shape;5677;p22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8" name="Google Shape;5678;p22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9" name="Google Shape;5679;p22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0" name="Google Shape;5680;p22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1" name="Google Shape;5681;p22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2" name="Google Shape;5682;p22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3" name="Google Shape;5683;p22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4" name="Google Shape;5684;p22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5" name="Google Shape;5685;p22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6" name="Google Shape;5686;p22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7" name="Google Shape;5687;p22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8" name="Google Shape;5688;p22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9" name="Google Shape;5689;p22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90" name="Google Shape;5690;p22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5691" name="Google Shape;5691;p22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2" name="Google Shape;5692;p22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3" name="Google Shape;5693;p22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4" name="Google Shape;5694;p22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5" name="Google Shape;5695;p22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6" name="Google Shape;5696;p22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7" name="Google Shape;5697;p22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8" name="Google Shape;5698;p22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9" name="Google Shape;5699;p22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0" name="Google Shape;5700;p22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1" name="Google Shape;5701;p22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2" name="Google Shape;5702;p22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3" name="Google Shape;5703;p22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4" name="Google Shape;5704;p22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5" name="Google Shape;5705;p22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6" name="Google Shape;5706;p22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7" name="Google Shape;5707;p22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8" name="Google Shape;5708;p22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9" name="Google Shape;5709;p22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0" name="Google Shape;5710;p22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1" name="Google Shape;5711;p22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2" name="Google Shape;5712;p22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3" name="Google Shape;5713;p22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4" name="Google Shape;5714;p22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5" name="Google Shape;5715;p22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6" name="Google Shape;5716;p22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7" name="Google Shape;5717;p22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8" name="Google Shape;5718;p22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9" name="Google Shape;5719;p22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0" name="Google Shape;5720;p22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1" name="Google Shape;5721;p22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2" name="Google Shape;5722;p22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3" name="Google Shape;5723;p22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4" name="Google Shape;5724;p22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5" name="Google Shape;5725;p22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6" name="Google Shape;5726;p22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7" name="Google Shape;5727;p22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8" name="Google Shape;5728;p22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9" name="Google Shape;5729;p22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0" name="Google Shape;5730;p22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1" name="Google Shape;5731;p22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2" name="Google Shape;5732;p22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3" name="Google Shape;5733;p22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4" name="Google Shape;5734;p22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5" name="Google Shape;5735;p22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6" name="Google Shape;5736;p22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7" name="Google Shape;5737;p22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8" name="Google Shape;5738;p22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9" name="Google Shape;5739;p22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0" name="Google Shape;5740;p22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1" name="Google Shape;5741;p22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2" name="Google Shape;5742;p22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3" name="Google Shape;5743;p22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4" name="Google Shape;5744;p22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5" name="Google Shape;5745;p22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6" name="Google Shape;5746;p22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7" name="Google Shape;5747;p22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8" name="Google Shape;5748;p22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9" name="Google Shape;5749;p22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0" name="Google Shape;5750;p22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22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2" name="Google Shape;5752;p22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3" name="Google Shape;5753;p22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4" name="Google Shape;5754;p22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5" name="Google Shape;5755;p22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6" name="Google Shape;5756;p22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7" name="Google Shape;5757;p22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8" name="Google Shape;5758;p22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9" name="Google Shape;5759;p22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0" name="Google Shape;5760;p22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1" name="Google Shape;5761;p22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2" name="Google Shape;5762;p22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3" name="Google Shape;5763;p22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4" name="Google Shape;5764;p22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5" name="Google Shape;5765;p22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6" name="Google Shape;5766;p22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7" name="Google Shape;5767;p22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8" name="Google Shape;5768;p22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9" name="Google Shape;5769;p22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0" name="Google Shape;5770;p22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1" name="Google Shape;5771;p22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2" name="Google Shape;5772;p22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3" name="Google Shape;5773;p22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4" name="Google Shape;5774;p22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5" name="Google Shape;5775;p22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6" name="Google Shape;5776;p22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7" name="Google Shape;5777;p22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8" name="Google Shape;5778;p22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9" name="Google Shape;5779;p22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0" name="Google Shape;5780;p22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1" name="Google Shape;5781;p22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2" name="Google Shape;5782;p22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3" name="Google Shape;5783;p22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4" name="Google Shape;5784;p22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5" name="Google Shape;5785;p22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6" name="Google Shape;5786;p22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7" name="Google Shape;5787;p22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8" name="Google Shape;5788;p22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9" name="Google Shape;5789;p22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0" name="Google Shape;5790;p22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1" name="Google Shape;5791;p22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2" name="Google Shape;5792;p22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3" name="Google Shape;5793;p22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4" name="Google Shape;5794;p22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5" name="Google Shape;5795;p22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6" name="Google Shape;5796;p22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7" name="Google Shape;5797;p22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8" name="Google Shape;5798;p22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9" name="Google Shape;5799;p22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0" name="Google Shape;5800;p22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1" name="Google Shape;5801;p22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2" name="Google Shape;5802;p22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3" name="Google Shape;5803;p22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4" name="Google Shape;5804;p22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5" name="Google Shape;5805;p22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6" name="Google Shape;5806;p22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7" name="Google Shape;5807;p22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8" name="Google Shape;5808;p22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9" name="Google Shape;5809;p22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0" name="Google Shape;5810;p22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1" name="Google Shape;5811;p22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2" name="Google Shape;5812;p22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3" name="Google Shape;5813;p22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4" name="Google Shape;5814;p22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5" name="Google Shape;5815;p22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6" name="Google Shape;5816;p22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7" name="Google Shape;5817;p22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8" name="Google Shape;5818;p22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9" name="Google Shape;5819;p22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0" name="Google Shape;5820;p22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1" name="Google Shape;5821;p22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2" name="Google Shape;5822;p22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3" name="Google Shape;5823;p22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4" name="Google Shape;5824;p22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5" name="Google Shape;5825;p22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6" name="Google Shape;5826;p22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827" name="Google Shape;5827;p22"/>
          <p:cNvGrpSpPr/>
          <p:nvPr/>
        </p:nvGrpSpPr>
        <p:grpSpPr>
          <a:xfrm rot="5400000">
            <a:off x="8266892" y="4767466"/>
            <a:ext cx="2042571" cy="3457796"/>
            <a:chOff x="6699775" y="1851925"/>
            <a:chExt cx="697250" cy="1180350"/>
          </a:xfrm>
        </p:grpSpPr>
        <p:sp>
          <p:nvSpPr>
            <p:cNvPr id="5828" name="Google Shape;5828;p22"/>
            <p:cNvSpPr/>
            <p:nvPr/>
          </p:nvSpPr>
          <p:spPr>
            <a:xfrm>
              <a:off x="7058750" y="2146825"/>
              <a:ext cx="338275" cy="448000"/>
            </a:xfrm>
            <a:custGeom>
              <a:avLst/>
              <a:gdLst/>
              <a:ahLst/>
              <a:cxnLst/>
              <a:rect l="l" t="t" r="r" b="b"/>
              <a:pathLst>
                <a:path w="13531" h="17920" extrusionOk="0">
                  <a:moveTo>
                    <a:pt x="6705" y="1"/>
                  </a:moveTo>
                  <a:cubicBezTo>
                    <a:pt x="6038" y="1"/>
                    <a:pt x="5353" y="141"/>
                    <a:pt x="4674" y="445"/>
                  </a:cubicBezTo>
                  <a:cubicBezTo>
                    <a:pt x="3400" y="1014"/>
                    <a:pt x="2476" y="1973"/>
                    <a:pt x="1885" y="3129"/>
                  </a:cubicBezTo>
                  <a:lnTo>
                    <a:pt x="1885" y="3129"/>
                  </a:lnTo>
                  <a:cubicBezTo>
                    <a:pt x="1533" y="3558"/>
                    <a:pt x="1237" y="4038"/>
                    <a:pt x="1008" y="4553"/>
                  </a:cubicBezTo>
                  <a:cubicBezTo>
                    <a:pt x="0" y="6832"/>
                    <a:pt x="120" y="9554"/>
                    <a:pt x="659" y="11942"/>
                  </a:cubicBezTo>
                  <a:cubicBezTo>
                    <a:pt x="1204" y="14364"/>
                    <a:pt x="2459" y="16813"/>
                    <a:pt x="4950" y="17661"/>
                  </a:cubicBezTo>
                  <a:cubicBezTo>
                    <a:pt x="5471" y="17838"/>
                    <a:pt x="5987" y="17920"/>
                    <a:pt x="6489" y="17920"/>
                  </a:cubicBezTo>
                  <a:cubicBezTo>
                    <a:pt x="8300" y="17920"/>
                    <a:pt x="9939" y="16855"/>
                    <a:pt x="11012" y="15306"/>
                  </a:cubicBezTo>
                  <a:cubicBezTo>
                    <a:pt x="13384" y="11869"/>
                    <a:pt x="13531" y="5941"/>
                    <a:pt x="11125" y="2484"/>
                  </a:cubicBezTo>
                  <a:cubicBezTo>
                    <a:pt x="10058" y="953"/>
                    <a:pt x="8441" y="1"/>
                    <a:pt x="6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6740200" y="2466975"/>
              <a:ext cx="422700" cy="565300"/>
            </a:xfrm>
            <a:custGeom>
              <a:avLst/>
              <a:gdLst/>
              <a:ahLst/>
              <a:cxnLst/>
              <a:rect l="l" t="t" r="r" b="b"/>
              <a:pathLst>
                <a:path w="16908" h="22612" extrusionOk="0">
                  <a:moveTo>
                    <a:pt x="16593" y="0"/>
                  </a:moveTo>
                  <a:cubicBezTo>
                    <a:pt x="16590" y="0"/>
                    <a:pt x="16588" y="1"/>
                    <a:pt x="16585" y="1"/>
                  </a:cubicBezTo>
                  <a:lnTo>
                    <a:pt x="16585" y="5"/>
                  </a:lnTo>
                  <a:cubicBezTo>
                    <a:pt x="14658" y="301"/>
                    <a:pt x="12935" y="1575"/>
                    <a:pt x="11398" y="2703"/>
                  </a:cubicBezTo>
                  <a:cubicBezTo>
                    <a:pt x="8387" y="4915"/>
                    <a:pt x="5786" y="7633"/>
                    <a:pt x="3706" y="10737"/>
                  </a:cubicBezTo>
                  <a:cubicBezTo>
                    <a:pt x="2638" y="12327"/>
                    <a:pt x="1647" y="14034"/>
                    <a:pt x="958" y="15827"/>
                  </a:cubicBezTo>
                  <a:cubicBezTo>
                    <a:pt x="293" y="17547"/>
                    <a:pt x="0" y="19603"/>
                    <a:pt x="1171" y="21177"/>
                  </a:cubicBezTo>
                  <a:cubicBezTo>
                    <a:pt x="1640" y="21809"/>
                    <a:pt x="2306" y="22331"/>
                    <a:pt x="3077" y="22531"/>
                  </a:cubicBezTo>
                  <a:cubicBezTo>
                    <a:pt x="3290" y="22585"/>
                    <a:pt x="3502" y="22611"/>
                    <a:pt x="3711" y="22611"/>
                  </a:cubicBezTo>
                  <a:cubicBezTo>
                    <a:pt x="4296" y="22611"/>
                    <a:pt x="4863" y="22411"/>
                    <a:pt x="5370" y="22075"/>
                  </a:cubicBezTo>
                  <a:cubicBezTo>
                    <a:pt x="6135" y="21569"/>
                    <a:pt x="6800" y="20884"/>
                    <a:pt x="7449" y="20239"/>
                  </a:cubicBezTo>
                  <a:cubicBezTo>
                    <a:pt x="8118" y="19570"/>
                    <a:pt x="8760" y="18875"/>
                    <a:pt x="9375" y="18153"/>
                  </a:cubicBezTo>
                  <a:cubicBezTo>
                    <a:pt x="10600" y="16712"/>
                    <a:pt x="11701" y="15169"/>
                    <a:pt x="12666" y="13542"/>
                  </a:cubicBezTo>
                  <a:cubicBezTo>
                    <a:pt x="14582" y="10315"/>
                    <a:pt x="16066" y="6695"/>
                    <a:pt x="16741" y="2995"/>
                  </a:cubicBezTo>
                  <a:cubicBezTo>
                    <a:pt x="16824" y="2543"/>
                    <a:pt x="16877" y="2087"/>
                    <a:pt x="16904" y="1628"/>
                  </a:cubicBezTo>
                  <a:cubicBezTo>
                    <a:pt x="16908" y="1567"/>
                    <a:pt x="16857" y="1533"/>
                    <a:pt x="16806" y="1533"/>
                  </a:cubicBezTo>
                  <a:cubicBezTo>
                    <a:pt x="16765" y="1533"/>
                    <a:pt x="16724" y="1554"/>
                    <a:pt x="16711" y="1601"/>
                  </a:cubicBezTo>
                  <a:cubicBezTo>
                    <a:pt x="16222" y="3335"/>
                    <a:pt x="15886" y="5098"/>
                    <a:pt x="15307" y="6811"/>
                  </a:cubicBezTo>
                  <a:cubicBezTo>
                    <a:pt x="14722" y="8535"/>
                    <a:pt x="14003" y="10211"/>
                    <a:pt x="13155" y="11825"/>
                  </a:cubicBezTo>
                  <a:cubicBezTo>
                    <a:pt x="11494" y="14999"/>
                    <a:pt x="9349" y="17940"/>
                    <a:pt x="6790" y="20445"/>
                  </a:cubicBezTo>
                  <a:cubicBezTo>
                    <a:pt x="6135" y="21087"/>
                    <a:pt x="5443" y="21829"/>
                    <a:pt x="4571" y="22172"/>
                  </a:cubicBezTo>
                  <a:cubicBezTo>
                    <a:pt x="4295" y="22279"/>
                    <a:pt x="4012" y="22329"/>
                    <a:pt x="3732" y="22329"/>
                  </a:cubicBezTo>
                  <a:cubicBezTo>
                    <a:pt x="3188" y="22329"/>
                    <a:pt x="2651" y="22141"/>
                    <a:pt x="2186" y="21816"/>
                  </a:cubicBezTo>
                  <a:cubicBezTo>
                    <a:pt x="492" y="20631"/>
                    <a:pt x="366" y="18492"/>
                    <a:pt x="918" y="16666"/>
                  </a:cubicBezTo>
                  <a:cubicBezTo>
                    <a:pt x="1461" y="14876"/>
                    <a:pt x="2439" y="13179"/>
                    <a:pt x="3433" y="11605"/>
                  </a:cubicBezTo>
                  <a:cubicBezTo>
                    <a:pt x="5466" y="8398"/>
                    <a:pt x="8044" y="5570"/>
                    <a:pt x="11055" y="3255"/>
                  </a:cubicBezTo>
                  <a:cubicBezTo>
                    <a:pt x="11864" y="2633"/>
                    <a:pt x="12705" y="2051"/>
                    <a:pt x="13574" y="1508"/>
                  </a:cubicBezTo>
                  <a:cubicBezTo>
                    <a:pt x="14525" y="919"/>
                    <a:pt x="15503" y="334"/>
                    <a:pt x="16608" y="94"/>
                  </a:cubicBezTo>
                  <a:cubicBezTo>
                    <a:pt x="16665" y="82"/>
                    <a:pt x="16644" y="0"/>
                    <a:pt x="16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6699775" y="2329000"/>
              <a:ext cx="431150" cy="208625"/>
            </a:xfrm>
            <a:custGeom>
              <a:avLst/>
              <a:gdLst/>
              <a:ahLst/>
              <a:cxnLst/>
              <a:rect l="l" t="t" r="r" b="b"/>
              <a:pathLst>
                <a:path w="17246" h="8345" extrusionOk="0">
                  <a:moveTo>
                    <a:pt x="7358" y="0"/>
                  </a:moveTo>
                  <a:cubicBezTo>
                    <a:pt x="5172" y="0"/>
                    <a:pt x="2879" y="511"/>
                    <a:pt x="1314" y="2114"/>
                  </a:cubicBezTo>
                  <a:cubicBezTo>
                    <a:pt x="556" y="2889"/>
                    <a:pt x="0" y="3967"/>
                    <a:pt x="43" y="5071"/>
                  </a:cubicBezTo>
                  <a:cubicBezTo>
                    <a:pt x="87" y="6142"/>
                    <a:pt x="735" y="7044"/>
                    <a:pt x="1627" y="7593"/>
                  </a:cubicBezTo>
                  <a:cubicBezTo>
                    <a:pt x="2625" y="8210"/>
                    <a:pt x="3823" y="8344"/>
                    <a:pt x="4977" y="8344"/>
                  </a:cubicBezTo>
                  <a:cubicBezTo>
                    <a:pt x="5081" y="8344"/>
                    <a:pt x="5184" y="8343"/>
                    <a:pt x="5287" y="8341"/>
                  </a:cubicBezTo>
                  <a:cubicBezTo>
                    <a:pt x="6544" y="8315"/>
                    <a:pt x="7795" y="8152"/>
                    <a:pt x="9019" y="7852"/>
                  </a:cubicBezTo>
                  <a:cubicBezTo>
                    <a:pt x="11731" y="7197"/>
                    <a:pt x="14369" y="5916"/>
                    <a:pt x="16405" y="3990"/>
                  </a:cubicBezTo>
                  <a:cubicBezTo>
                    <a:pt x="16440" y="3957"/>
                    <a:pt x="16409" y="3896"/>
                    <a:pt x="16370" y="3896"/>
                  </a:cubicBezTo>
                  <a:cubicBezTo>
                    <a:pt x="16361" y="3896"/>
                    <a:pt x="16351" y="3899"/>
                    <a:pt x="16342" y="3907"/>
                  </a:cubicBezTo>
                  <a:lnTo>
                    <a:pt x="16342" y="3903"/>
                  </a:lnTo>
                  <a:cubicBezTo>
                    <a:pt x="14466" y="5334"/>
                    <a:pt x="12406" y="6495"/>
                    <a:pt x="10147" y="7194"/>
                  </a:cubicBezTo>
                  <a:cubicBezTo>
                    <a:pt x="9009" y="7546"/>
                    <a:pt x="7842" y="7783"/>
                    <a:pt x="6661" y="7899"/>
                  </a:cubicBezTo>
                  <a:cubicBezTo>
                    <a:pt x="6100" y="7953"/>
                    <a:pt x="5523" y="7996"/>
                    <a:pt x="4947" y="7996"/>
                  </a:cubicBezTo>
                  <a:cubicBezTo>
                    <a:pt x="4280" y="7996"/>
                    <a:pt x="3615" y="7938"/>
                    <a:pt x="2978" y="7773"/>
                  </a:cubicBezTo>
                  <a:cubicBezTo>
                    <a:pt x="1920" y="7496"/>
                    <a:pt x="865" y="6814"/>
                    <a:pt x="519" y="5727"/>
                  </a:cubicBezTo>
                  <a:cubicBezTo>
                    <a:pt x="170" y="4635"/>
                    <a:pt x="639" y="3438"/>
                    <a:pt x="1351" y="2596"/>
                  </a:cubicBezTo>
                  <a:cubicBezTo>
                    <a:pt x="2808" y="871"/>
                    <a:pt x="5178" y="337"/>
                    <a:pt x="7361" y="337"/>
                  </a:cubicBezTo>
                  <a:cubicBezTo>
                    <a:pt x="7565" y="337"/>
                    <a:pt x="7768" y="341"/>
                    <a:pt x="7968" y="350"/>
                  </a:cubicBezTo>
                  <a:cubicBezTo>
                    <a:pt x="9525" y="420"/>
                    <a:pt x="11069" y="693"/>
                    <a:pt x="12599" y="949"/>
                  </a:cubicBezTo>
                  <a:cubicBezTo>
                    <a:pt x="13361" y="1076"/>
                    <a:pt x="14123" y="1209"/>
                    <a:pt x="14885" y="1348"/>
                  </a:cubicBezTo>
                  <a:cubicBezTo>
                    <a:pt x="15630" y="1485"/>
                    <a:pt x="16382" y="1668"/>
                    <a:pt x="17137" y="1691"/>
                  </a:cubicBezTo>
                  <a:cubicBezTo>
                    <a:pt x="17138" y="1691"/>
                    <a:pt x="17139" y="1691"/>
                    <a:pt x="17141" y="1691"/>
                  </a:cubicBezTo>
                  <a:cubicBezTo>
                    <a:pt x="17237" y="1691"/>
                    <a:pt x="17246" y="1558"/>
                    <a:pt x="17164" y="1528"/>
                  </a:cubicBezTo>
                  <a:cubicBezTo>
                    <a:pt x="16442" y="1255"/>
                    <a:pt x="15667" y="1149"/>
                    <a:pt x="14908" y="1009"/>
                  </a:cubicBezTo>
                  <a:cubicBezTo>
                    <a:pt x="14173" y="876"/>
                    <a:pt x="13434" y="746"/>
                    <a:pt x="12692" y="623"/>
                  </a:cubicBezTo>
                  <a:cubicBezTo>
                    <a:pt x="11238" y="380"/>
                    <a:pt x="9778" y="124"/>
                    <a:pt x="8304" y="31"/>
                  </a:cubicBezTo>
                  <a:cubicBezTo>
                    <a:pt x="7993" y="11"/>
                    <a:pt x="7676" y="0"/>
                    <a:pt x="73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6772450" y="2037250"/>
              <a:ext cx="409575" cy="325700"/>
            </a:xfrm>
            <a:custGeom>
              <a:avLst/>
              <a:gdLst/>
              <a:ahLst/>
              <a:cxnLst/>
              <a:rect l="l" t="t" r="r" b="b"/>
              <a:pathLst>
                <a:path w="16383" h="13028" extrusionOk="0">
                  <a:moveTo>
                    <a:pt x="4832" y="1"/>
                  </a:moveTo>
                  <a:cubicBezTo>
                    <a:pt x="4410" y="1"/>
                    <a:pt x="3983" y="50"/>
                    <a:pt x="3554" y="157"/>
                  </a:cubicBezTo>
                  <a:cubicBezTo>
                    <a:pt x="1621" y="639"/>
                    <a:pt x="1" y="2668"/>
                    <a:pt x="553" y="4718"/>
                  </a:cubicBezTo>
                  <a:cubicBezTo>
                    <a:pt x="859" y="5856"/>
                    <a:pt x="1841" y="6597"/>
                    <a:pt x="2742" y="7266"/>
                  </a:cubicBezTo>
                  <a:cubicBezTo>
                    <a:pt x="3833" y="8071"/>
                    <a:pt x="4965" y="8820"/>
                    <a:pt x="6136" y="9502"/>
                  </a:cubicBezTo>
                  <a:cubicBezTo>
                    <a:pt x="8771" y="11039"/>
                    <a:pt x="11595" y="12223"/>
                    <a:pt x="14539" y="13025"/>
                  </a:cubicBezTo>
                  <a:cubicBezTo>
                    <a:pt x="14546" y="13027"/>
                    <a:pt x="14553" y="13028"/>
                    <a:pt x="14559" y="13028"/>
                  </a:cubicBezTo>
                  <a:cubicBezTo>
                    <a:pt x="14627" y="13028"/>
                    <a:pt x="14649" y="12920"/>
                    <a:pt x="14573" y="12899"/>
                  </a:cubicBezTo>
                  <a:cubicBezTo>
                    <a:pt x="12147" y="12107"/>
                    <a:pt x="9779" y="11102"/>
                    <a:pt x="7540" y="9868"/>
                  </a:cubicBezTo>
                  <a:cubicBezTo>
                    <a:pt x="6425" y="9252"/>
                    <a:pt x="5331" y="8600"/>
                    <a:pt x="4276" y="7882"/>
                  </a:cubicBezTo>
                  <a:cubicBezTo>
                    <a:pt x="3298" y="7216"/>
                    <a:pt x="2170" y="6531"/>
                    <a:pt x="1435" y="5586"/>
                  </a:cubicBezTo>
                  <a:cubicBezTo>
                    <a:pt x="41" y="3793"/>
                    <a:pt x="1375" y="1278"/>
                    <a:pt x="3334" y="622"/>
                  </a:cubicBezTo>
                  <a:cubicBezTo>
                    <a:pt x="3839" y="454"/>
                    <a:pt x="4345" y="379"/>
                    <a:pt x="4845" y="379"/>
                  </a:cubicBezTo>
                  <a:cubicBezTo>
                    <a:pt x="6789" y="379"/>
                    <a:pt x="8655" y="1519"/>
                    <a:pt x="10081" y="2791"/>
                  </a:cubicBezTo>
                  <a:cubicBezTo>
                    <a:pt x="12061" y="4558"/>
                    <a:pt x="13731" y="7023"/>
                    <a:pt x="16283" y="8005"/>
                  </a:cubicBezTo>
                  <a:cubicBezTo>
                    <a:pt x="16291" y="8008"/>
                    <a:pt x="16298" y="8009"/>
                    <a:pt x="16305" y="8009"/>
                  </a:cubicBezTo>
                  <a:cubicBezTo>
                    <a:pt x="16360" y="8009"/>
                    <a:pt x="16383" y="7924"/>
                    <a:pt x="16333" y="7892"/>
                  </a:cubicBezTo>
                  <a:cubicBezTo>
                    <a:pt x="15181" y="7150"/>
                    <a:pt x="14137" y="6285"/>
                    <a:pt x="13162" y="5327"/>
                  </a:cubicBezTo>
                  <a:cubicBezTo>
                    <a:pt x="12217" y="4398"/>
                    <a:pt x="11332" y="3414"/>
                    <a:pt x="10348" y="2532"/>
                  </a:cubicBezTo>
                  <a:cubicBezTo>
                    <a:pt x="8834" y="1176"/>
                    <a:pt x="6894" y="1"/>
                    <a:pt x="48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6980725" y="1851925"/>
              <a:ext cx="200800" cy="465525"/>
            </a:xfrm>
            <a:custGeom>
              <a:avLst/>
              <a:gdLst/>
              <a:ahLst/>
              <a:cxnLst/>
              <a:rect l="l" t="t" r="r" b="b"/>
              <a:pathLst>
                <a:path w="8032" h="18621" extrusionOk="0">
                  <a:moveTo>
                    <a:pt x="3742" y="356"/>
                  </a:moveTo>
                  <a:cubicBezTo>
                    <a:pt x="4730" y="356"/>
                    <a:pt x="5598" y="1049"/>
                    <a:pt x="6168" y="1827"/>
                  </a:cubicBezTo>
                  <a:cubicBezTo>
                    <a:pt x="7662" y="3863"/>
                    <a:pt x="7669" y="6708"/>
                    <a:pt x="7672" y="9127"/>
                  </a:cubicBezTo>
                  <a:cubicBezTo>
                    <a:pt x="7675" y="11298"/>
                    <a:pt x="7599" y="13470"/>
                    <a:pt x="7549" y="15643"/>
                  </a:cubicBezTo>
                  <a:lnTo>
                    <a:pt x="7549" y="15643"/>
                  </a:lnTo>
                  <a:cubicBezTo>
                    <a:pt x="7548" y="15631"/>
                    <a:pt x="7543" y="15619"/>
                    <a:pt x="7533" y="15607"/>
                  </a:cubicBezTo>
                  <a:cubicBezTo>
                    <a:pt x="5852" y="13731"/>
                    <a:pt x="4532" y="11559"/>
                    <a:pt x="3361" y="9336"/>
                  </a:cubicBezTo>
                  <a:cubicBezTo>
                    <a:pt x="2772" y="8222"/>
                    <a:pt x="2166" y="7094"/>
                    <a:pt x="1697" y="5926"/>
                  </a:cubicBezTo>
                  <a:cubicBezTo>
                    <a:pt x="1255" y="4822"/>
                    <a:pt x="965" y="3581"/>
                    <a:pt x="1335" y="2416"/>
                  </a:cubicBezTo>
                  <a:cubicBezTo>
                    <a:pt x="1631" y="1481"/>
                    <a:pt x="2336" y="586"/>
                    <a:pt x="3344" y="393"/>
                  </a:cubicBezTo>
                  <a:cubicBezTo>
                    <a:pt x="3478" y="368"/>
                    <a:pt x="3611" y="356"/>
                    <a:pt x="3742" y="356"/>
                  </a:cubicBezTo>
                  <a:close/>
                  <a:moveTo>
                    <a:pt x="3741" y="0"/>
                  </a:moveTo>
                  <a:cubicBezTo>
                    <a:pt x="2794" y="0"/>
                    <a:pt x="1966" y="558"/>
                    <a:pt x="1451" y="1338"/>
                  </a:cubicBezTo>
                  <a:cubicBezTo>
                    <a:pt x="0" y="3521"/>
                    <a:pt x="1335" y="6112"/>
                    <a:pt x="2389" y="8142"/>
                  </a:cubicBezTo>
                  <a:cubicBezTo>
                    <a:pt x="3793" y="10843"/>
                    <a:pt x="5347" y="13468"/>
                    <a:pt x="7436" y="15701"/>
                  </a:cubicBezTo>
                  <a:cubicBezTo>
                    <a:pt x="7450" y="15715"/>
                    <a:pt x="7466" y="15722"/>
                    <a:pt x="7481" y="15722"/>
                  </a:cubicBezTo>
                  <a:cubicBezTo>
                    <a:pt x="7514" y="15722"/>
                    <a:pt x="7543" y="15694"/>
                    <a:pt x="7549" y="15662"/>
                  </a:cubicBezTo>
                  <a:lnTo>
                    <a:pt x="7549" y="15662"/>
                  </a:lnTo>
                  <a:cubicBezTo>
                    <a:pt x="7528" y="16618"/>
                    <a:pt x="7511" y="17575"/>
                    <a:pt x="7509" y="18532"/>
                  </a:cubicBezTo>
                  <a:cubicBezTo>
                    <a:pt x="7509" y="18591"/>
                    <a:pt x="7552" y="18620"/>
                    <a:pt x="7596" y="18620"/>
                  </a:cubicBezTo>
                  <a:cubicBezTo>
                    <a:pt x="7641" y="18620"/>
                    <a:pt x="7687" y="18590"/>
                    <a:pt x="7692" y="18532"/>
                  </a:cubicBezTo>
                  <a:cubicBezTo>
                    <a:pt x="8005" y="15478"/>
                    <a:pt x="8015" y="12387"/>
                    <a:pt x="8015" y="9320"/>
                  </a:cubicBezTo>
                  <a:cubicBezTo>
                    <a:pt x="8015" y="6768"/>
                    <a:pt x="8032" y="3757"/>
                    <a:pt x="6441" y="1608"/>
                  </a:cubicBezTo>
                  <a:cubicBezTo>
                    <a:pt x="5839" y="793"/>
                    <a:pt x="4974" y="87"/>
                    <a:pt x="3929" y="8"/>
                  </a:cubicBezTo>
                  <a:cubicBezTo>
                    <a:pt x="3866" y="3"/>
                    <a:pt x="3803" y="0"/>
                    <a:pt x="37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7074200" y="2519625"/>
              <a:ext cx="165225" cy="466775"/>
            </a:xfrm>
            <a:custGeom>
              <a:avLst/>
              <a:gdLst/>
              <a:ahLst/>
              <a:cxnLst/>
              <a:rect l="l" t="t" r="r" b="b"/>
              <a:pathLst>
                <a:path w="6609" h="18671" extrusionOk="0">
                  <a:moveTo>
                    <a:pt x="5513" y="0"/>
                  </a:moveTo>
                  <a:cubicBezTo>
                    <a:pt x="5445" y="0"/>
                    <a:pt x="5374" y="58"/>
                    <a:pt x="5390" y="148"/>
                  </a:cubicBezTo>
                  <a:cubicBezTo>
                    <a:pt x="5816" y="2543"/>
                    <a:pt x="6036" y="4982"/>
                    <a:pt x="5903" y="7413"/>
                  </a:cubicBezTo>
                  <a:cubicBezTo>
                    <a:pt x="5763" y="9845"/>
                    <a:pt x="5287" y="12241"/>
                    <a:pt x="4485" y="14540"/>
                  </a:cubicBezTo>
                  <a:cubicBezTo>
                    <a:pt x="4279" y="15125"/>
                    <a:pt x="4053" y="15704"/>
                    <a:pt x="3803" y="16273"/>
                  </a:cubicBezTo>
                  <a:cubicBezTo>
                    <a:pt x="3584" y="16775"/>
                    <a:pt x="3374" y="17314"/>
                    <a:pt x="3018" y="17740"/>
                  </a:cubicBezTo>
                  <a:cubicBezTo>
                    <a:pt x="2782" y="18022"/>
                    <a:pt x="2479" y="18220"/>
                    <a:pt x="2166" y="18220"/>
                  </a:cubicBezTo>
                  <a:cubicBezTo>
                    <a:pt x="1976" y="18220"/>
                    <a:pt x="1782" y="18147"/>
                    <a:pt x="1598" y="17976"/>
                  </a:cubicBezTo>
                  <a:cubicBezTo>
                    <a:pt x="1185" y="17600"/>
                    <a:pt x="919" y="17022"/>
                    <a:pt x="756" y="16496"/>
                  </a:cubicBezTo>
                  <a:cubicBezTo>
                    <a:pt x="413" y="15405"/>
                    <a:pt x="447" y="14220"/>
                    <a:pt x="613" y="13099"/>
                  </a:cubicBezTo>
                  <a:cubicBezTo>
                    <a:pt x="799" y="11848"/>
                    <a:pt x="1129" y="10617"/>
                    <a:pt x="1511" y="9416"/>
                  </a:cubicBezTo>
                  <a:cubicBezTo>
                    <a:pt x="2423" y="6545"/>
                    <a:pt x="3564" y="3741"/>
                    <a:pt x="4612" y="919"/>
                  </a:cubicBezTo>
                  <a:cubicBezTo>
                    <a:pt x="4636" y="859"/>
                    <a:pt x="4587" y="820"/>
                    <a:pt x="4536" y="820"/>
                  </a:cubicBezTo>
                  <a:cubicBezTo>
                    <a:pt x="4503" y="820"/>
                    <a:pt x="4468" y="837"/>
                    <a:pt x="4452" y="876"/>
                  </a:cubicBezTo>
                  <a:cubicBezTo>
                    <a:pt x="3371" y="3574"/>
                    <a:pt x="2207" y="6259"/>
                    <a:pt x="1268" y="9014"/>
                  </a:cubicBezTo>
                  <a:cubicBezTo>
                    <a:pt x="823" y="10328"/>
                    <a:pt x="433" y="11675"/>
                    <a:pt x="224" y="13046"/>
                  </a:cubicBezTo>
                  <a:cubicBezTo>
                    <a:pt x="51" y="14187"/>
                    <a:pt x="1" y="15378"/>
                    <a:pt x="320" y="16499"/>
                  </a:cubicBezTo>
                  <a:cubicBezTo>
                    <a:pt x="562" y="17344"/>
                    <a:pt x="1149" y="18671"/>
                    <a:pt x="2188" y="18671"/>
                  </a:cubicBezTo>
                  <a:cubicBezTo>
                    <a:pt x="2238" y="18671"/>
                    <a:pt x="2288" y="18668"/>
                    <a:pt x="2340" y="18662"/>
                  </a:cubicBezTo>
                  <a:cubicBezTo>
                    <a:pt x="3414" y="18529"/>
                    <a:pt x="3930" y="17211"/>
                    <a:pt x="4303" y="16359"/>
                  </a:cubicBezTo>
                  <a:cubicBezTo>
                    <a:pt x="5337" y="13974"/>
                    <a:pt x="6009" y="11446"/>
                    <a:pt x="6289" y="8861"/>
                  </a:cubicBezTo>
                  <a:cubicBezTo>
                    <a:pt x="6608" y="5930"/>
                    <a:pt x="6458" y="2922"/>
                    <a:pt x="5620" y="84"/>
                  </a:cubicBezTo>
                  <a:cubicBezTo>
                    <a:pt x="5603" y="26"/>
                    <a:pt x="5558" y="0"/>
                    <a:pt x="5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6861950" y="2878175"/>
              <a:ext cx="21900" cy="17125"/>
            </a:xfrm>
            <a:custGeom>
              <a:avLst/>
              <a:gdLst/>
              <a:ahLst/>
              <a:cxnLst/>
              <a:rect l="l" t="t" r="r" b="b"/>
              <a:pathLst>
                <a:path w="876" h="685" extrusionOk="0">
                  <a:moveTo>
                    <a:pt x="356" y="0"/>
                  </a:moveTo>
                  <a:cubicBezTo>
                    <a:pt x="280" y="0"/>
                    <a:pt x="186" y="49"/>
                    <a:pt x="134" y="101"/>
                  </a:cubicBezTo>
                  <a:cubicBezTo>
                    <a:pt x="1" y="234"/>
                    <a:pt x="1" y="451"/>
                    <a:pt x="130" y="584"/>
                  </a:cubicBezTo>
                  <a:cubicBezTo>
                    <a:pt x="188" y="636"/>
                    <a:pt x="269" y="685"/>
                    <a:pt x="351" y="685"/>
                  </a:cubicBezTo>
                  <a:cubicBezTo>
                    <a:pt x="358" y="685"/>
                    <a:pt x="366" y="684"/>
                    <a:pt x="373" y="683"/>
                  </a:cubicBezTo>
                  <a:cubicBezTo>
                    <a:pt x="436" y="677"/>
                    <a:pt x="500" y="670"/>
                    <a:pt x="566" y="663"/>
                  </a:cubicBezTo>
                  <a:cubicBezTo>
                    <a:pt x="716" y="643"/>
                    <a:pt x="876" y="514"/>
                    <a:pt x="869" y="347"/>
                  </a:cubicBezTo>
                  <a:cubicBezTo>
                    <a:pt x="862" y="198"/>
                    <a:pt x="756" y="71"/>
                    <a:pt x="613" y="35"/>
                  </a:cubicBezTo>
                  <a:cubicBezTo>
                    <a:pt x="536" y="18"/>
                    <a:pt x="456" y="8"/>
                    <a:pt x="377" y="1"/>
                  </a:cubicBezTo>
                  <a:cubicBezTo>
                    <a:pt x="370" y="1"/>
                    <a:pt x="363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6893150" y="2909575"/>
              <a:ext cx="16325" cy="15825"/>
            </a:xfrm>
            <a:custGeom>
              <a:avLst/>
              <a:gdLst/>
              <a:ahLst/>
              <a:cxnLst/>
              <a:rect l="l" t="t" r="r" b="b"/>
              <a:pathLst>
                <a:path w="653" h="633" extrusionOk="0">
                  <a:moveTo>
                    <a:pt x="348" y="0"/>
                  </a:moveTo>
                  <a:cubicBezTo>
                    <a:pt x="332" y="0"/>
                    <a:pt x="315" y="2"/>
                    <a:pt x="300" y="6"/>
                  </a:cubicBezTo>
                  <a:cubicBezTo>
                    <a:pt x="270" y="6"/>
                    <a:pt x="243" y="13"/>
                    <a:pt x="220" y="26"/>
                  </a:cubicBezTo>
                  <a:cubicBezTo>
                    <a:pt x="180" y="40"/>
                    <a:pt x="143" y="63"/>
                    <a:pt x="117" y="93"/>
                  </a:cubicBezTo>
                  <a:cubicBezTo>
                    <a:pt x="107" y="99"/>
                    <a:pt x="100" y="106"/>
                    <a:pt x="90" y="113"/>
                  </a:cubicBezTo>
                  <a:cubicBezTo>
                    <a:pt x="70" y="129"/>
                    <a:pt x="53" y="153"/>
                    <a:pt x="40" y="176"/>
                  </a:cubicBezTo>
                  <a:cubicBezTo>
                    <a:pt x="14" y="219"/>
                    <a:pt x="0" y="266"/>
                    <a:pt x="0" y="316"/>
                  </a:cubicBezTo>
                  <a:cubicBezTo>
                    <a:pt x="4" y="362"/>
                    <a:pt x="14" y="409"/>
                    <a:pt x="37" y="452"/>
                  </a:cubicBezTo>
                  <a:cubicBezTo>
                    <a:pt x="50" y="475"/>
                    <a:pt x="67" y="499"/>
                    <a:pt x="83" y="515"/>
                  </a:cubicBezTo>
                  <a:cubicBezTo>
                    <a:pt x="93" y="525"/>
                    <a:pt x="103" y="532"/>
                    <a:pt x="113" y="539"/>
                  </a:cubicBezTo>
                  <a:lnTo>
                    <a:pt x="177" y="588"/>
                  </a:lnTo>
                  <a:lnTo>
                    <a:pt x="253" y="622"/>
                  </a:lnTo>
                  <a:cubicBezTo>
                    <a:pt x="276" y="630"/>
                    <a:pt x="301" y="633"/>
                    <a:pt x="325" y="633"/>
                  </a:cubicBezTo>
                  <a:cubicBezTo>
                    <a:pt x="342" y="633"/>
                    <a:pt x="360" y="631"/>
                    <a:pt x="376" y="628"/>
                  </a:cubicBezTo>
                  <a:cubicBezTo>
                    <a:pt x="406" y="628"/>
                    <a:pt x="433" y="622"/>
                    <a:pt x="456" y="605"/>
                  </a:cubicBezTo>
                  <a:cubicBezTo>
                    <a:pt x="483" y="598"/>
                    <a:pt x="506" y="585"/>
                    <a:pt x="526" y="565"/>
                  </a:cubicBezTo>
                  <a:cubicBezTo>
                    <a:pt x="549" y="552"/>
                    <a:pt x="569" y="532"/>
                    <a:pt x="582" y="509"/>
                  </a:cubicBezTo>
                  <a:cubicBezTo>
                    <a:pt x="629" y="455"/>
                    <a:pt x="652" y="389"/>
                    <a:pt x="652" y="319"/>
                  </a:cubicBezTo>
                  <a:cubicBezTo>
                    <a:pt x="652" y="262"/>
                    <a:pt x="636" y="209"/>
                    <a:pt x="612" y="159"/>
                  </a:cubicBezTo>
                  <a:cubicBezTo>
                    <a:pt x="582" y="113"/>
                    <a:pt x="546" y="73"/>
                    <a:pt x="499" y="46"/>
                  </a:cubicBezTo>
                  <a:lnTo>
                    <a:pt x="423" y="13"/>
                  </a:lnTo>
                  <a:cubicBezTo>
                    <a:pt x="399" y="5"/>
                    <a:pt x="373" y="0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6845325" y="2953025"/>
              <a:ext cx="24550" cy="27500"/>
            </a:xfrm>
            <a:custGeom>
              <a:avLst/>
              <a:gdLst/>
              <a:ahLst/>
              <a:cxnLst/>
              <a:rect l="l" t="t" r="r" b="b"/>
              <a:pathLst>
                <a:path w="982" h="1100" extrusionOk="0">
                  <a:moveTo>
                    <a:pt x="622" y="1"/>
                  </a:moveTo>
                  <a:cubicBezTo>
                    <a:pt x="580" y="1"/>
                    <a:pt x="537" y="13"/>
                    <a:pt x="499" y="42"/>
                  </a:cubicBezTo>
                  <a:cubicBezTo>
                    <a:pt x="389" y="121"/>
                    <a:pt x="283" y="211"/>
                    <a:pt x="183" y="308"/>
                  </a:cubicBezTo>
                  <a:cubicBezTo>
                    <a:pt x="0" y="484"/>
                    <a:pt x="0" y="780"/>
                    <a:pt x="180" y="960"/>
                  </a:cubicBezTo>
                  <a:cubicBezTo>
                    <a:pt x="271" y="1052"/>
                    <a:pt x="391" y="1099"/>
                    <a:pt x="511" y="1099"/>
                  </a:cubicBezTo>
                  <a:cubicBezTo>
                    <a:pt x="628" y="1099"/>
                    <a:pt x="745" y="1055"/>
                    <a:pt x="835" y="966"/>
                  </a:cubicBezTo>
                  <a:cubicBezTo>
                    <a:pt x="962" y="843"/>
                    <a:pt x="982" y="687"/>
                    <a:pt x="958" y="517"/>
                  </a:cubicBezTo>
                  <a:cubicBezTo>
                    <a:pt x="942" y="411"/>
                    <a:pt x="918" y="304"/>
                    <a:pt x="885" y="201"/>
                  </a:cubicBezTo>
                  <a:cubicBezTo>
                    <a:pt x="853" y="94"/>
                    <a:pt x="7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7123700" y="2872175"/>
              <a:ext cx="20325" cy="20600"/>
            </a:xfrm>
            <a:custGeom>
              <a:avLst/>
              <a:gdLst/>
              <a:ahLst/>
              <a:cxnLst/>
              <a:rect l="l" t="t" r="r" b="b"/>
              <a:pathLst>
                <a:path w="813" h="824" extrusionOk="0">
                  <a:moveTo>
                    <a:pt x="405" y="0"/>
                  </a:moveTo>
                  <a:cubicBezTo>
                    <a:pt x="344" y="0"/>
                    <a:pt x="283" y="16"/>
                    <a:pt x="230" y="48"/>
                  </a:cubicBezTo>
                  <a:lnTo>
                    <a:pt x="203" y="65"/>
                  </a:lnTo>
                  <a:cubicBezTo>
                    <a:pt x="157" y="88"/>
                    <a:pt x="120" y="125"/>
                    <a:pt x="90" y="168"/>
                  </a:cubicBezTo>
                  <a:cubicBezTo>
                    <a:pt x="64" y="195"/>
                    <a:pt x="47" y="225"/>
                    <a:pt x="37" y="258"/>
                  </a:cubicBezTo>
                  <a:cubicBezTo>
                    <a:pt x="10" y="305"/>
                    <a:pt x="0" y="361"/>
                    <a:pt x="0" y="414"/>
                  </a:cubicBezTo>
                  <a:lnTo>
                    <a:pt x="14" y="521"/>
                  </a:lnTo>
                  <a:cubicBezTo>
                    <a:pt x="27" y="554"/>
                    <a:pt x="40" y="587"/>
                    <a:pt x="57" y="621"/>
                  </a:cubicBezTo>
                  <a:cubicBezTo>
                    <a:pt x="80" y="664"/>
                    <a:pt x="113" y="704"/>
                    <a:pt x="157" y="734"/>
                  </a:cubicBezTo>
                  <a:cubicBezTo>
                    <a:pt x="180" y="757"/>
                    <a:pt x="210" y="777"/>
                    <a:pt x="247" y="787"/>
                  </a:cubicBezTo>
                  <a:cubicBezTo>
                    <a:pt x="293" y="810"/>
                    <a:pt x="346" y="824"/>
                    <a:pt x="403" y="824"/>
                  </a:cubicBezTo>
                  <a:lnTo>
                    <a:pt x="509" y="807"/>
                  </a:lnTo>
                  <a:lnTo>
                    <a:pt x="606" y="767"/>
                  </a:lnTo>
                  <a:cubicBezTo>
                    <a:pt x="652" y="744"/>
                    <a:pt x="692" y="707"/>
                    <a:pt x="722" y="664"/>
                  </a:cubicBezTo>
                  <a:cubicBezTo>
                    <a:pt x="746" y="637"/>
                    <a:pt x="766" y="607"/>
                    <a:pt x="776" y="574"/>
                  </a:cubicBezTo>
                  <a:cubicBezTo>
                    <a:pt x="799" y="528"/>
                    <a:pt x="812" y="474"/>
                    <a:pt x="809" y="418"/>
                  </a:cubicBezTo>
                  <a:lnTo>
                    <a:pt x="795" y="311"/>
                  </a:lnTo>
                  <a:cubicBezTo>
                    <a:pt x="782" y="278"/>
                    <a:pt x="769" y="245"/>
                    <a:pt x="756" y="215"/>
                  </a:cubicBezTo>
                  <a:cubicBezTo>
                    <a:pt x="722" y="155"/>
                    <a:pt x="672" y="105"/>
                    <a:pt x="612" y="68"/>
                  </a:cubicBezTo>
                  <a:lnTo>
                    <a:pt x="589" y="52"/>
                  </a:lnTo>
                  <a:cubicBezTo>
                    <a:pt x="533" y="18"/>
                    <a:pt x="469" y="0"/>
                    <a:pt x="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6856300" y="2073175"/>
              <a:ext cx="28300" cy="27975"/>
            </a:xfrm>
            <a:custGeom>
              <a:avLst/>
              <a:gdLst/>
              <a:ahLst/>
              <a:cxnLst/>
              <a:rect l="l" t="t" r="r" b="b"/>
              <a:pathLst>
                <a:path w="1132" h="1119" extrusionOk="0">
                  <a:moveTo>
                    <a:pt x="746" y="0"/>
                  </a:moveTo>
                  <a:cubicBezTo>
                    <a:pt x="553" y="0"/>
                    <a:pt x="385" y="170"/>
                    <a:pt x="233" y="277"/>
                  </a:cubicBezTo>
                  <a:cubicBezTo>
                    <a:pt x="107" y="370"/>
                    <a:pt x="0" y="496"/>
                    <a:pt x="7" y="666"/>
                  </a:cubicBezTo>
                  <a:cubicBezTo>
                    <a:pt x="10" y="786"/>
                    <a:pt x="57" y="899"/>
                    <a:pt x="137" y="985"/>
                  </a:cubicBezTo>
                  <a:cubicBezTo>
                    <a:pt x="223" y="1068"/>
                    <a:pt x="336" y="1118"/>
                    <a:pt x="456" y="1118"/>
                  </a:cubicBezTo>
                  <a:cubicBezTo>
                    <a:pt x="623" y="1118"/>
                    <a:pt x="756" y="1032"/>
                    <a:pt x="845" y="899"/>
                  </a:cubicBezTo>
                  <a:cubicBezTo>
                    <a:pt x="952" y="746"/>
                    <a:pt x="1132" y="559"/>
                    <a:pt x="1122" y="363"/>
                  </a:cubicBezTo>
                  <a:cubicBezTo>
                    <a:pt x="1118" y="167"/>
                    <a:pt x="962" y="7"/>
                    <a:pt x="762" y="0"/>
                  </a:cubicBezTo>
                  <a:cubicBezTo>
                    <a:pt x="757" y="0"/>
                    <a:pt x="751" y="0"/>
                    <a:pt x="7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6909025" y="2078000"/>
              <a:ext cx="21725" cy="23975"/>
            </a:xfrm>
            <a:custGeom>
              <a:avLst/>
              <a:gdLst/>
              <a:ahLst/>
              <a:cxnLst/>
              <a:rect l="l" t="t" r="r" b="b"/>
              <a:pathLst>
                <a:path w="869" h="959" extrusionOk="0">
                  <a:moveTo>
                    <a:pt x="440" y="0"/>
                  </a:moveTo>
                  <a:cubicBezTo>
                    <a:pt x="197" y="0"/>
                    <a:pt x="1" y="240"/>
                    <a:pt x="71" y="479"/>
                  </a:cubicBezTo>
                  <a:cubicBezTo>
                    <a:pt x="127" y="676"/>
                    <a:pt x="174" y="959"/>
                    <a:pt x="433" y="959"/>
                  </a:cubicBezTo>
                  <a:cubicBezTo>
                    <a:pt x="435" y="959"/>
                    <a:pt x="436" y="959"/>
                    <a:pt x="438" y="959"/>
                  </a:cubicBezTo>
                  <a:cubicBezTo>
                    <a:pt x="690" y="959"/>
                    <a:pt x="743" y="678"/>
                    <a:pt x="802" y="486"/>
                  </a:cubicBezTo>
                  <a:cubicBezTo>
                    <a:pt x="869" y="243"/>
                    <a:pt x="689" y="7"/>
                    <a:pt x="4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6912700" y="2137675"/>
              <a:ext cx="29125" cy="25025"/>
            </a:xfrm>
            <a:custGeom>
              <a:avLst/>
              <a:gdLst/>
              <a:ahLst/>
              <a:cxnLst/>
              <a:rect l="l" t="t" r="r" b="b"/>
              <a:pathLst>
                <a:path w="1165" h="1001" extrusionOk="0">
                  <a:moveTo>
                    <a:pt x="647" y="0"/>
                  </a:moveTo>
                  <a:cubicBezTo>
                    <a:pt x="533" y="0"/>
                    <a:pt x="418" y="43"/>
                    <a:pt x="329" y="129"/>
                  </a:cubicBezTo>
                  <a:cubicBezTo>
                    <a:pt x="279" y="175"/>
                    <a:pt x="226" y="218"/>
                    <a:pt x="180" y="268"/>
                  </a:cubicBezTo>
                  <a:cubicBezTo>
                    <a:pt x="93" y="351"/>
                    <a:pt x="60" y="455"/>
                    <a:pt x="30" y="564"/>
                  </a:cubicBezTo>
                  <a:cubicBezTo>
                    <a:pt x="0" y="664"/>
                    <a:pt x="23" y="774"/>
                    <a:pt x="87" y="857"/>
                  </a:cubicBezTo>
                  <a:cubicBezTo>
                    <a:pt x="150" y="940"/>
                    <a:pt x="246" y="990"/>
                    <a:pt x="353" y="994"/>
                  </a:cubicBezTo>
                  <a:cubicBezTo>
                    <a:pt x="383" y="997"/>
                    <a:pt x="413" y="1000"/>
                    <a:pt x="442" y="1000"/>
                  </a:cubicBezTo>
                  <a:cubicBezTo>
                    <a:pt x="449" y="1000"/>
                    <a:pt x="455" y="1001"/>
                    <a:pt x="461" y="1001"/>
                  </a:cubicBezTo>
                  <a:cubicBezTo>
                    <a:pt x="541" y="1001"/>
                    <a:pt x="621" y="980"/>
                    <a:pt x="692" y="940"/>
                  </a:cubicBezTo>
                  <a:cubicBezTo>
                    <a:pt x="755" y="914"/>
                    <a:pt x="815" y="880"/>
                    <a:pt x="878" y="850"/>
                  </a:cubicBezTo>
                  <a:cubicBezTo>
                    <a:pt x="1128" y="731"/>
                    <a:pt x="1164" y="385"/>
                    <a:pt x="1011" y="182"/>
                  </a:cubicBezTo>
                  <a:cubicBezTo>
                    <a:pt x="920" y="62"/>
                    <a:pt x="78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6878750" y="2173000"/>
              <a:ext cx="32375" cy="23975"/>
            </a:xfrm>
            <a:custGeom>
              <a:avLst/>
              <a:gdLst/>
              <a:ahLst/>
              <a:cxnLst/>
              <a:rect l="l" t="t" r="r" b="b"/>
              <a:pathLst>
                <a:path w="1295" h="959" extrusionOk="0">
                  <a:moveTo>
                    <a:pt x="765" y="0"/>
                  </a:moveTo>
                  <a:cubicBezTo>
                    <a:pt x="724" y="0"/>
                    <a:pt x="682" y="5"/>
                    <a:pt x="639" y="13"/>
                  </a:cubicBezTo>
                  <a:cubicBezTo>
                    <a:pt x="380" y="63"/>
                    <a:pt x="7" y="143"/>
                    <a:pt x="4" y="475"/>
                  </a:cubicBezTo>
                  <a:cubicBezTo>
                    <a:pt x="1" y="805"/>
                    <a:pt x="373" y="891"/>
                    <a:pt x="633" y="945"/>
                  </a:cubicBezTo>
                  <a:cubicBezTo>
                    <a:pt x="677" y="953"/>
                    <a:pt x="722" y="958"/>
                    <a:pt x="766" y="958"/>
                  </a:cubicBezTo>
                  <a:cubicBezTo>
                    <a:pt x="891" y="958"/>
                    <a:pt x="1014" y="920"/>
                    <a:pt x="1102" y="825"/>
                  </a:cubicBezTo>
                  <a:cubicBezTo>
                    <a:pt x="1291" y="635"/>
                    <a:pt x="1295" y="329"/>
                    <a:pt x="1109" y="139"/>
                  </a:cubicBezTo>
                  <a:cubicBezTo>
                    <a:pt x="1011" y="42"/>
                    <a:pt x="892" y="0"/>
                    <a:pt x="7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6853800" y="2160300"/>
              <a:ext cx="22475" cy="31425"/>
            </a:xfrm>
            <a:custGeom>
              <a:avLst/>
              <a:gdLst/>
              <a:ahLst/>
              <a:cxnLst/>
              <a:rect l="l" t="t" r="r" b="b"/>
              <a:pathLst>
                <a:path w="899" h="1257" extrusionOk="0">
                  <a:moveTo>
                    <a:pt x="289" y="0"/>
                  </a:moveTo>
                  <a:cubicBezTo>
                    <a:pt x="183" y="0"/>
                    <a:pt x="80" y="55"/>
                    <a:pt x="60" y="175"/>
                  </a:cubicBezTo>
                  <a:cubicBezTo>
                    <a:pt x="44" y="291"/>
                    <a:pt x="17" y="408"/>
                    <a:pt x="11" y="524"/>
                  </a:cubicBezTo>
                  <a:cubicBezTo>
                    <a:pt x="1" y="634"/>
                    <a:pt x="14" y="744"/>
                    <a:pt x="14" y="854"/>
                  </a:cubicBezTo>
                  <a:cubicBezTo>
                    <a:pt x="14" y="1078"/>
                    <a:pt x="198" y="1257"/>
                    <a:pt x="418" y="1257"/>
                  </a:cubicBezTo>
                  <a:cubicBezTo>
                    <a:pt x="436" y="1257"/>
                    <a:pt x="454" y="1255"/>
                    <a:pt x="473" y="1253"/>
                  </a:cubicBezTo>
                  <a:cubicBezTo>
                    <a:pt x="696" y="1226"/>
                    <a:pt x="899" y="983"/>
                    <a:pt x="812" y="751"/>
                  </a:cubicBezTo>
                  <a:cubicBezTo>
                    <a:pt x="772" y="634"/>
                    <a:pt x="729" y="511"/>
                    <a:pt x="679" y="395"/>
                  </a:cubicBezTo>
                  <a:cubicBezTo>
                    <a:pt x="629" y="301"/>
                    <a:pt x="576" y="208"/>
                    <a:pt x="520" y="118"/>
                  </a:cubicBezTo>
                  <a:cubicBezTo>
                    <a:pt x="475" y="41"/>
                    <a:pt x="381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6873300" y="2123650"/>
              <a:ext cx="19400" cy="18700"/>
            </a:xfrm>
            <a:custGeom>
              <a:avLst/>
              <a:gdLst/>
              <a:ahLst/>
              <a:cxnLst/>
              <a:rect l="l" t="t" r="r" b="b"/>
              <a:pathLst>
                <a:path w="776" h="748" extrusionOk="0">
                  <a:moveTo>
                    <a:pt x="388" y="0"/>
                  </a:moveTo>
                  <a:cubicBezTo>
                    <a:pt x="196" y="0"/>
                    <a:pt x="4" y="124"/>
                    <a:pt x="2" y="370"/>
                  </a:cubicBezTo>
                  <a:cubicBezTo>
                    <a:pt x="1" y="621"/>
                    <a:pt x="195" y="748"/>
                    <a:pt x="390" y="748"/>
                  </a:cubicBezTo>
                  <a:cubicBezTo>
                    <a:pt x="581" y="748"/>
                    <a:pt x="773" y="625"/>
                    <a:pt x="774" y="377"/>
                  </a:cubicBezTo>
                  <a:cubicBezTo>
                    <a:pt x="776" y="126"/>
                    <a:pt x="582" y="0"/>
                    <a:pt x="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7029900" y="1905250"/>
              <a:ext cx="26625" cy="36375"/>
            </a:xfrm>
            <a:custGeom>
              <a:avLst/>
              <a:gdLst/>
              <a:ahLst/>
              <a:cxnLst/>
              <a:rect l="l" t="t" r="r" b="b"/>
              <a:pathLst>
                <a:path w="1065" h="1455" extrusionOk="0">
                  <a:moveTo>
                    <a:pt x="648" y="0"/>
                  </a:moveTo>
                  <a:cubicBezTo>
                    <a:pt x="503" y="10"/>
                    <a:pt x="408" y="61"/>
                    <a:pt x="324" y="146"/>
                  </a:cubicBezTo>
                  <a:lnTo>
                    <a:pt x="324" y="146"/>
                  </a:lnTo>
                  <a:cubicBezTo>
                    <a:pt x="0" y="328"/>
                    <a:pt x="9" y="781"/>
                    <a:pt x="83" y="1098"/>
                  </a:cubicBezTo>
                  <a:cubicBezTo>
                    <a:pt x="130" y="1302"/>
                    <a:pt x="340" y="1455"/>
                    <a:pt x="548" y="1455"/>
                  </a:cubicBezTo>
                  <a:cubicBezTo>
                    <a:pt x="587" y="1455"/>
                    <a:pt x="627" y="1449"/>
                    <a:pt x="665" y="1438"/>
                  </a:cubicBezTo>
                  <a:cubicBezTo>
                    <a:pt x="915" y="1364"/>
                    <a:pt x="1064" y="1108"/>
                    <a:pt x="1001" y="855"/>
                  </a:cubicBezTo>
                  <a:lnTo>
                    <a:pt x="1001" y="852"/>
                  </a:lnTo>
                  <a:cubicBezTo>
                    <a:pt x="998" y="842"/>
                    <a:pt x="992" y="762"/>
                    <a:pt x="989" y="762"/>
                  </a:cubicBezTo>
                  <a:cubicBezTo>
                    <a:pt x="988" y="762"/>
                    <a:pt x="988" y="769"/>
                    <a:pt x="988" y="787"/>
                  </a:cubicBezTo>
                  <a:lnTo>
                    <a:pt x="988" y="787"/>
                  </a:lnTo>
                  <a:cubicBezTo>
                    <a:pt x="988" y="741"/>
                    <a:pt x="991" y="695"/>
                    <a:pt x="988" y="646"/>
                  </a:cubicBezTo>
                  <a:lnTo>
                    <a:pt x="974" y="523"/>
                  </a:lnTo>
                  <a:lnTo>
                    <a:pt x="974" y="523"/>
                  </a:lnTo>
                  <a:cubicBezTo>
                    <a:pt x="976" y="547"/>
                    <a:pt x="976" y="559"/>
                    <a:pt x="975" y="559"/>
                  </a:cubicBezTo>
                  <a:cubicBezTo>
                    <a:pt x="974" y="559"/>
                    <a:pt x="970" y="517"/>
                    <a:pt x="961" y="433"/>
                  </a:cubicBezTo>
                  <a:cubicBezTo>
                    <a:pt x="952" y="402"/>
                    <a:pt x="940" y="370"/>
                    <a:pt x="924" y="339"/>
                  </a:cubicBezTo>
                  <a:lnTo>
                    <a:pt x="924" y="339"/>
                  </a:lnTo>
                  <a:cubicBezTo>
                    <a:pt x="913" y="263"/>
                    <a:pt x="890" y="188"/>
                    <a:pt x="855" y="120"/>
                  </a:cubicBezTo>
                  <a:cubicBezTo>
                    <a:pt x="811" y="47"/>
                    <a:pt x="735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7102075" y="1927350"/>
              <a:ext cx="28550" cy="24325"/>
            </a:xfrm>
            <a:custGeom>
              <a:avLst/>
              <a:gdLst/>
              <a:ahLst/>
              <a:cxnLst/>
              <a:rect l="l" t="t" r="r" b="b"/>
              <a:pathLst>
                <a:path w="1142" h="973" extrusionOk="0">
                  <a:moveTo>
                    <a:pt x="574" y="0"/>
                  </a:moveTo>
                  <a:cubicBezTo>
                    <a:pt x="447" y="0"/>
                    <a:pt x="325" y="49"/>
                    <a:pt x="233" y="138"/>
                  </a:cubicBezTo>
                  <a:cubicBezTo>
                    <a:pt x="207" y="164"/>
                    <a:pt x="183" y="191"/>
                    <a:pt x="157" y="221"/>
                  </a:cubicBezTo>
                  <a:cubicBezTo>
                    <a:pt x="94" y="291"/>
                    <a:pt x="50" y="374"/>
                    <a:pt x="27" y="464"/>
                  </a:cubicBezTo>
                  <a:cubicBezTo>
                    <a:pt x="0" y="564"/>
                    <a:pt x="14" y="670"/>
                    <a:pt x="64" y="760"/>
                  </a:cubicBezTo>
                  <a:cubicBezTo>
                    <a:pt x="84" y="787"/>
                    <a:pt x="103" y="813"/>
                    <a:pt x="123" y="840"/>
                  </a:cubicBezTo>
                  <a:cubicBezTo>
                    <a:pt x="170" y="886"/>
                    <a:pt x="227" y="923"/>
                    <a:pt x="293" y="940"/>
                  </a:cubicBezTo>
                  <a:cubicBezTo>
                    <a:pt x="352" y="962"/>
                    <a:pt x="416" y="973"/>
                    <a:pt x="480" y="973"/>
                  </a:cubicBezTo>
                  <a:cubicBezTo>
                    <a:pt x="510" y="973"/>
                    <a:pt x="540" y="970"/>
                    <a:pt x="569" y="966"/>
                  </a:cubicBezTo>
                  <a:cubicBezTo>
                    <a:pt x="652" y="966"/>
                    <a:pt x="739" y="946"/>
                    <a:pt x="812" y="903"/>
                  </a:cubicBezTo>
                  <a:cubicBezTo>
                    <a:pt x="885" y="860"/>
                    <a:pt x="945" y="800"/>
                    <a:pt x="988" y="730"/>
                  </a:cubicBezTo>
                  <a:cubicBezTo>
                    <a:pt x="1141" y="457"/>
                    <a:pt x="1005" y="111"/>
                    <a:pt x="706" y="18"/>
                  </a:cubicBezTo>
                  <a:cubicBezTo>
                    <a:pt x="662" y="6"/>
                    <a:pt x="618" y="0"/>
                    <a:pt x="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7076950" y="1978700"/>
              <a:ext cx="30875" cy="23850"/>
            </a:xfrm>
            <a:custGeom>
              <a:avLst/>
              <a:gdLst/>
              <a:ahLst/>
              <a:cxnLst/>
              <a:rect l="l" t="t" r="r" b="b"/>
              <a:pathLst>
                <a:path w="1235" h="954" extrusionOk="0">
                  <a:moveTo>
                    <a:pt x="408" y="1"/>
                  </a:moveTo>
                  <a:cubicBezTo>
                    <a:pt x="305" y="1"/>
                    <a:pt x="205" y="19"/>
                    <a:pt x="110" y="70"/>
                  </a:cubicBezTo>
                  <a:cubicBezTo>
                    <a:pt x="21" y="120"/>
                    <a:pt x="1" y="216"/>
                    <a:pt x="14" y="310"/>
                  </a:cubicBezTo>
                  <a:cubicBezTo>
                    <a:pt x="41" y="519"/>
                    <a:pt x="227" y="685"/>
                    <a:pt x="383" y="819"/>
                  </a:cubicBezTo>
                  <a:cubicBezTo>
                    <a:pt x="477" y="895"/>
                    <a:pt x="588" y="953"/>
                    <a:pt x="708" y="953"/>
                  </a:cubicBezTo>
                  <a:cubicBezTo>
                    <a:pt x="745" y="953"/>
                    <a:pt x="784" y="948"/>
                    <a:pt x="822" y="935"/>
                  </a:cubicBezTo>
                  <a:cubicBezTo>
                    <a:pt x="932" y="905"/>
                    <a:pt x="1029" y="832"/>
                    <a:pt x="1092" y="732"/>
                  </a:cubicBezTo>
                  <a:cubicBezTo>
                    <a:pt x="1235" y="489"/>
                    <a:pt x="1112" y="140"/>
                    <a:pt x="826" y="67"/>
                  </a:cubicBezTo>
                  <a:lnTo>
                    <a:pt x="826" y="70"/>
                  </a:lnTo>
                  <a:cubicBezTo>
                    <a:pt x="691" y="35"/>
                    <a:pt x="548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7" name="Google Shape;5847;p22"/>
            <p:cNvSpPr/>
            <p:nvPr/>
          </p:nvSpPr>
          <p:spPr>
            <a:xfrm>
              <a:off x="7044850" y="1960425"/>
              <a:ext cx="26450" cy="35750"/>
            </a:xfrm>
            <a:custGeom>
              <a:avLst/>
              <a:gdLst/>
              <a:ahLst/>
              <a:cxnLst/>
              <a:rect l="l" t="t" r="r" b="b"/>
              <a:pathLst>
                <a:path w="1058" h="1430" extrusionOk="0">
                  <a:moveTo>
                    <a:pt x="533" y="0"/>
                  </a:moveTo>
                  <a:cubicBezTo>
                    <a:pt x="434" y="0"/>
                    <a:pt x="335" y="58"/>
                    <a:pt x="300" y="172"/>
                  </a:cubicBezTo>
                  <a:cubicBezTo>
                    <a:pt x="230" y="398"/>
                    <a:pt x="160" y="625"/>
                    <a:pt x="90" y="848"/>
                  </a:cubicBezTo>
                  <a:cubicBezTo>
                    <a:pt x="0" y="1134"/>
                    <a:pt x="237" y="1426"/>
                    <a:pt x="526" y="1430"/>
                  </a:cubicBezTo>
                  <a:cubicBezTo>
                    <a:pt x="528" y="1430"/>
                    <a:pt x="529" y="1430"/>
                    <a:pt x="531" y="1430"/>
                  </a:cubicBezTo>
                  <a:cubicBezTo>
                    <a:pt x="818" y="1430"/>
                    <a:pt x="1058" y="1139"/>
                    <a:pt x="972" y="854"/>
                  </a:cubicBezTo>
                  <a:lnTo>
                    <a:pt x="969" y="854"/>
                  </a:lnTo>
                  <a:cubicBezTo>
                    <a:pt x="902" y="628"/>
                    <a:pt x="836" y="402"/>
                    <a:pt x="769" y="176"/>
                  </a:cubicBezTo>
                  <a:cubicBezTo>
                    <a:pt x="734" y="59"/>
                    <a:pt x="634" y="0"/>
                    <a:pt x="5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7091925" y="1939350"/>
              <a:ext cx="6175" cy="6025"/>
            </a:xfrm>
            <a:custGeom>
              <a:avLst/>
              <a:gdLst/>
              <a:ahLst/>
              <a:cxnLst/>
              <a:rect l="l" t="t" r="r" b="b"/>
              <a:pathLst>
                <a:path w="247" h="241" extrusionOk="0">
                  <a:moveTo>
                    <a:pt x="124" y="0"/>
                  </a:moveTo>
                  <a:cubicBezTo>
                    <a:pt x="62" y="0"/>
                    <a:pt x="0" y="40"/>
                    <a:pt x="0" y="120"/>
                  </a:cubicBezTo>
                  <a:cubicBezTo>
                    <a:pt x="0" y="200"/>
                    <a:pt x="61" y="240"/>
                    <a:pt x="122" y="240"/>
                  </a:cubicBezTo>
                  <a:cubicBezTo>
                    <a:pt x="183" y="240"/>
                    <a:pt x="245" y="200"/>
                    <a:pt x="247" y="120"/>
                  </a:cubicBezTo>
                  <a:cubicBezTo>
                    <a:pt x="247" y="40"/>
                    <a:pt x="185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849" name="Google Shape;5849;p22"/>
          <p:cNvGrpSpPr/>
          <p:nvPr/>
        </p:nvGrpSpPr>
        <p:grpSpPr>
          <a:xfrm rot="5400000" flipH="1">
            <a:off x="1828159" y="-1486467"/>
            <a:ext cx="2042571" cy="3457796"/>
            <a:chOff x="6699775" y="1851925"/>
            <a:chExt cx="697250" cy="1180350"/>
          </a:xfrm>
        </p:grpSpPr>
        <p:sp>
          <p:nvSpPr>
            <p:cNvPr id="5850" name="Google Shape;5850;p22"/>
            <p:cNvSpPr/>
            <p:nvPr/>
          </p:nvSpPr>
          <p:spPr>
            <a:xfrm>
              <a:off x="7058750" y="2146825"/>
              <a:ext cx="338275" cy="448000"/>
            </a:xfrm>
            <a:custGeom>
              <a:avLst/>
              <a:gdLst/>
              <a:ahLst/>
              <a:cxnLst/>
              <a:rect l="l" t="t" r="r" b="b"/>
              <a:pathLst>
                <a:path w="13531" h="17920" extrusionOk="0">
                  <a:moveTo>
                    <a:pt x="6705" y="1"/>
                  </a:moveTo>
                  <a:cubicBezTo>
                    <a:pt x="6038" y="1"/>
                    <a:pt x="5353" y="141"/>
                    <a:pt x="4674" y="445"/>
                  </a:cubicBezTo>
                  <a:cubicBezTo>
                    <a:pt x="3400" y="1014"/>
                    <a:pt x="2476" y="1973"/>
                    <a:pt x="1885" y="3129"/>
                  </a:cubicBezTo>
                  <a:lnTo>
                    <a:pt x="1885" y="3129"/>
                  </a:lnTo>
                  <a:cubicBezTo>
                    <a:pt x="1533" y="3558"/>
                    <a:pt x="1237" y="4038"/>
                    <a:pt x="1008" y="4553"/>
                  </a:cubicBezTo>
                  <a:cubicBezTo>
                    <a:pt x="0" y="6832"/>
                    <a:pt x="120" y="9554"/>
                    <a:pt x="659" y="11942"/>
                  </a:cubicBezTo>
                  <a:cubicBezTo>
                    <a:pt x="1204" y="14364"/>
                    <a:pt x="2459" y="16813"/>
                    <a:pt x="4950" y="17661"/>
                  </a:cubicBezTo>
                  <a:cubicBezTo>
                    <a:pt x="5471" y="17838"/>
                    <a:pt x="5987" y="17920"/>
                    <a:pt x="6489" y="17920"/>
                  </a:cubicBezTo>
                  <a:cubicBezTo>
                    <a:pt x="8300" y="17920"/>
                    <a:pt x="9939" y="16855"/>
                    <a:pt x="11012" y="15306"/>
                  </a:cubicBezTo>
                  <a:cubicBezTo>
                    <a:pt x="13384" y="11869"/>
                    <a:pt x="13531" y="5941"/>
                    <a:pt x="11125" y="2484"/>
                  </a:cubicBezTo>
                  <a:cubicBezTo>
                    <a:pt x="10058" y="953"/>
                    <a:pt x="8441" y="1"/>
                    <a:pt x="6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6740200" y="2466975"/>
              <a:ext cx="422700" cy="565300"/>
            </a:xfrm>
            <a:custGeom>
              <a:avLst/>
              <a:gdLst/>
              <a:ahLst/>
              <a:cxnLst/>
              <a:rect l="l" t="t" r="r" b="b"/>
              <a:pathLst>
                <a:path w="16908" h="22612" extrusionOk="0">
                  <a:moveTo>
                    <a:pt x="16593" y="0"/>
                  </a:moveTo>
                  <a:cubicBezTo>
                    <a:pt x="16590" y="0"/>
                    <a:pt x="16588" y="1"/>
                    <a:pt x="16585" y="1"/>
                  </a:cubicBezTo>
                  <a:lnTo>
                    <a:pt x="16585" y="5"/>
                  </a:lnTo>
                  <a:cubicBezTo>
                    <a:pt x="14658" y="301"/>
                    <a:pt x="12935" y="1575"/>
                    <a:pt x="11398" y="2703"/>
                  </a:cubicBezTo>
                  <a:cubicBezTo>
                    <a:pt x="8387" y="4915"/>
                    <a:pt x="5786" y="7633"/>
                    <a:pt x="3706" y="10737"/>
                  </a:cubicBezTo>
                  <a:cubicBezTo>
                    <a:pt x="2638" y="12327"/>
                    <a:pt x="1647" y="14034"/>
                    <a:pt x="958" y="15827"/>
                  </a:cubicBezTo>
                  <a:cubicBezTo>
                    <a:pt x="293" y="17547"/>
                    <a:pt x="0" y="19603"/>
                    <a:pt x="1171" y="21177"/>
                  </a:cubicBezTo>
                  <a:cubicBezTo>
                    <a:pt x="1640" y="21809"/>
                    <a:pt x="2306" y="22331"/>
                    <a:pt x="3077" y="22531"/>
                  </a:cubicBezTo>
                  <a:cubicBezTo>
                    <a:pt x="3290" y="22585"/>
                    <a:pt x="3502" y="22611"/>
                    <a:pt x="3711" y="22611"/>
                  </a:cubicBezTo>
                  <a:cubicBezTo>
                    <a:pt x="4296" y="22611"/>
                    <a:pt x="4863" y="22411"/>
                    <a:pt x="5370" y="22075"/>
                  </a:cubicBezTo>
                  <a:cubicBezTo>
                    <a:pt x="6135" y="21569"/>
                    <a:pt x="6800" y="20884"/>
                    <a:pt x="7449" y="20239"/>
                  </a:cubicBezTo>
                  <a:cubicBezTo>
                    <a:pt x="8118" y="19570"/>
                    <a:pt x="8760" y="18875"/>
                    <a:pt x="9375" y="18153"/>
                  </a:cubicBezTo>
                  <a:cubicBezTo>
                    <a:pt x="10600" y="16712"/>
                    <a:pt x="11701" y="15169"/>
                    <a:pt x="12666" y="13542"/>
                  </a:cubicBezTo>
                  <a:cubicBezTo>
                    <a:pt x="14582" y="10315"/>
                    <a:pt x="16066" y="6695"/>
                    <a:pt x="16741" y="2995"/>
                  </a:cubicBezTo>
                  <a:cubicBezTo>
                    <a:pt x="16824" y="2543"/>
                    <a:pt x="16877" y="2087"/>
                    <a:pt x="16904" y="1628"/>
                  </a:cubicBezTo>
                  <a:cubicBezTo>
                    <a:pt x="16908" y="1567"/>
                    <a:pt x="16857" y="1533"/>
                    <a:pt x="16806" y="1533"/>
                  </a:cubicBezTo>
                  <a:cubicBezTo>
                    <a:pt x="16765" y="1533"/>
                    <a:pt x="16724" y="1554"/>
                    <a:pt x="16711" y="1601"/>
                  </a:cubicBezTo>
                  <a:cubicBezTo>
                    <a:pt x="16222" y="3335"/>
                    <a:pt x="15886" y="5098"/>
                    <a:pt x="15307" y="6811"/>
                  </a:cubicBezTo>
                  <a:cubicBezTo>
                    <a:pt x="14722" y="8535"/>
                    <a:pt x="14003" y="10211"/>
                    <a:pt x="13155" y="11825"/>
                  </a:cubicBezTo>
                  <a:cubicBezTo>
                    <a:pt x="11494" y="14999"/>
                    <a:pt x="9349" y="17940"/>
                    <a:pt x="6790" y="20445"/>
                  </a:cubicBezTo>
                  <a:cubicBezTo>
                    <a:pt x="6135" y="21087"/>
                    <a:pt x="5443" y="21829"/>
                    <a:pt x="4571" y="22172"/>
                  </a:cubicBezTo>
                  <a:cubicBezTo>
                    <a:pt x="4295" y="22279"/>
                    <a:pt x="4012" y="22329"/>
                    <a:pt x="3732" y="22329"/>
                  </a:cubicBezTo>
                  <a:cubicBezTo>
                    <a:pt x="3188" y="22329"/>
                    <a:pt x="2651" y="22141"/>
                    <a:pt x="2186" y="21816"/>
                  </a:cubicBezTo>
                  <a:cubicBezTo>
                    <a:pt x="492" y="20631"/>
                    <a:pt x="366" y="18492"/>
                    <a:pt x="918" y="16666"/>
                  </a:cubicBezTo>
                  <a:cubicBezTo>
                    <a:pt x="1461" y="14876"/>
                    <a:pt x="2439" y="13179"/>
                    <a:pt x="3433" y="11605"/>
                  </a:cubicBezTo>
                  <a:cubicBezTo>
                    <a:pt x="5466" y="8398"/>
                    <a:pt x="8044" y="5570"/>
                    <a:pt x="11055" y="3255"/>
                  </a:cubicBezTo>
                  <a:cubicBezTo>
                    <a:pt x="11864" y="2633"/>
                    <a:pt x="12705" y="2051"/>
                    <a:pt x="13574" y="1508"/>
                  </a:cubicBezTo>
                  <a:cubicBezTo>
                    <a:pt x="14525" y="919"/>
                    <a:pt x="15503" y="334"/>
                    <a:pt x="16608" y="94"/>
                  </a:cubicBezTo>
                  <a:cubicBezTo>
                    <a:pt x="16665" y="82"/>
                    <a:pt x="16644" y="0"/>
                    <a:pt x="16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6699775" y="2329000"/>
              <a:ext cx="431150" cy="208625"/>
            </a:xfrm>
            <a:custGeom>
              <a:avLst/>
              <a:gdLst/>
              <a:ahLst/>
              <a:cxnLst/>
              <a:rect l="l" t="t" r="r" b="b"/>
              <a:pathLst>
                <a:path w="17246" h="8345" extrusionOk="0">
                  <a:moveTo>
                    <a:pt x="7358" y="0"/>
                  </a:moveTo>
                  <a:cubicBezTo>
                    <a:pt x="5172" y="0"/>
                    <a:pt x="2879" y="511"/>
                    <a:pt x="1314" y="2114"/>
                  </a:cubicBezTo>
                  <a:cubicBezTo>
                    <a:pt x="556" y="2889"/>
                    <a:pt x="0" y="3967"/>
                    <a:pt x="43" y="5071"/>
                  </a:cubicBezTo>
                  <a:cubicBezTo>
                    <a:pt x="87" y="6142"/>
                    <a:pt x="735" y="7044"/>
                    <a:pt x="1627" y="7593"/>
                  </a:cubicBezTo>
                  <a:cubicBezTo>
                    <a:pt x="2625" y="8210"/>
                    <a:pt x="3823" y="8344"/>
                    <a:pt x="4977" y="8344"/>
                  </a:cubicBezTo>
                  <a:cubicBezTo>
                    <a:pt x="5081" y="8344"/>
                    <a:pt x="5184" y="8343"/>
                    <a:pt x="5287" y="8341"/>
                  </a:cubicBezTo>
                  <a:cubicBezTo>
                    <a:pt x="6544" y="8315"/>
                    <a:pt x="7795" y="8152"/>
                    <a:pt x="9019" y="7852"/>
                  </a:cubicBezTo>
                  <a:cubicBezTo>
                    <a:pt x="11731" y="7197"/>
                    <a:pt x="14369" y="5916"/>
                    <a:pt x="16405" y="3990"/>
                  </a:cubicBezTo>
                  <a:cubicBezTo>
                    <a:pt x="16440" y="3957"/>
                    <a:pt x="16409" y="3896"/>
                    <a:pt x="16370" y="3896"/>
                  </a:cubicBezTo>
                  <a:cubicBezTo>
                    <a:pt x="16361" y="3896"/>
                    <a:pt x="16351" y="3899"/>
                    <a:pt x="16342" y="3907"/>
                  </a:cubicBezTo>
                  <a:lnTo>
                    <a:pt x="16342" y="3903"/>
                  </a:lnTo>
                  <a:cubicBezTo>
                    <a:pt x="14466" y="5334"/>
                    <a:pt x="12406" y="6495"/>
                    <a:pt x="10147" y="7194"/>
                  </a:cubicBezTo>
                  <a:cubicBezTo>
                    <a:pt x="9009" y="7546"/>
                    <a:pt x="7842" y="7783"/>
                    <a:pt x="6661" y="7899"/>
                  </a:cubicBezTo>
                  <a:cubicBezTo>
                    <a:pt x="6100" y="7953"/>
                    <a:pt x="5523" y="7996"/>
                    <a:pt x="4947" y="7996"/>
                  </a:cubicBezTo>
                  <a:cubicBezTo>
                    <a:pt x="4280" y="7996"/>
                    <a:pt x="3615" y="7938"/>
                    <a:pt x="2978" y="7773"/>
                  </a:cubicBezTo>
                  <a:cubicBezTo>
                    <a:pt x="1920" y="7496"/>
                    <a:pt x="865" y="6814"/>
                    <a:pt x="519" y="5727"/>
                  </a:cubicBezTo>
                  <a:cubicBezTo>
                    <a:pt x="170" y="4635"/>
                    <a:pt x="639" y="3438"/>
                    <a:pt x="1351" y="2596"/>
                  </a:cubicBezTo>
                  <a:cubicBezTo>
                    <a:pt x="2808" y="871"/>
                    <a:pt x="5178" y="337"/>
                    <a:pt x="7361" y="337"/>
                  </a:cubicBezTo>
                  <a:cubicBezTo>
                    <a:pt x="7565" y="337"/>
                    <a:pt x="7768" y="341"/>
                    <a:pt x="7968" y="350"/>
                  </a:cubicBezTo>
                  <a:cubicBezTo>
                    <a:pt x="9525" y="420"/>
                    <a:pt x="11069" y="693"/>
                    <a:pt x="12599" y="949"/>
                  </a:cubicBezTo>
                  <a:cubicBezTo>
                    <a:pt x="13361" y="1076"/>
                    <a:pt x="14123" y="1209"/>
                    <a:pt x="14885" y="1348"/>
                  </a:cubicBezTo>
                  <a:cubicBezTo>
                    <a:pt x="15630" y="1485"/>
                    <a:pt x="16382" y="1668"/>
                    <a:pt x="17137" y="1691"/>
                  </a:cubicBezTo>
                  <a:cubicBezTo>
                    <a:pt x="17138" y="1691"/>
                    <a:pt x="17139" y="1691"/>
                    <a:pt x="17141" y="1691"/>
                  </a:cubicBezTo>
                  <a:cubicBezTo>
                    <a:pt x="17237" y="1691"/>
                    <a:pt x="17246" y="1558"/>
                    <a:pt x="17164" y="1528"/>
                  </a:cubicBezTo>
                  <a:cubicBezTo>
                    <a:pt x="16442" y="1255"/>
                    <a:pt x="15667" y="1149"/>
                    <a:pt x="14908" y="1009"/>
                  </a:cubicBezTo>
                  <a:cubicBezTo>
                    <a:pt x="14173" y="876"/>
                    <a:pt x="13434" y="746"/>
                    <a:pt x="12692" y="623"/>
                  </a:cubicBezTo>
                  <a:cubicBezTo>
                    <a:pt x="11238" y="380"/>
                    <a:pt x="9778" y="124"/>
                    <a:pt x="8304" y="31"/>
                  </a:cubicBezTo>
                  <a:cubicBezTo>
                    <a:pt x="7993" y="11"/>
                    <a:pt x="7676" y="0"/>
                    <a:pt x="73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6772450" y="2037250"/>
              <a:ext cx="409575" cy="325700"/>
            </a:xfrm>
            <a:custGeom>
              <a:avLst/>
              <a:gdLst/>
              <a:ahLst/>
              <a:cxnLst/>
              <a:rect l="l" t="t" r="r" b="b"/>
              <a:pathLst>
                <a:path w="16383" h="13028" extrusionOk="0">
                  <a:moveTo>
                    <a:pt x="4832" y="1"/>
                  </a:moveTo>
                  <a:cubicBezTo>
                    <a:pt x="4410" y="1"/>
                    <a:pt x="3983" y="50"/>
                    <a:pt x="3554" y="157"/>
                  </a:cubicBezTo>
                  <a:cubicBezTo>
                    <a:pt x="1621" y="639"/>
                    <a:pt x="1" y="2668"/>
                    <a:pt x="553" y="4718"/>
                  </a:cubicBezTo>
                  <a:cubicBezTo>
                    <a:pt x="859" y="5856"/>
                    <a:pt x="1841" y="6597"/>
                    <a:pt x="2742" y="7266"/>
                  </a:cubicBezTo>
                  <a:cubicBezTo>
                    <a:pt x="3833" y="8071"/>
                    <a:pt x="4965" y="8820"/>
                    <a:pt x="6136" y="9502"/>
                  </a:cubicBezTo>
                  <a:cubicBezTo>
                    <a:pt x="8771" y="11039"/>
                    <a:pt x="11595" y="12223"/>
                    <a:pt x="14539" y="13025"/>
                  </a:cubicBezTo>
                  <a:cubicBezTo>
                    <a:pt x="14546" y="13027"/>
                    <a:pt x="14553" y="13028"/>
                    <a:pt x="14559" y="13028"/>
                  </a:cubicBezTo>
                  <a:cubicBezTo>
                    <a:pt x="14627" y="13028"/>
                    <a:pt x="14649" y="12920"/>
                    <a:pt x="14573" y="12899"/>
                  </a:cubicBezTo>
                  <a:cubicBezTo>
                    <a:pt x="12147" y="12107"/>
                    <a:pt x="9779" y="11102"/>
                    <a:pt x="7540" y="9868"/>
                  </a:cubicBezTo>
                  <a:cubicBezTo>
                    <a:pt x="6425" y="9252"/>
                    <a:pt x="5331" y="8600"/>
                    <a:pt x="4276" y="7882"/>
                  </a:cubicBezTo>
                  <a:cubicBezTo>
                    <a:pt x="3298" y="7216"/>
                    <a:pt x="2170" y="6531"/>
                    <a:pt x="1435" y="5586"/>
                  </a:cubicBezTo>
                  <a:cubicBezTo>
                    <a:pt x="41" y="3793"/>
                    <a:pt x="1375" y="1278"/>
                    <a:pt x="3334" y="622"/>
                  </a:cubicBezTo>
                  <a:cubicBezTo>
                    <a:pt x="3839" y="454"/>
                    <a:pt x="4345" y="379"/>
                    <a:pt x="4845" y="379"/>
                  </a:cubicBezTo>
                  <a:cubicBezTo>
                    <a:pt x="6789" y="379"/>
                    <a:pt x="8655" y="1519"/>
                    <a:pt x="10081" y="2791"/>
                  </a:cubicBezTo>
                  <a:cubicBezTo>
                    <a:pt x="12061" y="4558"/>
                    <a:pt x="13731" y="7023"/>
                    <a:pt x="16283" y="8005"/>
                  </a:cubicBezTo>
                  <a:cubicBezTo>
                    <a:pt x="16291" y="8008"/>
                    <a:pt x="16298" y="8009"/>
                    <a:pt x="16305" y="8009"/>
                  </a:cubicBezTo>
                  <a:cubicBezTo>
                    <a:pt x="16360" y="8009"/>
                    <a:pt x="16383" y="7924"/>
                    <a:pt x="16333" y="7892"/>
                  </a:cubicBezTo>
                  <a:cubicBezTo>
                    <a:pt x="15181" y="7150"/>
                    <a:pt x="14137" y="6285"/>
                    <a:pt x="13162" y="5327"/>
                  </a:cubicBezTo>
                  <a:cubicBezTo>
                    <a:pt x="12217" y="4398"/>
                    <a:pt x="11332" y="3414"/>
                    <a:pt x="10348" y="2532"/>
                  </a:cubicBezTo>
                  <a:cubicBezTo>
                    <a:pt x="8834" y="1176"/>
                    <a:pt x="6894" y="1"/>
                    <a:pt x="48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6980725" y="1851925"/>
              <a:ext cx="200800" cy="465525"/>
            </a:xfrm>
            <a:custGeom>
              <a:avLst/>
              <a:gdLst/>
              <a:ahLst/>
              <a:cxnLst/>
              <a:rect l="l" t="t" r="r" b="b"/>
              <a:pathLst>
                <a:path w="8032" h="18621" extrusionOk="0">
                  <a:moveTo>
                    <a:pt x="3742" y="356"/>
                  </a:moveTo>
                  <a:cubicBezTo>
                    <a:pt x="4730" y="356"/>
                    <a:pt x="5598" y="1049"/>
                    <a:pt x="6168" y="1827"/>
                  </a:cubicBezTo>
                  <a:cubicBezTo>
                    <a:pt x="7662" y="3863"/>
                    <a:pt x="7669" y="6708"/>
                    <a:pt x="7672" y="9127"/>
                  </a:cubicBezTo>
                  <a:cubicBezTo>
                    <a:pt x="7675" y="11298"/>
                    <a:pt x="7599" y="13470"/>
                    <a:pt x="7549" y="15643"/>
                  </a:cubicBezTo>
                  <a:lnTo>
                    <a:pt x="7549" y="15643"/>
                  </a:lnTo>
                  <a:cubicBezTo>
                    <a:pt x="7548" y="15631"/>
                    <a:pt x="7543" y="15619"/>
                    <a:pt x="7533" y="15607"/>
                  </a:cubicBezTo>
                  <a:cubicBezTo>
                    <a:pt x="5852" y="13731"/>
                    <a:pt x="4532" y="11559"/>
                    <a:pt x="3361" y="9336"/>
                  </a:cubicBezTo>
                  <a:cubicBezTo>
                    <a:pt x="2772" y="8222"/>
                    <a:pt x="2166" y="7094"/>
                    <a:pt x="1697" y="5926"/>
                  </a:cubicBezTo>
                  <a:cubicBezTo>
                    <a:pt x="1255" y="4822"/>
                    <a:pt x="965" y="3581"/>
                    <a:pt x="1335" y="2416"/>
                  </a:cubicBezTo>
                  <a:cubicBezTo>
                    <a:pt x="1631" y="1481"/>
                    <a:pt x="2336" y="586"/>
                    <a:pt x="3344" y="393"/>
                  </a:cubicBezTo>
                  <a:cubicBezTo>
                    <a:pt x="3478" y="368"/>
                    <a:pt x="3611" y="356"/>
                    <a:pt x="3742" y="356"/>
                  </a:cubicBezTo>
                  <a:close/>
                  <a:moveTo>
                    <a:pt x="3741" y="0"/>
                  </a:moveTo>
                  <a:cubicBezTo>
                    <a:pt x="2794" y="0"/>
                    <a:pt x="1966" y="558"/>
                    <a:pt x="1451" y="1338"/>
                  </a:cubicBezTo>
                  <a:cubicBezTo>
                    <a:pt x="0" y="3521"/>
                    <a:pt x="1335" y="6112"/>
                    <a:pt x="2389" y="8142"/>
                  </a:cubicBezTo>
                  <a:cubicBezTo>
                    <a:pt x="3793" y="10843"/>
                    <a:pt x="5347" y="13468"/>
                    <a:pt x="7436" y="15701"/>
                  </a:cubicBezTo>
                  <a:cubicBezTo>
                    <a:pt x="7450" y="15715"/>
                    <a:pt x="7466" y="15722"/>
                    <a:pt x="7481" y="15722"/>
                  </a:cubicBezTo>
                  <a:cubicBezTo>
                    <a:pt x="7514" y="15722"/>
                    <a:pt x="7543" y="15694"/>
                    <a:pt x="7549" y="15662"/>
                  </a:cubicBezTo>
                  <a:lnTo>
                    <a:pt x="7549" y="15662"/>
                  </a:lnTo>
                  <a:cubicBezTo>
                    <a:pt x="7528" y="16618"/>
                    <a:pt x="7511" y="17575"/>
                    <a:pt x="7509" y="18532"/>
                  </a:cubicBezTo>
                  <a:cubicBezTo>
                    <a:pt x="7509" y="18591"/>
                    <a:pt x="7552" y="18620"/>
                    <a:pt x="7596" y="18620"/>
                  </a:cubicBezTo>
                  <a:cubicBezTo>
                    <a:pt x="7641" y="18620"/>
                    <a:pt x="7687" y="18590"/>
                    <a:pt x="7692" y="18532"/>
                  </a:cubicBezTo>
                  <a:cubicBezTo>
                    <a:pt x="8005" y="15478"/>
                    <a:pt x="8015" y="12387"/>
                    <a:pt x="8015" y="9320"/>
                  </a:cubicBezTo>
                  <a:cubicBezTo>
                    <a:pt x="8015" y="6768"/>
                    <a:pt x="8032" y="3757"/>
                    <a:pt x="6441" y="1608"/>
                  </a:cubicBezTo>
                  <a:cubicBezTo>
                    <a:pt x="5839" y="793"/>
                    <a:pt x="4974" y="87"/>
                    <a:pt x="3929" y="8"/>
                  </a:cubicBezTo>
                  <a:cubicBezTo>
                    <a:pt x="3866" y="3"/>
                    <a:pt x="3803" y="0"/>
                    <a:pt x="37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7074200" y="2519625"/>
              <a:ext cx="165225" cy="466775"/>
            </a:xfrm>
            <a:custGeom>
              <a:avLst/>
              <a:gdLst/>
              <a:ahLst/>
              <a:cxnLst/>
              <a:rect l="l" t="t" r="r" b="b"/>
              <a:pathLst>
                <a:path w="6609" h="18671" extrusionOk="0">
                  <a:moveTo>
                    <a:pt x="5513" y="0"/>
                  </a:moveTo>
                  <a:cubicBezTo>
                    <a:pt x="5445" y="0"/>
                    <a:pt x="5374" y="58"/>
                    <a:pt x="5390" y="148"/>
                  </a:cubicBezTo>
                  <a:cubicBezTo>
                    <a:pt x="5816" y="2543"/>
                    <a:pt x="6036" y="4982"/>
                    <a:pt x="5903" y="7413"/>
                  </a:cubicBezTo>
                  <a:cubicBezTo>
                    <a:pt x="5763" y="9845"/>
                    <a:pt x="5287" y="12241"/>
                    <a:pt x="4485" y="14540"/>
                  </a:cubicBezTo>
                  <a:cubicBezTo>
                    <a:pt x="4279" y="15125"/>
                    <a:pt x="4053" y="15704"/>
                    <a:pt x="3803" y="16273"/>
                  </a:cubicBezTo>
                  <a:cubicBezTo>
                    <a:pt x="3584" y="16775"/>
                    <a:pt x="3374" y="17314"/>
                    <a:pt x="3018" y="17740"/>
                  </a:cubicBezTo>
                  <a:cubicBezTo>
                    <a:pt x="2782" y="18022"/>
                    <a:pt x="2479" y="18220"/>
                    <a:pt x="2166" y="18220"/>
                  </a:cubicBezTo>
                  <a:cubicBezTo>
                    <a:pt x="1976" y="18220"/>
                    <a:pt x="1782" y="18147"/>
                    <a:pt x="1598" y="17976"/>
                  </a:cubicBezTo>
                  <a:cubicBezTo>
                    <a:pt x="1185" y="17600"/>
                    <a:pt x="919" y="17022"/>
                    <a:pt x="756" y="16496"/>
                  </a:cubicBezTo>
                  <a:cubicBezTo>
                    <a:pt x="413" y="15405"/>
                    <a:pt x="447" y="14220"/>
                    <a:pt x="613" y="13099"/>
                  </a:cubicBezTo>
                  <a:cubicBezTo>
                    <a:pt x="799" y="11848"/>
                    <a:pt x="1129" y="10617"/>
                    <a:pt x="1511" y="9416"/>
                  </a:cubicBezTo>
                  <a:cubicBezTo>
                    <a:pt x="2423" y="6545"/>
                    <a:pt x="3564" y="3741"/>
                    <a:pt x="4612" y="919"/>
                  </a:cubicBezTo>
                  <a:cubicBezTo>
                    <a:pt x="4636" y="859"/>
                    <a:pt x="4587" y="820"/>
                    <a:pt x="4536" y="820"/>
                  </a:cubicBezTo>
                  <a:cubicBezTo>
                    <a:pt x="4503" y="820"/>
                    <a:pt x="4468" y="837"/>
                    <a:pt x="4452" y="876"/>
                  </a:cubicBezTo>
                  <a:cubicBezTo>
                    <a:pt x="3371" y="3574"/>
                    <a:pt x="2207" y="6259"/>
                    <a:pt x="1268" y="9014"/>
                  </a:cubicBezTo>
                  <a:cubicBezTo>
                    <a:pt x="823" y="10328"/>
                    <a:pt x="433" y="11675"/>
                    <a:pt x="224" y="13046"/>
                  </a:cubicBezTo>
                  <a:cubicBezTo>
                    <a:pt x="51" y="14187"/>
                    <a:pt x="1" y="15378"/>
                    <a:pt x="320" y="16499"/>
                  </a:cubicBezTo>
                  <a:cubicBezTo>
                    <a:pt x="562" y="17344"/>
                    <a:pt x="1149" y="18671"/>
                    <a:pt x="2188" y="18671"/>
                  </a:cubicBezTo>
                  <a:cubicBezTo>
                    <a:pt x="2238" y="18671"/>
                    <a:pt x="2288" y="18668"/>
                    <a:pt x="2340" y="18662"/>
                  </a:cubicBezTo>
                  <a:cubicBezTo>
                    <a:pt x="3414" y="18529"/>
                    <a:pt x="3930" y="17211"/>
                    <a:pt x="4303" y="16359"/>
                  </a:cubicBezTo>
                  <a:cubicBezTo>
                    <a:pt x="5337" y="13974"/>
                    <a:pt x="6009" y="11446"/>
                    <a:pt x="6289" y="8861"/>
                  </a:cubicBezTo>
                  <a:cubicBezTo>
                    <a:pt x="6608" y="5930"/>
                    <a:pt x="6458" y="2922"/>
                    <a:pt x="5620" y="84"/>
                  </a:cubicBezTo>
                  <a:cubicBezTo>
                    <a:pt x="5603" y="26"/>
                    <a:pt x="5558" y="0"/>
                    <a:pt x="5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6861950" y="2878175"/>
              <a:ext cx="21900" cy="17125"/>
            </a:xfrm>
            <a:custGeom>
              <a:avLst/>
              <a:gdLst/>
              <a:ahLst/>
              <a:cxnLst/>
              <a:rect l="l" t="t" r="r" b="b"/>
              <a:pathLst>
                <a:path w="876" h="685" extrusionOk="0">
                  <a:moveTo>
                    <a:pt x="356" y="0"/>
                  </a:moveTo>
                  <a:cubicBezTo>
                    <a:pt x="280" y="0"/>
                    <a:pt x="186" y="49"/>
                    <a:pt x="134" y="101"/>
                  </a:cubicBezTo>
                  <a:cubicBezTo>
                    <a:pt x="1" y="234"/>
                    <a:pt x="1" y="451"/>
                    <a:pt x="130" y="584"/>
                  </a:cubicBezTo>
                  <a:cubicBezTo>
                    <a:pt x="188" y="636"/>
                    <a:pt x="269" y="685"/>
                    <a:pt x="351" y="685"/>
                  </a:cubicBezTo>
                  <a:cubicBezTo>
                    <a:pt x="358" y="685"/>
                    <a:pt x="366" y="684"/>
                    <a:pt x="373" y="683"/>
                  </a:cubicBezTo>
                  <a:cubicBezTo>
                    <a:pt x="436" y="677"/>
                    <a:pt x="500" y="670"/>
                    <a:pt x="566" y="663"/>
                  </a:cubicBezTo>
                  <a:cubicBezTo>
                    <a:pt x="716" y="643"/>
                    <a:pt x="876" y="514"/>
                    <a:pt x="869" y="347"/>
                  </a:cubicBezTo>
                  <a:cubicBezTo>
                    <a:pt x="862" y="198"/>
                    <a:pt x="756" y="71"/>
                    <a:pt x="613" y="35"/>
                  </a:cubicBezTo>
                  <a:cubicBezTo>
                    <a:pt x="536" y="18"/>
                    <a:pt x="456" y="8"/>
                    <a:pt x="377" y="1"/>
                  </a:cubicBezTo>
                  <a:cubicBezTo>
                    <a:pt x="370" y="1"/>
                    <a:pt x="363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6893150" y="2909575"/>
              <a:ext cx="16325" cy="15825"/>
            </a:xfrm>
            <a:custGeom>
              <a:avLst/>
              <a:gdLst/>
              <a:ahLst/>
              <a:cxnLst/>
              <a:rect l="l" t="t" r="r" b="b"/>
              <a:pathLst>
                <a:path w="653" h="633" extrusionOk="0">
                  <a:moveTo>
                    <a:pt x="348" y="0"/>
                  </a:moveTo>
                  <a:cubicBezTo>
                    <a:pt x="332" y="0"/>
                    <a:pt x="315" y="2"/>
                    <a:pt x="300" y="6"/>
                  </a:cubicBezTo>
                  <a:cubicBezTo>
                    <a:pt x="270" y="6"/>
                    <a:pt x="243" y="13"/>
                    <a:pt x="220" y="26"/>
                  </a:cubicBezTo>
                  <a:cubicBezTo>
                    <a:pt x="180" y="40"/>
                    <a:pt x="143" y="63"/>
                    <a:pt x="117" y="93"/>
                  </a:cubicBezTo>
                  <a:cubicBezTo>
                    <a:pt x="107" y="99"/>
                    <a:pt x="100" y="106"/>
                    <a:pt x="90" y="113"/>
                  </a:cubicBezTo>
                  <a:cubicBezTo>
                    <a:pt x="70" y="129"/>
                    <a:pt x="53" y="153"/>
                    <a:pt x="40" y="176"/>
                  </a:cubicBezTo>
                  <a:cubicBezTo>
                    <a:pt x="14" y="219"/>
                    <a:pt x="0" y="266"/>
                    <a:pt x="0" y="316"/>
                  </a:cubicBezTo>
                  <a:cubicBezTo>
                    <a:pt x="4" y="362"/>
                    <a:pt x="14" y="409"/>
                    <a:pt x="37" y="452"/>
                  </a:cubicBezTo>
                  <a:cubicBezTo>
                    <a:pt x="50" y="475"/>
                    <a:pt x="67" y="499"/>
                    <a:pt x="83" y="515"/>
                  </a:cubicBezTo>
                  <a:cubicBezTo>
                    <a:pt x="93" y="525"/>
                    <a:pt x="103" y="532"/>
                    <a:pt x="113" y="539"/>
                  </a:cubicBezTo>
                  <a:lnTo>
                    <a:pt x="177" y="588"/>
                  </a:lnTo>
                  <a:lnTo>
                    <a:pt x="253" y="622"/>
                  </a:lnTo>
                  <a:cubicBezTo>
                    <a:pt x="276" y="630"/>
                    <a:pt x="301" y="633"/>
                    <a:pt x="325" y="633"/>
                  </a:cubicBezTo>
                  <a:cubicBezTo>
                    <a:pt x="342" y="633"/>
                    <a:pt x="360" y="631"/>
                    <a:pt x="376" y="628"/>
                  </a:cubicBezTo>
                  <a:cubicBezTo>
                    <a:pt x="406" y="628"/>
                    <a:pt x="433" y="622"/>
                    <a:pt x="456" y="605"/>
                  </a:cubicBezTo>
                  <a:cubicBezTo>
                    <a:pt x="483" y="598"/>
                    <a:pt x="506" y="585"/>
                    <a:pt x="526" y="565"/>
                  </a:cubicBezTo>
                  <a:cubicBezTo>
                    <a:pt x="549" y="552"/>
                    <a:pt x="569" y="532"/>
                    <a:pt x="582" y="509"/>
                  </a:cubicBezTo>
                  <a:cubicBezTo>
                    <a:pt x="629" y="455"/>
                    <a:pt x="652" y="389"/>
                    <a:pt x="652" y="319"/>
                  </a:cubicBezTo>
                  <a:cubicBezTo>
                    <a:pt x="652" y="262"/>
                    <a:pt x="636" y="209"/>
                    <a:pt x="612" y="159"/>
                  </a:cubicBezTo>
                  <a:cubicBezTo>
                    <a:pt x="582" y="113"/>
                    <a:pt x="546" y="73"/>
                    <a:pt x="499" y="46"/>
                  </a:cubicBezTo>
                  <a:lnTo>
                    <a:pt x="423" y="13"/>
                  </a:lnTo>
                  <a:cubicBezTo>
                    <a:pt x="399" y="5"/>
                    <a:pt x="373" y="0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6845325" y="2953025"/>
              <a:ext cx="24550" cy="27500"/>
            </a:xfrm>
            <a:custGeom>
              <a:avLst/>
              <a:gdLst/>
              <a:ahLst/>
              <a:cxnLst/>
              <a:rect l="l" t="t" r="r" b="b"/>
              <a:pathLst>
                <a:path w="982" h="1100" extrusionOk="0">
                  <a:moveTo>
                    <a:pt x="622" y="1"/>
                  </a:moveTo>
                  <a:cubicBezTo>
                    <a:pt x="580" y="1"/>
                    <a:pt x="537" y="13"/>
                    <a:pt x="499" y="42"/>
                  </a:cubicBezTo>
                  <a:cubicBezTo>
                    <a:pt x="389" y="121"/>
                    <a:pt x="283" y="211"/>
                    <a:pt x="183" y="308"/>
                  </a:cubicBezTo>
                  <a:cubicBezTo>
                    <a:pt x="0" y="484"/>
                    <a:pt x="0" y="780"/>
                    <a:pt x="180" y="960"/>
                  </a:cubicBezTo>
                  <a:cubicBezTo>
                    <a:pt x="271" y="1052"/>
                    <a:pt x="391" y="1099"/>
                    <a:pt x="511" y="1099"/>
                  </a:cubicBezTo>
                  <a:cubicBezTo>
                    <a:pt x="628" y="1099"/>
                    <a:pt x="745" y="1055"/>
                    <a:pt x="835" y="966"/>
                  </a:cubicBezTo>
                  <a:cubicBezTo>
                    <a:pt x="962" y="843"/>
                    <a:pt x="982" y="687"/>
                    <a:pt x="958" y="517"/>
                  </a:cubicBezTo>
                  <a:cubicBezTo>
                    <a:pt x="942" y="411"/>
                    <a:pt x="918" y="304"/>
                    <a:pt x="885" y="201"/>
                  </a:cubicBezTo>
                  <a:cubicBezTo>
                    <a:pt x="853" y="94"/>
                    <a:pt x="7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7123700" y="2872175"/>
              <a:ext cx="20325" cy="20600"/>
            </a:xfrm>
            <a:custGeom>
              <a:avLst/>
              <a:gdLst/>
              <a:ahLst/>
              <a:cxnLst/>
              <a:rect l="l" t="t" r="r" b="b"/>
              <a:pathLst>
                <a:path w="813" h="824" extrusionOk="0">
                  <a:moveTo>
                    <a:pt x="405" y="0"/>
                  </a:moveTo>
                  <a:cubicBezTo>
                    <a:pt x="344" y="0"/>
                    <a:pt x="283" y="16"/>
                    <a:pt x="230" y="48"/>
                  </a:cubicBezTo>
                  <a:lnTo>
                    <a:pt x="203" y="65"/>
                  </a:lnTo>
                  <a:cubicBezTo>
                    <a:pt x="157" y="88"/>
                    <a:pt x="120" y="125"/>
                    <a:pt x="90" y="168"/>
                  </a:cubicBezTo>
                  <a:cubicBezTo>
                    <a:pt x="64" y="195"/>
                    <a:pt x="47" y="225"/>
                    <a:pt x="37" y="258"/>
                  </a:cubicBezTo>
                  <a:cubicBezTo>
                    <a:pt x="10" y="305"/>
                    <a:pt x="0" y="361"/>
                    <a:pt x="0" y="414"/>
                  </a:cubicBezTo>
                  <a:lnTo>
                    <a:pt x="14" y="521"/>
                  </a:lnTo>
                  <a:cubicBezTo>
                    <a:pt x="27" y="554"/>
                    <a:pt x="40" y="587"/>
                    <a:pt x="57" y="621"/>
                  </a:cubicBezTo>
                  <a:cubicBezTo>
                    <a:pt x="80" y="664"/>
                    <a:pt x="113" y="704"/>
                    <a:pt x="157" y="734"/>
                  </a:cubicBezTo>
                  <a:cubicBezTo>
                    <a:pt x="180" y="757"/>
                    <a:pt x="210" y="777"/>
                    <a:pt x="247" y="787"/>
                  </a:cubicBezTo>
                  <a:cubicBezTo>
                    <a:pt x="293" y="810"/>
                    <a:pt x="346" y="824"/>
                    <a:pt x="403" y="824"/>
                  </a:cubicBezTo>
                  <a:lnTo>
                    <a:pt x="509" y="807"/>
                  </a:lnTo>
                  <a:lnTo>
                    <a:pt x="606" y="767"/>
                  </a:lnTo>
                  <a:cubicBezTo>
                    <a:pt x="652" y="744"/>
                    <a:pt x="692" y="707"/>
                    <a:pt x="722" y="664"/>
                  </a:cubicBezTo>
                  <a:cubicBezTo>
                    <a:pt x="746" y="637"/>
                    <a:pt x="766" y="607"/>
                    <a:pt x="776" y="574"/>
                  </a:cubicBezTo>
                  <a:cubicBezTo>
                    <a:pt x="799" y="528"/>
                    <a:pt x="812" y="474"/>
                    <a:pt x="809" y="418"/>
                  </a:cubicBezTo>
                  <a:lnTo>
                    <a:pt x="795" y="311"/>
                  </a:lnTo>
                  <a:cubicBezTo>
                    <a:pt x="782" y="278"/>
                    <a:pt x="769" y="245"/>
                    <a:pt x="756" y="215"/>
                  </a:cubicBezTo>
                  <a:cubicBezTo>
                    <a:pt x="722" y="155"/>
                    <a:pt x="672" y="105"/>
                    <a:pt x="612" y="68"/>
                  </a:cubicBezTo>
                  <a:lnTo>
                    <a:pt x="589" y="52"/>
                  </a:lnTo>
                  <a:cubicBezTo>
                    <a:pt x="533" y="18"/>
                    <a:pt x="469" y="0"/>
                    <a:pt x="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6856300" y="2073175"/>
              <a:ext cx="28300" cy="27975"/>
            </a:xfrm>
            <a:custGeom>
              <a:avLst/>
              <a:gdLst/>
              <a:ahLst/>
              <a:cxnLst/>
              <a:rect l="l" t="t" r="r" b="b"/>
              <a:pathLst>
                <a:path w="1132" h="1119" extrusionOk="0">
                  <a:moveTo>
                    <a:pt x="746" y="0"/>
                  </a:moveTo>
                  <a:cubicBezTo>
                    <a:pt x="553" y="0"/>
                    <a:pt x="385" y="170"/>
                    <a:pt x="233" y="277"/>
                  </a:cubicBezTo>
                  <a:cubicBezTo>
                    <a:pt x="107" y="370"/>
                    <a:pt x="0" y="496"/>
                    <a:pt x="7" y="666"/>
                  </a:cubicBezTo>
                  <a:cubicBezTo>
                    <a:pt x="10" y="786"/>
                    <a:pt x="57" y="899"/>
                    <a:pt x="137" y="985"/>
                  </a:cubicBezTo>
                  <a:cubicBezTo>
                    <a:pt x="223" y="1068"/>
                    <a:pt x="336" y="1118"/>
                    <a:pt x="456" y="1118"/>
                  </a:cubicBezTo>
                  <a:cubicBezTo>
                    <a:pt x="623" y="1118"/>
                    <a:pt x="756" y="1032"/>
                    <a:pt x="845" y="899"/>
                  </a:cubicBezTo>
                  <a:cubicBezTo>
                    <a:pt x="952" y="746"/>
                    <a:pt x="1132" y="559"/>
                    <a:pt x="1122" y="363"/>
                  </a:cubicBezTo>
                  <a:cubicBezTo>
                    <a:pt x="1118" y="167"/>
                    <a:pt x="962" y="7"/>
                    <a:pt x="762" y="0"/>
                  </a:cubicBezTo>
                  <a:cubicBezTo>
                    <a:pt x="757" y="0"/>
                    <a:pt x="751" y="0"/>
                    <a:pt x="7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6909025" y="2078000"/>
              <a:ext cx="21725" cy="23975"/>
            </a:xfrm>
            <a:custGeom>
              <a:avLst/>
              <a:gdLst/>
              <a:ahLst/>
              <a:cxnLst/>
              <a:rect l="l" t="t" r="r" b="b"/>
              <a:pathLst>
                <a:path w="869" h="959" extrusionOk="0">
                  <a:moveTo>
                    <a:pt x="440" y="0"/>
                  </a:moveTo>
                  <a:cubicBezTo>
                    <a:pt x="197" y="0"/>
                    <a:pt x="1" y="240"/>
                    <a:pt x="71" y="479"/>
                  </a:cubicBezTo>
                  <a:cubicBezTo>
                    <a:pt x="127" y="676"/>
                    <a:pt x="174" y="959"/>
                    <a:pt x="433" y="959"/>
                  </a:cubicBezTo>
                  <a:cubicBezTo>
                    <a:pt x="435" y="959"/>
                    <a:pt x="436" y="959"/>
                    <a:pt x="438" y="959"/>
                  </a:cubicBezTo>
                  <a:cubicBezTo>
                    <a:pt x="690" y="959"/>
                    <a:pt x="743" y="678"/>
                    <a:pt x="802" y="486"/>
                  </a:cubicBezTo>
                  <a:cubicBezTo>
                    <a:pt x="869" y="243"/>
                    <a:pt x="689" y="7"/>
                    <a:pt x="4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6912700" y="2137675"/>
              <a:ext cx="29125" cy="25025"/>
            </a:xfrm>
            <a:custGeom>
              <a:avLst/>
              <a:gdLst/>
              <a:ahLst/>
              <a:cxnLst/>
              <a:rect l="l" t="t" r="r" b="b"/>
              <a:pathLst>
                <a:path w="1165" h="1001" extrusionOk="0">
                  <a:moveTo>
                    <a:pt x="647" y="0"/>
                  </a:moveTo>
                  <a:cubicBezTo>
                    <a:pt x="533" y="0"/>
                    <a:pt x="418" y="43"/>
                    <a:pt x="329" y="129"/>
                  </a:cubicBezTo>
                  <a:cubicBezTo>
                    <a:pt x="279" y="175"/>
                    <a:pt x="226" y="218"/>
                    <a:pt x="180" y="268"/>
                  </a:cubicBezTo>
                  <a:cubicBezTo>
                    <a:pt x="93" y="351"/>
                    <a:pt x="60" y="455"/>
                    <a:pt x="30" y="564"/>
                  </a:cubicBezTo>
                  <a:cubicBezTo>
                    <a:pt x="0" y="664"/>
                    <a:pt x="23" y="774"/>
                    <a:pt x="87" y="857"/>
                  </a:cubicBezTo>
                  <a:cubicBezTo>
                    <a:pt x="150" y="940"/>
                    <a:pt x="246" y="990"/>
                    <a:pt x="353" y="994"/>
                  </a:cubicBezTo>
                  <a:cubicBezTo>
                    <a:pt x="383" y="997"/>
                    <a:pt x="413" y="1000"/>
                    <a:pt x="442" y="1000"/>
                  </a:cubicBezTo>
                  <a:cubicBezTo>
                    <a:pt x="449" y="1000"/>
                    <a:pt x="455" y="1001"/>
                    <a:pt x="461" y="1001"/>
                  </a:cubicBezTo>
                  <a:cubicBezTo>
                    <a:pt x="541" y="1001"/>
                    <a:pt x="621" y="980"/>
                    <a:pt x="692" y="940"/>
                  </a:cubicBezTo>
                  <a:cubicBezTo>
                    <a:pt x="755" y="914"/>
                    <a:pt x="815" y="880"/>
                    <a:pt x="878" y="850"/>
                  </a:cubicBezTo>
                  <a:cubicBezTo>
                    <a:pt x="1128" y="731"/>
                    <a:pt x="1164" y="385"/>
                    <a:pt x="1011" y="182"/>
                  </a:cubicBezTo>
                  <a:cubicBezTo>
                    <a:pt x="920" y="62"/>
                    <a:pt x="78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6878750" y="2173000"/>
              <a:ext cx="32375" cy="23975"/>
            </a:xfrm>
            <a:custGeom>
              <a:avLst/>
              <a:gdLst/>
              <a:ahLst/>
              <a:cxnLst/>
              <a:rect l="l" t="t" r="r" b="b"/>
              <a:pathLst>
                <a:path w="1295" h="959" extrusionOk="0">
                  <a:moveTo>
                    <a:pt x="765" y="0"/>
                  </a:moveTo>
                  <a:cubicBezTo>
                    <a:pt x="724" y="0"/>
                    <a:pt x="682" y="5"/>
                    <a:pt x="639" y="13"/>
                  </a:cubicBezTo>
                  <a:cubicBezTo>
                    <a:pt x="380" y="63"/>
                    <a:pt x="7" y="143"/>
                    <a:pt x="4" y="475"/>
                  </a:cubicBezTo>
                  <a:cubicBezTo>
                    <a:pt x="1" y="805"/>
                    <a:pt x="373" y="891"/>
                    <a:pt x="633" y="945"/>
                  </a:cubicBezTo>
                  <a:cubicBezTo>
                    <a:pt x="677" y="953"/>
                    <a:pt x="722" y="958"/>
                    <a:pt x="766" y="958"/>
                  </a:cubicBezTo>
                  <a:cubicBezTo>
                    <a:pt x="891" y="958"/>
                    <a:pt x="1014" y="920"/>
                    <a:pt x="1102" y="825"/>
                  </a:cubicBezTo>
                  <a:cubicBezTo>
                    <a:pt x="1291" y="635"/>
                    <a:pt x="1295" y="329"/>
                    <a:pt x="1109" y="139"/>
                  </a:cubicBezTo>
                  <a:cubicBezTo>
                    <a:pt x="1011" y="42"/>
                    <a:pt x="892" y="0"/>
                    <a:pt x="7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6853800" y="2160300"/>
              <a:ext cx="22475" cy="31425"/>
            </a:xfrm>
            <a:custGeom>
              <a:avLst/>
              <a:gdLst/>
              <a:ahLst/>
              <a:cxnLst/>
              <a:rect l="l" t="t" r="r" b="b"/>
              <a:pathLst>
                <a:path w="899" h="1257" extrusionOk="0">
                  <a:moveTo>
                    <a:pt x="289" y="0"/>
                  </a:moveTo>
                  <a:cubicBezTo>
                    <a:pt x="183" y="0"/>
                    <a:pt x="80" y="55"/>
                    <a:pt x="60" y="175"/>
                  </a:cubicBezTo>
                  <a:cubicBezTo>
                    <a:pt x="44" y="291"/>
                    <a:pt x="17" y="408"/>
                    <a:pt x="11" y="524"/>
                  </a:cubicBezTo>
                  <a:cubicBezTo>
                    <a:pt x="1" y="634"/>
                    <a:pt x="14" y="744"/>
                    <a:pt x="14" y="854"/>
                  </a:cubicBezTo>
                  <a:cubicBezTo>
                    <a:pt x="14" y="1078"/>
                    <a:pt x="198" y="1257"/>
                    <a:pt x="418" y="1257"/>
                  </a:cubicBezTo>
                  <a:cubicBezTo>
                    <a:pt x="436" y="1257"/>
                    <a:pt x="454" y="1255"/>
                    <a:pt x="473" y="1253"/>
                  </a:cubicBezTo>
                  <a:cubicBezTo>
                    <a:pt x="696" y="1226"/>
                    <a:pt x="899" y="983"/>
                    <a:pt x="812" y="751"/>
                  </a:cubicBezTo>
                  <a:cubicBezTo>
                    <a:pt x="772" y="634"/>
                    <a:pt x="729" y="511"/>
                    <a:pt x="679" y="395"/>
                  </a:cubicBezTo>
                  <a:cubicBezTo>
                    <a:pt x="629" y="301"/>
                    <a:pt x="576" y="208"/>
                    <a:pt x="520" y="118"/>
                  </a:cubicBezTo>
                  <a:cubicBezTo>
                    <a:pt x="475" y="41"/>
                    <a:pt x="381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6873300" y="2123650"/>
              <a:ext cx="19400" cy="18700"/>
            </a:xfrm>
            <a:custGeom>
              <a:avLst/>
              <a:gdLst/>
              <a:ahLst/>
              <a:cxnLst/>
              <a:rect l="l" t="t" r="r" b="b"/>
              <a:pathLst>
                <a:path w="776" h="748" extrusionOk="0">
                  <a:moveTo>
                    <a:pt x="388" y="0"/>
                  </a:moveTo>
                  <a:cubicBezTo>
                    <a:pt x="196" y="0"/>
                    <a:pt x="4" y="124"/>
                    <a:pt x="2" y="370"/>
                  </a:cubicBezTo>
                  <a:cubicBezTo>
                    <a:pt x="1" y="621"/>
                    <a:pt x="195" y="748"/>
                    <a:pt x="390" y="748"/>
                  </a:cubicBezTo>
                  <a:cubicBezTo>
                    <a:pt x="581" y="748"/>
                    <a:pt x="773" y="625"/>
                    <a:pt x="774" y="377"/>
                  </a:cubicBezTo>
                  <a:cubicBezTo>
                    <a:pt x="776" y="126"/>
                    <a:pt x="582" y="0"/>
                    <a:pt x="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7029900" y="1905250"/>
              <a:ext cx="26625" cy="36375"/>
            </a:xfrm>
            <a:custGeom>
              <a:avLst/>
              <a:gdLst/>
              <a:ahLst/>
              <a:cxnLst/>
              <a:rect l="l" t="t" r="r" b="b"/>
              <a:pathLst>
                <a:path w="1065" h="1455" extrusionOk="0">
                  <a:moveTo>
                    <a:pt x="648" y="0"/>
                  </a:moveTo>
                  <a:cubicBezTo>
                    <a:pt x="503" y="10"/>
                    <a:pt x="408" y="61"/>
                    <a:pt x="324" y="146"/>
                  </a:cubicBezTo>
                  <a:lnTo>
                    <a:pt x="324" y="146"/>
                  </a:lnTo>
                  <a:cubicBezTo>
                    <a:pt x="0" y="328"/>
                    <a:pt x="9" y="781"/>
                    <a:pt x="83" y="1098"/>
                  </a:cubicBezTo>
                  <a:cubicBezTo>
                    <a:pt x="130" y="1302"/>
                    <a:pt x="340" y="1455"/>
                    <a:pt x="548" y="1455"/>
                  </a:cubicBezTo>
                  <a:cubicBezTo>
                    <a:pt x="587" y="1455"/>
                    <a:pt x="627" y="1449"/>
                    <a:pt x="665" y="1438"/>
                  </a:cubicBezTo>
                  <a:cubicBezTo>
                    <a:pt x="915" y="1364"/>
                    <a:pt x="1064" y="1108"/>
                    <a:pt x="1001" y="855"/>
                  </a:cubicBezTo>
                  <a:lnTo>
                    <a:pt x="1001" y="852"/>
                  </a:lnTo>
                  <a:cubicBezTo>
                    <a:pt x="998" y="842"/>
                    <a:pt x="992" y="762"/>
                    <a:pt x="989" y="762"/>
                  </a:cubicBezTo>
                  <a:cubicBezTo>
                    <a:pt x="988" y="762"/>
                    <a:pt x="988" y="769"/>
                    <a:pt x="988" y="787"/>
                  </a:cubicBezTo>
                  <a:lnTo>
                    <a:pt x="988" y="787"/>
                  </a:lnTo>
                  <a:cubicBezTo>
                    <a:pt x="988" y="741"/>
                    <a:pt x="991" y="695"/>
                    <a:pt x="988" y="646"/>
                  </a:cubicBezTo>
                  <a:lnTo>
                    <a:pt x="974" y="523"/>
                  </a:lnTo>
                  <a:lnTo>
                    <a:pt x="974" y="523"/>
                  </a:lnTo>
                  <a:cubicBezTo>
                    <a:pt x="976" y="547"/>
                    <a:pt x="976" y="559"/>
                    <a:pt x="975" y="559"/>
                  </a:cubicBezTo>
                  <a:cubicBezTo>
                    <a:pt x="974" y="559"/>
                    <a:pt x="970" y="517"/>
                    <a:pt x="961" y="433"/>
                  </a:cubicBezTo>
                  <a:cubicBezTo>
                    <a:pt x="952" y="402"/>
                    <a:pt x="940" y="370"/>
                    <a:pt x="924" y="339"/>
                  </a:cubicBezTo>
                  <a:lnTo>
                    <a:pt x="924" y="339"/>
                  </a:lnTo>
                  <a:cubicBezTo>
                    <a:pt x="913" y="263"/>
                    <a:pt x="890" y="188"/>
                    <a:pt x="855" y="120"/>
                  </a:cubicBezTo>
                  <a:cubicBezTo>
                    <a:pt x="811" y="47"/>
                    <a:pt x="735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7102075" y="1927350"/>
              <a:ext cx="28550" cy="24325"/>
            </a:xfrm>
            <a:custGeom>
              <a:avLst/>
              <a:gdLst/>
              <a:ahLst/>
              <a:cxnLst/>
              <a:rect l="l" t="t" r="r" b="b"/>
              <a:pathLst>
                <a:path w="1142" h="973" extrusionOk="0">
                  <a:moveTo>
                    <a:pt x="574" y="0"/>
                  </a:moveTo>
                  <a:cubicBezTo>
                    <a:pt x="447" y="0"/>
                    <a:pt x="325" y="49"/>
                    <a:pt x="233" y="138"/>
                  </a:cubicBezTo>
                  <a:cubicBezTo>
                    <a:pt x="207" y="164"/>
                    <a:pt x="183" y="191"/>
                    <a:pt x="157" y="221"/>
                  </a:cubicBezTo>
                  <a:cubicBezTo>
                    <a:pt x="94" y="291"/>
                    <a:pt x="50" y="374"/>
                    <a:pt x="27" y="464"/>
                  </a:cubicBezTo>
                  <a:cubicBezTo>
                    <a:pt x="0" y="564"/>
                    <a:pt x="14" y="670"/>
                    <a:pt x="64" y="760"/>
                  </a:cubicBezTo>
                  <a:cubicBezTo>
                    <a:pt x="84" y="787"/>
                    <a:pt x="103" y="813"/>
                    <a:pt x="123" y="840"/>
                  </a:cubicBezTo>
                  <a:cubicBezTo>
                    <a:pt x="170" y="886"/>
                    <a:pt x="227" y="923"/>
                    <a:pt x="293" y="940"/>
                  </a:cubicBezTo>
                  <a:cubicBezTo>
                    <a:pt x="352" y="962"/>
                    <a:pt x="416" y="973"/>
                    <a:pt x="480" y="973"/>
                  </a:cubicBezTo>
                  <a:cubicBezTo>
                    <a:pt x="510" y="973"/>
                    <a:pt x="540" y="970"/>
                    <a:pt x="569" y="966"/>
                  </a:cubicBezTo>
                  <a:cubicBezTo>
                    <a:pt x="652" y="966"/>
                    <a:pt x="739" y="946"/>
                    <a:pt x="812" y="903"/>
                  </a:cubicBezTo>
                  <a:cubicBezTo>
                    <a:pt x="885" y="860"/>
                    <a:pt x="945" y="800"/>
                    <a:pt x="988" y="730"/>
                  </a:cubicBezTo>
                  <a:cubicBezTo>
                    <a:pt x="1141" y="457"/>
                    <a:pt x="1005" y="111"/>
                    <a:pt x="706" y="18"/>
                  </a:cubicBezTo>
                  <a:cubicBezTo>
                    <a:pt x="662" y="6"/>
                    <a:pt x="618" y="0"/>
                    <a:pt x="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7076950" y="1978700"/>
              <a:ext cx="30875" cy="23850"/>
            </a:xfrm>
            <a:custGeom>
              <a:avLst/>
              <a:gdLst/>
              <a:ahLst/>
              <a:cxnLst/>
              <a:rect l="l" t="t" r="r" b="b"/>
              <a:pathLst>
                <a:path w="1235" h="954" extrusionOk="0">
                  <a:moveTo>
                    <a:pt x="408" y="1"/>
                  </a:moveTo>
                  <a:cubicBezTo>
                    <a:pt x="305" y="1"/>
                    <a:pt x="205" y="19"/>
                    <a:pt x="110" y="70"/>
                  </a:cubicBezTo>
                  <a:cubicBezTo>
                    <a:pt x="21" y="120"/>
                    <a:pt x="1" y="216"/>
                    <a:pt x="14" y="310"/>
                  </a:cubicBezTo>
                  <a:cubicBezTo>
                    <a:pt x="41" y="519"/>
                    <a:pt x="227" y="685"/>
                    <a:pt x="383" y="819"/>
                  </a:cubicBezTo>
                  <a:cubicBezTo>
                    <a:pt x="477" y="895"/>
                    <a:pt x="588" y="953"/>
                    <a:pt x="708" y="953"/>
                  </a:cubicBezTo>
                  <a:cubicBezTo>
                    <a:pt x="745" y="953"/>
                    <a:pt x="784" y="948"/>
                    <a:pt x="822" y="935"/>
                  </a:cubicBezTo>
                  <a:cubicBezTo>
                    <a:pt x="932" y="905"/>
                    <a:pt x="1029" y="832"/>
                    <a:pt x="1092" y="732"/>
                  </a:cubicBezTo>
                  <a:cubicBezTo>
                    <a:pt x="1235" y="489"/>
                    <a:pt x="1112" y="140"/>
                    <a:pt x="826" y="67"/>
                  </a:cubicBezTo>
                  <a:lnTo>
                    <a:pt x="826" y="70"/>
                  </a:lnTo>
                  <a:cubicBezTo>
                    <a:pt x="691" y="35"/>
                    <a:pt x="548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7044850" y="1960425"/>
              <a:ext cx="26450" cy="35750"/>
            </a:xfrm>
            <a:custGeom>
              <a:avLst/>
              <a:gdLst/>
              <a:ahLst/>
              <a:cxnLst/>
              <a:rect l="l" t="t" r="r" b="b"/>
              <a:pathLst>
                <a:path w="1058" h="1430" extrusionOk="0">
                  <a:moveTo>
                    <a:pt x="533" y="0"/>
                  </a:moveTo>
                  <a:cubicBezTo>
                    <a:pt x="434" y="0"/>
                    <a:pt x="335" y="58"/>
                    <a:pt x="300" y="172"/>
                  </a:cubicBezTo>
                  <a:cubicBezTo>
                    <a:pt x="230" y="398"/>
                    <a:pt x="160" y="625"/>
                    <a:pt x="90" y="848"/>
                  </a:cubicBezTo>
                  <a:cubicBezTo>
                    <a:pt x="0" y="1134"/>
                    <a:pt x="237" y="1426"/>
                    <a:pt x="526" y="1430"/>
                  </a:cubicBezTo>
                  <a:cubicBezTo>
                    <a:pt x="528" y="1430"/>
                    <a:pt x="529" y="1430"/>
                    <a:pt x="531" y="1430"/>
                  </a:cubicBezTo>
                  <a:cubicBezTo>
                    <a:pt x="818" y="1430"/>
                    <a:pt x="1058" y="1139"/>
                    <a:pt x="972" y="854"/>
                  </a:cubicBezTo>
                  <a:lnTo>
                    <a:pt x="969" y="854"/>
                  </a:lnTo>
                  <a:cubicBezTo>
                    <a:pt x="902" y="628"/>
                    <a:pt x="836" y="402"/>
                    <a:pt x="769" y="176"/>
                  </a:cubicBezTo>
                  <a:cubicBezTo>
                    <a:pt x="734" y="59"/>
                    <a:pt x="634" y="0"/>
                    <a:pt x="5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7091925" y="1939350"/>
              <a:ext cx="6175" cy="6025"/>
            </a:xfrm>
            <a:custGeom>
              <a:avLst/>
              <a:gdLst/>
              <a:ahLst/>
              <a:cxnLst/>
              <a:rect l="l" t="t" r="r" b="b"/>
              <a:pathLst>
                <a:path w="247" h="241" extrusionOk="0">
                  <a:moveTo>
                    <a:pt x="124" y="0"/>
                  </a:moveTo>
                  <a:cubicBezTo>
                    <a:pt x="62" y="0"/>
                    <a:pt x="0" y="40"/>
                    <a:pt x="0" y="120"/>
                  </a:cubicBezTo>
                  <a:cubicBezTo>
                    <a:pt x="0" y="200"/>
                    <a:pt x="61" y="240"/>
                    <a:pt x="122" y="240"/>
                  </a:cubicBezTo>
                  <a:cubicBezTo>
                    <a:pt x="183" y="240"/>
                    <a:pt x="245" y="200"/>
                    <a:pt x="247" y="120"/>
                  </a:cubicBezTo>
                  <a:cubicBezTo>
                    <a:pt x="247" y="40"/>
                    <a:pt x="185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38768723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 header 4">
    <p:spTree>
      <p:nvGrpSpPr>
        <p:cNvPr id="1" name="Shape 5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72" name="Google Shape;5872;p23"/>
          <p:cNvGrpSpPr/>
          <p:nvPr/>
        </p:nvGrpSpPr>
        <p:grpSpPr>
          <a:xfrm rot="7213709">
            <a:off x="8403298" y="346901"/>
            <a:ext cx="2737799" cy="1640960"/>
            <a:chOff x="3911500" y="3122300"/>
            <a:chExt cx="597375" cy="358050"/>
          </a:xfrm>
        </p:grpSpPr>
        <p:sp>
          <p:nvSpPr>
            <p:cNvPr id="5873" name="Google Shape;5873;p23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4" name="Google Shape;5874;p23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5" name="Google Shape;5875;p23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6" name="Google Shape;5876;p23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7" name="Google Shape;5877;p23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8" name="Google Shape;5878;p23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9" name="Google Shape;5879;p23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0" name="Google Shape;5880;p23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1" name="Google Shape;5881;p23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2" name="Google Shape;5882;p23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3" name="Google Shape;5883;p23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4" name="Google Shape;5884;p23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5" name="Google Shape;5885;p23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6" name="Google Shape;5886;p23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7" name="Google Shape;5887;p23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8" name="Google Shape;5888;p23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9" name="Google Shape;5889;p23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0" name="Google Shape;5890;p23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1" name="Google Shape;5891;p23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2" name="Google Shape;5892;p23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3" name="Google Shape;5893;p23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4" name="Google Shape;5894;p23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5" name="Google Shape;5895;p23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6" name="Google Shape;5896;p23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7" name="Google Shape;5897;p23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8" name="Google Shape;5898;p23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9" name="Google Shape;5899;p23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0" name="Google Shape;5900;p23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1" name="Google Shape;5901;p23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2" name="Google Shape;5902;p23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3" name="Google Shape;5903;p23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04" name="Google Shape;5904;p23"/>
          <p:cNvSpPr txBox="1">
            <a:spLocks noGrp="1"/>
          </p:cNvSpPr>
          <p:nvPr>
            <p:ph type="title"/>
          </p:nvPr>
        </p:nvSpPr>
        <p:spPr>
          <a:xfrm>
            <a:off x="953467" y="1637800"/>
            <a:ext cx="7253200" cy="12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4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905" name="Google Shape;5905;p23"/>
          <p:cNvSpPr txBox="1">
            <a:spLocks noGrp="1"/>
          </p:cNvSpPr>
          <p:nvPr>
            <p:ph type="title" idx="2" hasCustomPrompt="1"/>
          </p:nvPr>
        </p:nvSpPr>
        <p:spPr>
          <a:xfrm>
            <a:off x="953467" y="685800"/>
            <a:ext cx="1762400" cy="95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5906" name="Google Shape;5906;p23"/>
          <p:cNvSpPr txBox="1">
            <a:spLocks noGrp="1"/>
          </p:cNvSpPr>
          <p:nvPr>
            <p:ph type="subTitle" idx="1"/>
          </p:nvPr>
        </p:nvSpPr>
        <p:spPr>
          <a:xfrm>
            <a:off x="1283067" y="3130960"/>
            <a:ext cx="5805200" cy="5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5907" name="Google Shape;5907;p23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5908" name="Google Shape;5908;p2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9" name="Google Shape;5909;p2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0" name="Google Shape;5910;p2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1" name="Google Shape;5911;p2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2" name="Google Shape;5912;p2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3" name="Google Shape;5913;p2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4" name="Google Shape;5914;p2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5" name="Google Shape;5915;p2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6" name="Google Shape;5916;p2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7" name="Google Shape;5917;p2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8" name="Google Shape;5918;p2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9" name="Google Shape;5919;p2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0" name="Google Shape;5920;p2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1" name="Google Shape;5921;p2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2" name="Google Shape;5922;p2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3" name="Google Shape;5923;p2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4" name="Google Shape;5924;p2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5" name="Google Shape;5925;p2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6" name="Google Shape;5926;p2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7" name="Google Shape;5927;p2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8" name="Google Shape;5928;p2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9" name="Google Shape;5929;p2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0" name="Google Shape;5930;p2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1" name="Google Shape;5931;p2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2" name="Google Shape;5932;p2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3" name="Google Shape;5933;p2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4" name="Google Shape;5934;p2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5" name="Google Shape;5935;p2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6" name="Google Shape;5936;p2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7" name="Google Shape;5937;p2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8" name="Google Shape;5938;p2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9" name="Google Shape;5939;p2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0" name="Google Shape;5940;p2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1" name="Google Shape;5941;p2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2" name="Google Shape;5942;p2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3" name="Google Shape;5943;p2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4" name="Google Shape;5944;p2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5" name="Google Shape;5945;p2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6" name="Google Shape;5946;p2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7" name="Google Shape;5947;p2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8" name="Google Shape;5948;p2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9" name="Google Shape;5949;p2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0" name="Google Shape;5950;p2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1" name="Google Shape;5951;p2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2" name="Google Shape;5952;p2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3" name="Google Shape;5953;p2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4" name="Google Shape;5954;p2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5" name="Google Shape;5955;p2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6" name="Google Shape;5956;p2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7" name="Google Shape;5957;p2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8" name="Google Shape;5958;p2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9" name="Google Shape;5959;p2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0" name="Google Shape;5960;p2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1" name="Google Shape;5961;p2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2" name="Google Shape;5962;p2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3" name="Google Shape;5963;p2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4" name="Google Shape;5964;p2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5" name="Google Shape;5965;p2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6" name="Google Shape;5966;p2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7" name="Google Shape;5967;p2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8" name="Google Shape;5968;p2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9" name="Google Shape;5969;p2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0" name="Google Shape;5970;p2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1" name="Google Shape;5971;p2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2" name="Google Shape;5972;p2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3" name="Google Shape;5973;p2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4" name="Google Shape;5974;p2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5" name="Google Shape;5975;p2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6" name="Google Shape;5976;p2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7" name="Google Shape;5977;p2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8" name="Google Shape;5978;p2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9" name="Google Shape;5979;p2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0" name="Google Shape;5980;p2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1" name="Google Shape;5981;p2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2" name="Google Shape;5982;p2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3" name="Google Shape;5983;p2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4" name="Google Shape;5984;p2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5" name="Google Shape;5985;p2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6" name="Google Shape;5986;p2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7" name="Google Shape;5987;p2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8" name="Google Shape;5988;p2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9" name="Google Shape;5989;p2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0" name="Google Shape;5990;p2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1" name="Google Shape;5991;p2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2" name="Google Shape;5992;p2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3" name="Google Shape;5993;p2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4" name="Google Shape;5994;p2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5" name="Google Shape;5995;p2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6" name="Google Shape;5996;p2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7" name="Google Shape;5997;p2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8" name="Google Shape;5998;p2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9" name="Google Shape;5999;p2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0" name="Google Shape;6000;p2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1" name="Google Shape;6001;p2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2" name="Google Shape;6002;p2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3" name="Google Shape;6003;p2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4" name="Google Shape;6004;p2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5" name="Google Shape;6005;p2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6" name="Google Shape;6006;p2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7" name="Google Shape;6007;p2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8" name="Google Shape;6008;p2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2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2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2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2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3" name="Google Shape;6013;p2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4" name="Google Shape;6014;p2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5" name="Google Shape;6015;p2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6" name="Google Shape;6016;p2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7" name="Google Shape;6017;p2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8" name="Google Shape;6018;p2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9" name="Google Shape;6019;p2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0" name="Google Shape;6020;p2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1" name="Google Shape;6021;p2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2" name="Google Shape;6022;p2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3" name="Google Shape;6023;p2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4" name="Google Shape;6024;p2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5" name="Google Shape;6025;p2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6" name="Google Shape;6026;p2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7" name="Google Shape;6027;p2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8" name="Google Shape;6028;p2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9" name="Google Shape;6029;p2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0" name="Google Shape;6030;p2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1" name="Google Shape;6031;p2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2" name="Google Shape;6032;p2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3" name="Google Shape;6033;p2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4" name="Google Shape;6034;p2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5" name="Google Shape;6035;p2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6" name="Google Shape;6036;p2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7" name="Google Shape;6037;p2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8" name="Google Shape;6038;p2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9" name="Google Shape;6039;p2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0" name="Google Shape;6040;p2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1" name="Google Shape;6041;p2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2" name="Google Shape;6042;p2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3" name="Google Shape;6043;p2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044" name="Google Shape;6044;p23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6045" name="Google Shape;6045;p2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6" name="Google Shape;6046;p2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7" name="Google Shape;6047;p2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8" name="Google Shape;6048;p2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9" name="Google Shape;6049;p2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0" name="Google Shape;6050;p2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1" name="Google Shape;6051;p2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2" name="Google Shape;6052;p2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3" name="Google Shape;6053;p2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4" name="Google Shape;6054;p2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5" name="Google Shape;6055;p2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6" name="Google Shape;6056;p2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7" name="Google Shape;6057;p2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8" name="Google Shape;6058;p2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9" name="Google Shape;6059;p2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0" name="Google Shape;6060;p2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1" name="Google Shape;6061;p2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2" name="Google Shape;6062;p2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3" name="Google Shape;6063;p2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4" name="Google Shape;6064;p2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5" name="Google Shape;6065;p2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6" name="Google Shape;6066;p2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7" name="Google Shape;6067;p2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8" name="Google Shape;6068;p2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9" name="Google Shape;6069;p2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0" name="Google Shape;6070;p2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1" name="Google Shape;6071;p2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2" name="Google Shape;6072;p2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3" name="Google Shape;6073;p2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4" name="Google Shape;6074;p2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5" name="Google Shape;6075;p2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6" name="Google Shape;6076;p2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7" name="Google Shape;6077;p2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8" name="Google Shape;6078;p2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9" name="Google Shape;6079;p2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0" name="Google Shape;6080;p2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1" name="Google Shape;6081;p2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2" name="Google Shape;6082;p2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3" name="Google Shape;6083;p2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4" name="Google Shape;6084;p2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2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6" name="Google Shape;6086;p2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7" name="Google Shape;6087;p2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8" name="Google Shape;6088;p2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9" name="Google Shape;6089;p2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0" name="Google Shape;6090;p2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1" name="Google Shape;6091;p2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2" name="Google Shape;6092;p2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3" name="Google Shape;6093;p2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4" name="Google Shape;6094;p2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5" name="Google Shape;6095;p2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6" name="Google Shape;6096;p2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7" name="Google Shape;6097;p2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8" name="Google Shape;6098;p2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9" name="Google Shape;6099;p2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0" name="Google Shape;6100;p2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1" name="Google Shape;6101;p2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2" name="Google Shape;6102;p2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3" name="Google Shape;6103;p2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4" name="Google Shape;6104;p2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5" name="Google Shape;6105;p2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6" name="Google Shape;6106;p2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7" name="Google Shape;6107;p2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8" name="Google Shape;6108;p2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9" name="Google Shape;6109;p2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0" name="Google Shape;6110;p2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1" name="Google Shape;6111;p2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2" name="Google Shape;6112;p2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3" name="Google Shape;6113;p2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4" name="Google Shape;6114;p2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5" name="Google Shape;6115;p2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6" name="Google Shape;6116;p2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7" name="Google Shape;6117;p2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8" name="Google Shape;6118;p2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9" name="Google Shape;6119;p2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0" name="Google Shape;6120;p2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1" name="Google Shape;6121;p2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2" name="Google Shape;6122;p2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3" name="Google Shape;6123;p2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4" name="Google Shape;6124;p2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5" name="Google Shape;6125;p2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6" name="Google Shape;6126;p2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7" name="Google Shape;6127;p2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8" name="Google Shape;6128;p2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9" name="Google Shape;6129;p2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0" name="Google Shape;6130;p2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1" name="Google Shape;6131;p2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2" name="Google Shape;6132;p2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3" name="Google Shape;6133;p2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4" name="Google Shape;6134;p2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5" name="Google Shape;6135;p2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6" name="Google Shape;6136;p2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7" name="Google Shape;6137;p2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8" name="Google Shape;6138;p2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9" name="Google Shape;6139;p2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0" name="Google Shape;6140;p2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1" name="Google Shape;6141;p2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2" name="Google Shape;6142;p2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3" name="Google Shape;6143;p2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4" name="Google Shape;6144;p2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5" name="Google Shape;6145;p2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6" name="Google Shape;6146;p2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7" name="Google Shape;6147;p2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8" name="Google Shape;6148;p2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9" name="Google Shape;6149;p2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0" name="Google Shape;6150;p2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1" name="Google Shape;6151;p2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2" name="Google Shape;6152;p2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3" name="Google Shape;6153;p2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4" name="Google Shape;6154;p2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5" name="Google Shape;6155;p2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6" name="Google Shape;6156;p2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7" name="Google Shape;6157;p2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8" name="Google Shape;6158;p2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9" name="Google Shape;6159;p2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0" name="Google Shape;6160;p2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1" name="Google Shape;6161;p2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2" name="Google Shape;6162;p2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3" name="Google Shape;6163;p2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4" name="Google Shape;6164;p2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5" name="Google Shape;6165;p2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6" name="Google Shape;6166;p2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7" name="Google Shape;6167;p2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8" name="Google Shape;6168;p2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9" name="Google Shape;6169;p2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0" name="Google Shape;6170;p2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1" name="Google Shape;6171;p2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2" name="Google Shape;6172;p2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3" name="Google Shape;6173;p2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4" name="Google Shape;6174;p2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5" name="Google Shape;6175;p2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6" name="Google Shape;6176;p2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7" name="Google Shape;6177;p2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8" name="Google Shape;6178;p2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9" name="Google Shape;6179;p2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0" name="Google Shape;6180;p2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6106511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Section header 5">
    <p:spTree>
      <p:nvGrpSpPr>
        <p:cNvPr id="1" name="Shape 6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2" name="Google Shape;6182;p24"/>
          <p:cNvSpPr txBox="1">
            <a:spLocks noGrp="1"/>
          </p:cNvSpPr>
          <p:nvPr>
            <p:ph type="title"/>
          </p:nvPr>
        </p:nvSpPr>
        <p:spPr>
          <a:xfrm>
            <a:off x="2469400" y="2862496"/>
            <a:ext cx="7253200" cy="123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4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183" name="Google Shape;6183;p24"/>
          <p:cNvSpPr txBox="1">
            <a:spLocks noGrp="1"/>
          </p:cNvSpPr>
          <p:nvPr>
            <p:ph type="title" idx="2" hasCustomPrompt="1"/>
          </p:nvPr>
        </p:nvSpPr>
        <p:spPr>
          <a:xfrm>
            <a:off x="2469400" y="1989699"/>
            <a:ext cx="1762400" cy="87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184" name="Google Shape;6184;p24"/>
          <p:cNvSpPr txBox="1">
            <a:spLocks noGrp="1"/>
          </p:cNvSpPr>
          <p:nvPr>
            <p:ph type="subTitle" idx="1"/>
          </p:nvPr>
        </p:nvSpPr>
        <p:spPr>
          <a:xfrm>
            <a:off x="2799000" y="4379300"/>
            <a:ext cx="5805200" cy="5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185" name="Google Shape;6185;p24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6186" name="Google Shape;6186;p2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7" name="Google Shape;6187;p2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8" name="Google Shape;6188;p2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9" name="Google Shape;6189;p2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0" name="Google Shape;6190;p2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1" name="Google Shape;6191;p2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2" name="Google Shape;6192;p2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3" name="Google Shape;6193;p2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4" name="Google Shape;6194;p2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5" name="Google Shape;6195;p2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6" name="Google Shape;6196;p2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7" name="Google Shape;6197;p2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8" name="Google Shape;6198;p2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9" name="Google Shape;6199;p2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0" name="Google Shape;6200;p2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1" name="Google Shape;6201;p2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2" name="Google Shape;6202;p2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3" name="Google Shape;6203;p2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4" name="Google Shape;6204;p2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5" name="Google Shape;6205;p2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6" name="Google Shape;6206;p2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7" name="Google Shape;6207;p2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8" name="Google Shape;6208;p2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9" name="Google Shape;6209;p2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0" name="Google Shape;6210;p2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1" name="Google Shape;6211;p2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2" name="Google Shape;6212;p2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3" name="Google Shape;6213;p2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4" name="Google Shape;6214;p2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5" name="Google Shape;6215;p2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6" name="Google Shape;6216;p2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7" name="Google Shape;6217;p2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8" name="Google Shape;6218;p2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9" name="Google Shape;6219;p2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0" name="Google Shape;6220;p2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1" name="Google Shape;6221;p2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2" name="Google Shape;6222;p2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3" name="Google Shape;6223;p2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4" name="Google Shape;6224;p2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5" name="Google Shape;6225;p2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6" name="Google Shape;6226;p2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7" name="Google Shape;6227;p2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8" name="Google Shape;6228;p2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9" name="Google Shape;6229;p2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0" name="Google Shape;6230;p2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1" name="Google Shape;6231;p2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2" name="Google Shape;6232;p2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3" name="Google Shape;6233;p2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4" name="Google Shape;6234;p2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5" name="Google Shape;6235;p2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6" name="Google Shape;6236;p2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7" name="Google Shape;6237;p2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8" name="Google Shape;6238;p2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9" name="Google Shape;6239;p2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0" name="Google Shape;6240;p2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1" name="Google Shape;6241;p2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2" name="Google Shape;6242;p2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3" name="Google Shape;6243;p2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4" name="Google Shape;6244;p2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5" name="Google Shape;6245;p2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6" name="Google Shape;6246;p2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7" name="Google Shape;6247;p2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8" name="Google Shape;6248;p2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9" name="Google Shape;6249;p2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0" name="Google Shape;6250;p2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1" name="Google Shape;6251;p2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2" name="Google Shape;6252;p2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3" name="Google Shape;6253;p2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4" name="Google Shape;6254;p2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5" name="Google Shape;6255;p2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6" name="Google Shape;6256;p2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7" name="Google Shape;6257;p2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8" name="Google Shape;6258;p2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9" name="Google Shape;6259;p2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0" name="Google Shape;6260;p2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1" name="Google Shape;6261;p2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2" name="Google Shape;6262;p2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3" name="Google Shape;6263;p2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4" name="Google Shape;6264;p2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5" name="Google Shape;6265;p2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6" name="Google Shape;6266;p2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7" name="Google Shape;6267;p2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8" name="Google Shape;6268;p2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9" name="Google Shape;6269;p2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0" name="Google Shape;6270;p2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1" name="Google Shape;6271;p2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2" name="Google Shape;6272;p2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3" name="Google Shape;6273;p2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4" name="Google Shape;6274;p2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5" name="Google Shape;6275;p2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6" name="Google Shape;6276;p2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7" name="Google Shape;6277;p2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8" name="Google Shape;6278;p2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9" name="Google Shape;6279;p2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0" name="Google Shape;6280;p2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1" name="Google Shape;6281;p2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2" name="Google Shape;6282;p2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3" name="Google Shape;6283;p2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4" name="Google Shape;6284;p2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5" name="Google Shape;6285;p2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6" name="Google Shape;6286;p2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7" name="Google Shape;6287;p2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8" name="Google Shape;6288;p2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9" name="Google Shape;6289;p2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0" name="Google Shape;6290;p2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1" name="Google Shape;6291;p2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2" name="Google Shape;6292;p2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3" name="Google Shape;6293;p2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4" name="Google Shape;6294;p2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5" name="Google Shape;6295;p2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6" name="Google Shape;6296;p2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7" name="Google Shape;6297;p2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8" name="Google Shape;6298;p2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9" name="Google Shape;6299;p2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0" name="Google Shape;6300;p2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1" name="Google Shape;6301;p2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2" name="Google Shape;6302;p2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3" name="Google Shape;6303;p2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4" name="Google Shape;6304;p2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5" name="Google Shape;6305;p2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6" name="Google Shape;6306;p2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7" name="Google Shape;6307;p2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8" name="Google Shape;6308;p2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9" name="Google Shape;6309;p2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0" name="Google Shape;6310;p2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1" name="Google Shape;6311;p2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2" name="Google Shape;6312;p2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3" name="Google Shape;6313;p2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4" name="Google Shape;6314;p2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5" name="Google Shape;6315;p2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6" name="Google Shape;6316;p2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7" name="Google Shape;6317;p2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8" name="Google Shape;6318;p2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9" name="Google Shape;6319;p2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0" name="Google Shape;6320;p2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1" name="Google Shape;6321;p2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22" name="Google Shape;6322;p24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6323" name="Google Shape;6323;p2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4" name="Google Shape;6324;p2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5" name="Google Shape;6325;p2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6" name="Google Shape;6326;p2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7" name="Google Shape;6327;p2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8" name="Google Shape;6328;p2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9" name="Google Shape;6329;p2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0" name="Google Shape;6330;p2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1" name="Google Shape;6331;p2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2" name="Google Shape;6332;p2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3" name="Google Shape;6333;p2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4" name="Google Shape;6334;p2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5" name="Google Shape;6335;p2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6" name="Google Shape;6336;p2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7" name="Google Shape;6337;p2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8" name="Google Shape;6338;p2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9" name="Google Shape;6339;p2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0" name="Google Shape;6340;p2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1" name="Google Shape;6341;p2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2" name="Google Shape;6342;p2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3" name="Google Shape;6343;p2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4" name="Google Shape;6344;p2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5" name="Google Shape;6345;p2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6" name="Google Shape;6346;p2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7" name="Google Shape;6347;p2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8" name="Google Shape;6348;p2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9" name="Google Shape;6349;p2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0" name="Google Shape;6350;p2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1" name="Google Shape;6351;p2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2" name="Google Shape;6352;p2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3" name="Google Shape;6353;p2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4" name="Google Shape;6354;p2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5" name="Google Shape;6355;p2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6" name="Google Shape;6356;p2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7" name="Google Shape;6357;p2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8" name="Google Shape;6358;p2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9" name="Google Shape;6359;p2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0" name="Google Shape;6360;p2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1" name="Google Shape;6361;p2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2" name="Google Shape;6362;p2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3" name="Google Shape;6363;p2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4" name="Google Shape;6364;p2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5" name="Google Shape;6365;p2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6" name="Google Shape;6366;p2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7" name="Google Shape;6367;p2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8" name="Google Shape;6368;p2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9" name="Google Shape;6369;p2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0" name="Google Shape;6370;p2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1" name="Google Shape;6371;p2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2" name="Google Shape;6372;p2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3" name="Google Shape;6373;p2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4" name="Google Shape;6374;p2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5" name="Google Shape;6375;p2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6" name="Google Shape;6376;p2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7" name="Google Shape;6377;p2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8" name="Google Shape;6378;p2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9" name="Google Shape;6379;p2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0" name="Google Shape;6380;p2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1" name="Google Shape;6381;p2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2" name="Google Shape;6382;p2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3" name="Google Shape;6383;p2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4" name="Google Shape;6384;p2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5" name="Google Shape;6385;p2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6" name="Google Shape;6386;p2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7" name="Google Shape;6387;p2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8" name="Google Shape;6388;p2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9" name="Google Shape;6389;p2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0" name="Google Shape;6390;p2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1" name="Google Shape;6391;p2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2" name="Google Shape;6392;p2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3" name="Google Shape;6393;p2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4" name="Google Shape;6394;p2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5" name="Google Shape;6395;p2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6" name="Google Shape;6396;p2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7" name="Google Shape;6397;p2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8" name="Google Shape;6398;p2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9" name="Google Shape;6399;p2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0" name="Google Shape;6400;p2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1" name="Google Shape;6401;p2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2" name="Google Shape;6402;p2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3" name="Google Shape;6403;p2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4" name="Google Shape;6404;p2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5" name="Google Shape;6405;p2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6" name="Google Shape;6406;p2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7" name="Google Shape;6407;p2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8" name="Google Shape;6408;p2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9" name="Google Shape;6409;p2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0" name="Google Shape;6410;p2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1" name="Google Shape;6411;p2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2" name="Google Shape;6412;p2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3" name="Google Shape;6413;p2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4" name="Google Shape;6414;p2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5" name="Google Shape;6415;p2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6" name="Google Shape;6416;p2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7" name="Google Shape;6417;p2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8" name="Google Shape;6418;p2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9" name="Google Shape;6419;p2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0" name="Google Shape;6420;p2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1" name="Google Shape;6421;p2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2" name="Google Shape;6422;p2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3" name="Google Shape;6423;p2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4" name="Google Shape;6424;p2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5" name="Google Shape;6425;p2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6" name="Google Shape;6426;p2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7" name="Google Shape;6427;p2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8" name="Google Shape;6428;p2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9" name="Google Shape;6429;p2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0" name="Google Shape;6430;p2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1" name="Google Shape;6431;p2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2" name="Google Shape;6432;p2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3" name="Google Shape;6433;p2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4" name="Google Shape;6434;p2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5" name="Google Shape;6435;p2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6" name="Google Shape;6436;p2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7" name="Google Shape;6437;p2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8" name="Google Shape;6438;p2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9" name="Google Shape;6439;p2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0" name="Google Shape;6440;p2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1" name="Google Shape;6441;p2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2" name="Google Shape;6442;p2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3" name="Google Shape;6443;p2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4" name="Google Shape;6444;p2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5" name="Google Shape;6445;p2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6" name="Google Shape;6446;p2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7" name="Google Shape;6447;p2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8" name="Google Shape;6448;p2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9" name="Google Shape;6449;p2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0" name="Google Shape;6450;p2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1" name="Google Shape;6451;p2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2" name="Google Shape;6452;p2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3" name="Google Shape;6453;p2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4" name="Google Shape;6454;p2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5" name="Google Shape;6455;p2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6" name="Google Shape;6456;p2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7" name="Google Shape;6457;p2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8" name="Google Shape;6458;p2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459" name="Google Shape;6459;p24"/>
          <p:cNvGrpSpPr/>
          <p:nvPr/>
        </p:nvGrpSpPr>
        <p:grpSpPr>
          <a:xfrm rot="5400000">
            <a:off x="1920559" y="5193899"/>
            <a:ext cx="2042571" cy="3457796"/>
            <a:chOff x="6699775" y="1851925"/>
            <a:chExt cx="697250" cy="1180350"/>
          </a:xfrm>
        </p:grpSpPr>
        <p:sp>
          <p:nvSpPr>
            <p:cNvPr id="6460" name="Google Shape;6460;p24"/>
            <p:cNvSpPr/>
            <p:nvPr/>
          </p:nvSpPr>
          <p:spPr>
            <a:xfrm>
              <a:off x="7058750" y="2146825"/>
              <a:ext cx="338275" cy="448000"/>
            </a:xfrm>
            <a:custGeom>
              <a:avLst/>
              <a:gdLst/>
              <a:ahLst/>
              <a:cxnLst/>
              <a:rect l="l" t="t" r="r" b="b"/>
              <a:pathLst>
                <a:path w="13531" h="17920" extrusionOk="0">
                  <a:moveTo>
                    <a:pt x="6705" y="1"/>
                  </a:moveTo>
                  <a:cubicBezTo>
                    <a:pt x="6038" y="1"/>
                    <a:pt x="5353" y="141"/>
                    <a:pt x="4674" y="445"/>
                  </a:cubicBezTo>
                  <a:cubicBezTo>
                    <a:pt x="3400" y="1014"/>
                    <a:pt x="2476" y="1973"/>
                    <a:pt x="1885" y="3129"/>
                  </a:cubicBezTo>
                  <a:lnTo>
                    <a:pt x="1885" y="3129"/>
                  </a:lnTo>
                  <a:cubicBezTo>
                    <a:pt x="1533" y="3558"/>
                    <a:pt x="1237" y="4038"/>
                    <a:pt x="1008" y="4553"/>
                  </a:cubicBezTo>
                  <a:cubicBezTo>
                    <a:pt x="0" y="6832"/>
                    <a:pt x="120" y="9554"/>
                    <a:pt x="659" y="11942"/>
                  </a:cubicBezTo>
                  <a:cubicBezTo>
                    <a:pt x="1204" y="14364"/>
                    <a:pt x="2459" y="16813"/>
                    <a:pt x="4950" y="17661"/>
                  </a:cubicBezTo>
                  <a:cubicBezTo>
                    <a:pt x="5471" y="17838"/>
                    <a:pt x="5987" y="17920"/>
                    <a:pt x="6489" y="17920"/>
                  </a:cubicBezTo>
                  <a:cubicBezTo>
                    <a:pt x="8300" y="17920"/>
                    <a:pt x="9939" y="16855"/>
                    <a:pt x="11012" y="15306"/>
                  </a:cubicBezTo>
                  <a:cubicBezTo>
                    <a:pt x="13384" y="11869"/>
                    <a:pt x="13531" y="5941"/>
                    <a:pt x="11125" y="2484"/>
                  </a:cubicBezTo>
                  <a:cubicBezTo>
                    <a:pt x="10058" y="953"/>
                    <a:pt x="8441" y="1"/>
                    <a:pt x="6705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1" name="Google Shape;6461;p24"/>
            <p:cNvSpPr/>
            <p:nvPr/>
          </p:nvSpPr>
          <p:spPr>
            <a:xfrm>
              <a:off x="6740200" y="2466975"/>
              <a:ext cx="422700" cy="565300"/>
            </a:xfrm>
            <a:custGeom>
              <a:avLst/>
              <a:gdLst/>
              <a:ahLst/>
              <a:cxnLst/>
              <a:rect l="l" t="t" r="r" b="b"/>
              <a:pathLst>
                <a:path w="16908" h="22612" extrusionOk="0">
                  <a:moveTo>
                    <a:pt x="16593" y="0"/>
                  </a:moveTo>
                  <a:cubicBezTo>
                    <a:pt x="16590" y="0"/>
                    <a:pt x="16588" y="1"/>
                    <a:pt x="16585" y="1"/>
                  </a:cubicBezTo>
                  <a:lnTo>
                    <a:pt x="16585" y="5"/>
                  </a:lnTo>
                  <a:cubicBezTo>
                    <a:pt x="14658" y="301"/>
                    <a:pt x="12935" y="1575"/>
                    <a:pt x="11398" y="2703"/>
                  </a:cubicBezTo>
                  <a:cubicBezTo>
                    <a:pt x="8387" y="4915"/>
                    <a:pt x="5786" y="7633"/>
                    <a:pt x="3706" y="10737"/>
                  </a:cubicBezTo>
                  <a:cubicBezTo>
                    <a:pt x="2638" y="12327"/>
                    <a:pt x="1647" y="14034"/>
                    <a:pt x="958" y="15827"/>
                  </a:cubicBezTo>
                  <a:cubicBezTo>
                    <a:pt x="293" y="17547"/>
                    <a:pt x="0" y="19603"/>
                    <a:pt x="1171" y="21177"/>
                  </a:cubicBezTo>
                  <a:cubicBezTo>
                    <a:pt x="1640" y="21809"/>
                    <a:pt x="2306" y="22331"/>
                    <a:pt x="3077" y="22531"/>
                  </a:cubicBezTo>
                  <a:cubicBezTo>
                    <a:pt x="3290" y="22585"/>
                    <a:pt x="3502" y="22611"/>
                    <a:pt x="3711" y="22611"/>
                  </a:cubicBezTo>
                  <a:cubicBezTo>
                    <a:pt x="4296" y="22611"/>
                    <a:pt x="4863" y="22411"/>
                    <a:pt x="5370" y="22075"/>
                  </a:cubicBezTo>
                  <a:cubicBezTo>
                    <a:pt x="6135" y="21569"/>
                    <a:pt x="6800" y="20884"/>
                    <a:pt x="7449" y="20239"/>
                  </a:cubicBezTo>
                  <a:cubicBezTo>
                    <a:pt x="8118" y="19570"/>
                    <a:pt x="8760" y="18875"/>
                    <a:pt x="9375" y="18153"/>
                  </a:cubicBezTo>
                  <a:cubicBezTo>
                    <a:pt x="10600" y="16712"/>
                    <a:pt x="11701" y="15169"/>
                    <a:pt x="12666" y="13542"/>
                  </a:cubicBezTo>
                  <a:cubicBezTo>
                    <a:pt x="14582" y="10315"/>
                    <a:pt x="16066" y="6695"/>
                    <a:pt x="16741" y="2995"/>
                  </a:cubicBezTo>
                  <a:cubicBezTo>
                    <a:pt x="16824" y="2543"/>
                    <a:pt x="16877" y="2087"/>
                    <a:pt x="16904" y="1628"/>
                  </a:cubicBezTo>
                  <a:cubicBezTo>
                    <a:pt x="16908" y="1567"/>
                    <a:pt x="16857" y="1533"/>
                    <a:pt x="16806" y="1533"/>
                  </a:cubicBezTo>
                  <a:cubicBezTo>
                    <a:pt x="16765" y="1533"/>
                    <a:pt x="16724" y="1554"/>
                    <a:pt x="16711" y="1601"/>
                  </a:cubicBezTo>
                  <a:cubicBezTo>
                    <a:pt x="16222" y="3335"/>
                    <a:pt x="15886" y="5098"/>
                    <a:pt x="15307" y="6811"/>
                  </a:cubicBezTo>
                  <a:cubicBezTo>
                    <a:pt x="14722" y="8535"/>
                    <a:pt x="14003" y="10211"/>
                    <a:pt x="13155" y="11825"/>
                  </a:cubicBezTo>
                  <a:cubicBezTo>
                    <a:pt x="11494" y="14999"/>
                    <a:pt x="9349" y="17940"/>
                    <a:pt x="6790" y="20445"/>
                  </a:cubicBezTo>
                  <a:cubicBezTo>
                    <a:pt x="6135" y="21087"/>
                    <a:pt x="5443" y="21829"/>
                    <a:pt x="4571" y="22172"/>
                  </a:cubicBezTo>
                  <a:cubicBezTo>
                    <a:pt x="4295" y="22279"/>
                    <a:pt x="4012" y="22329"/>
                    <a:pt x="3732" y="22329"/>
                  </a:cubicBezTo>
                  <a:cubicBezTo>
                    <a:pt x="3188" y="22329"/>
                    <a:pt x="2651" y="22141"/>
                    <a:pt x="2186" y="21816"/>
                  </a:cubicBezTo>
                  <a:cubicBezTo>
                    <a:pt x="492" y="20631"/>
                    <a:pt x="366" y="18492"/>
                    <a:pt x="918" y="16666"/>
                  </a:cubicBezTo>
                  <a:cubicBezTo>
                    <a:pt x="1461" y="14876"/>
                    <a:pt x="2439" y="13179"/>
                    <a:pt x="3433" y="11605"/>
                  </a:cubicBezTo>
                  <a:cubicBezTo>
                    <a:pt x="5466" y="8398"/>
                    <a:pt x="8044" y="5570"/>
                    <a:pt x="11055" y="3255"/>
                  </a:cubicBezTo>
                  <a:cubicBezTo>
                    <a:pt x="11864" y="2633"/>
                    <a:pt x="12705" y="2051"/>
                    <a:pt x="13574" y="1508"/>
                  </a:cubicBezTo>
                  <a:cubicBezTo>
                    <a:pt x="14525" y="919"/>
                    <a:pt x="15503" y="334"/>
                    <a:pt x="16608" y="94"/>
                  </a:cubicBezTo>
                  <a:cubicBezTo>
                    <a:pt x="16665" y="82"/>
                    <a:pt x="16644" y="0"/>
                    <a:pt x="1659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2" name="Google Shape;6462;p24"/>
            <p:cNvSpPr/>
            <p:nvPr/>
          </p:nvSpPr>
          <p:spPr>
            <a:xfrm>
              <a:off x="6699775" y="2329000"/>
              <a:ext cx="431150" cy="208625"/>
            </a:xfrm>
            <a:custGeom>
              <a:avLst/>
              <a:gdLst/>
              <a:ahLst/>
              <a:cxnLst/>
              <a:rect l="l" t="t" r="r" b="b"/>
              <a:pathLst>
                <a:path w="17246" h="8345" extrusionOk="0">
                  <a:moveTo>
                    <a:pt x="7358" y="0"/>
                  </a:moveTo>
                  <a:cubicBezTo>
                    <a:pt x="5172" y="0"/>
                    <a:pt x="2879" y="511"/>
                    <a:pt x="1314" y="2114"/>
                  </a:cubicBezTo>
                  <a:cubicBezTo>
                    <a:pt x="556" y="2889"/>
                    <a:pt x="0" y="3967"/>
                    <a:pt x="43" y="5071"/>
                  </a:cubicBezTo>
                  <a:cubicBezTo>
                    <a:pt x="87" y="6142"/>
                    <a:pt x="735" y="7044"/>
                    <a:pt x="1627" y="7593"/>
                  </a:cubicBezTo>
                  <a:cubicBezTo>
                    <a:pt x="2625" y="8210"/>
                    <a:pt x="3823" y="8344"/>
                    <a:pt x="4977" y="8344"/>
                  </a:cubicBezTo>
                  <a:cubicBezTo>
                    <a:pt x="5081" y="8344"/>
                    <a:pt x="5184" y="8343"/>
                    <a:pt x="5287" y="8341"/>
                  </a:cubicBezTo>
                  <a:cubicBezTo>
                    <a:pt x="6544" y="8315"/>
                    <a:pt x="7795" y="8152"/>
                    <a:pt x="9019" y="7852"/>
                  </a:cubicBezTo>
                  <a:cubicBezTo>
                    <a:pt x="11731" y="7197"/>
                    <a:pt x="14369" y="5916"/>
                    <a:pt x="16405" y="3990"/>
                  </a:cubicBezTo>
                  <a:cubicBezTo>
                    <a:pt x="16440" y="3957"/>
                    <a:pt x="16409" y="3896"/>
                    <a:pt x="16370" y="3896"/>
                  </a:cubicBezTo>
                  <a:cubicBezTo>
                    <a:pt x="16361" y="3896"/>
                    <a:pt x="16351" y="3899"/>
                    <a:pt x="16342" y="3907"/>
                  </a:cubicBezTo>
                  <a:lnTo>
                    <a:pt x="16342" y="3903"/>
                  </a:lnTo>
                  <a:cubicBezTo>
                    <a:pt x="14466" y="5334"/>
                    <a:pt x="12406" y="6495"/>
                    <a:pt x="10147" y="7194"/>
                  </a:cubicBezTo>
                  <a:cubicBezTo>
                    <a:pt x="9009" y="7546"/>
                    <a:pt x="7842" y="7783"/>
                    <a:pt x="6661" y="7899"/>
                  </a:cubicBezTo>
                  <a:cubicBezTo>
                    <a:pt x="6100" y="7953"/>
                    <a:pt x="5523" y="7996"/>
                    <a:pt x="4947" y="7996"/>
                  </a:cubicBezTo>
                  <a:cubicBezTo>
                    <a:pt x="4280" y="7996"/>
                    <a:pt x="3615" y="7938"/>
                    <a:pt x="2978" y="7773"/>
                  </a:cubicBezTo>
                  <a:cubicBezTo>
                    <a:pt x="1920" y="7496"/>
                    <a:pt x="865" y="6814"/>
                    <a:pt x="519" y="5727"/>
                  </a:cubicBezTo>
                  <a:cubicBezTo>
                    <a:pt x="170" y="4635"/>
                    <a:pt x="639" y="3438"/>
                    <a:pt x="1351" y="2596"/>
                  </a:cubicBezTo>
                  <a:cubicBezTo>
                    <a:pt x="2808" y="871"/>
                    <a:pt x="5178" y="337"/>
                    <a:pt x="7361" y="337"/>
                  </a:cubicBezTo>
                  <a:cubicBezTo>
                    <a:pt x="7565" y="337"/>
                    <a:pt x="7768" y="341"/>
                    <a:pt x="7968" y="350"/>
                  </a:cubicBezTo>
                  <a:cubicBezTo>
                    <a:pt x="9525" y="420"/>
                    <a:pt x="11069" y="693"/>
                    <a:pt x="12599" y="949"/>
                  </a:cubicBezTo>
                  <a:cubicBezTo>
                    <a:pt x="13361" y="1076"/>
                    <a:pt x="14123" y="1209"/>
                    <a:pt x="14885" y="1348"/>
                  </a:cubicBezTo>
                  <a:cubicBezTo>
                    <a:pt x="15630" y="1485"/>
                    <a:pt x="16382" y="1668"/>
                    <a:pt x="17137" y="1691"/>
                  </a:cubicBezTo>
                  <a:cubicBezTo>
                    <a:pt x="17138" y="1691"/>
                    <a:pt x="17139" y="1691"/>
                    <a:pt x="17141" y="1691"/>
                  </a:cubicBezTo>
                  <a:cubicBezTo>
                    <a:pt x="17237" y="1691"/>
                    <a:pt x="17246" y="1558"/>
                    <a:pt x="17164" y="1528"/>
                  </a:cubicBezTo>
                  <a:cubicBezTo>
                    <a:pt x="16442" y="1255"/>
                    <a:pt x="15667" y="1149"/>
                    <a:pt x="14908" y="1009"/>
                  </a:cubicBezTo>
                  <a:cubicBezTo>
                    <a:pt x="14173" y="876"/>
                    <a:pt x="13434" y="746"/>
                    <a:pt x="12692" y="623"/>
                  </a:cubicBezTo>
                  <a:cubicBezTo>
                    <a:pt x="11238" y="380"/>
                    <a:pt x="9778" y="124"/>
                    <a:pt x="8304" y="31"/>
                  </a:cubicBezTo>
                  <a:cubicBezTo>
                    <a:pt x="7993" y="11"/>
                    <a:pt x="7676" y="0"/>
                    <a:pt x="735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3" name="Google Shape;6463;p24"/>
            <p:cNvSpPr/>
            <p:nvPr/>
          </p:nvSpPr>
          <p:spPr>
            <a:xfrm>
              <a:off x="6772450" y="2037250"/>
              <a:ext cx="409575" cy="325700"/>
            </a:xfrm>
            <a:custGeom>
              <a:avLst/>
              <a:gdLst/>
              <a:ahLst/>
              <a:cxnLst/>
              <a:rect l="l" t="t" r="r" b="b"/>
              <a:pathLst>
                <a:path w="16383" h="13028" extrusionOk="0">
                  <a:moveTo>
                    <a:pt x="4832" y="1"/>
                  </a:moveTo>
                  <a:cubicBezTo>
                    <a:pt x="4410" y="1"/>
                    <a:pt x="3983" y="50"/>
                    <a:pt x="3554" y="157"/>
                  </a:cubicBezTo>
                  <a:cubicBezTo>
                    <a:pt x="1621" y="639"/>
                    <a:pt x="1" y="2668"/>
                    <a:pt x="553" y="4718"/>
                  </a:cubicBezTo>
                  <a:cubicBezTo>
                    <a:pt x="859" y="5856"/>
                    <a:pt x="1841" y="6597"/>
                    <a:pt x="2742" y="7266"/>
                  </a:cubicBezTo>
                  <a:cubicBezTo>
                    <a:pt x="3833" y="8071"/>
                    <a:pt x="4965" y="8820"/>
                    <a:pt x="6136" y="9502"/>
                  </a:cubicBezTo>
                  <a:cubicBezTo>
                    <a:pt x="8771" y="11039"/>
                    <a:pt x="11595" y="12223"/>
                    <a:pt x="14539" y="13025"/>
                  </a:cubicBezTo>
                  <a:cubicBezTo>
                    <a:pt x="14546" y="13027"/>
                    <a:pt x="14553" y="13028"/>
                    <a:pt x="14559" y="13028"/>
                  </a:cubicBezTo>
                  <a:cubicBezTo>
                    <a:pt x="14627" y="13028"/>
                    <a:pt x="14649" y="12920"/>
                    <a:pt x="14573" y="12899"/>
                  </a:cubicBezTo>
                  <a:cubicBezTo>
                    <a:pt x="12147" y="12107"/>
                    <a:pt x="9779" y="11102"/>
                    <a:pt x="7540" y="9868"/>
                  </a:cubicBezTo>
                  <a:cubicBezTo>
                    <a:pt x="6425" y="9252"/>
                    <a:pt x="5331" y="8600"/>
                    <a:pt x="4276" y="7882"/>
                  </a:cubicBezTo>
                  <a:cubicBezTo>
                    <a:pt x="3298" y="7216"/>
                    <a:pt x="2170" y="6531"/>
                    <a:pt x="1435" y="5586"/>
                  </a:cubicBezTo>
                  <a:cubicBezTo>
                    <a:pt x="41" y="3793"/>
                    <a:pt x="1375" y="1278"/>
                    <a:pt x="3334" y="622"/>
                  </a:cubicBezTo>
                  <a:cubicBezTo>
                    <a:pt x="3839" y="454"/>
                    <a:pt x="4345" y="379"/>
                    <a:pt x="4845" y="379"/>
                  </a:cubicBezTo>
                  <a:cubicBezTo>
                    <a:pt x="6789" y="379"/>
                    <a:pt x="8655" y="1519"/>
                    <a:pt x="10081" y="2791"/>
                  </a:cubicBezTo>
                  <a:cubicBezTo>
                    <a:pt x="12061" y="4558"/>
                    <a:pt x="13731" y="7023"/>
                    <a:pt x="16283" y="8005"/>
                  </a:cubicBezTo>
                  <a:cubicBezTo>
                    <a:pt x="16291" y="8008"/>
                    <a:pt x="16298" y="8009"/>
                    <a:pt x="16305" y="8009"/>
                  </a:cubicBezTo>
                  <a:cubicBezTo>
                    <a:pt x="16360" y="8009"/>
                    <a:pt x="16383" y="7924"/>
                    <a:pt x="16333" y="7892"/>
                  </a:cubicBezTo>
                  <a:cubicBezTo>
                    <a:pt x="15181" y="7150"/>
                    <a:pt x="14137" y="6285"/>
                    <a:pt x="13162" y="5327"/>
                  </a:cubicBezTo>
                  <a:cubicBezTo>
                    <a:pt x="12217" y="4398"/>
                    <a:pt x="11332" y="3414"/>
                    <a:pt x="10348" y="2532"/>
                  </a:cubicBezTo>
                  <a:cubicBezTo>
                    <a:pt x="8834" y="1176"/>
                    <a:pt x="6894" y="1"/>
                    <a:pt x="483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4" name="Google Shape;6464;p24"/>
            <p:cNvSpPr/>
            <p:nvPr/>
          </p:nvSpPr>
          <p:spPr>
            <a:xfrm>
              <a:off x="6980725" y="1851925"/>
              <a:ext cx="200800" cy="465525"/>
            </a:xfrm>
            <a:custGeom>
              <a:avLst/>
              <a:gdLst/>
              <a:ahLst/>
              <a:cxnLst/>
              <a:rect l="l" t="t" r="r" b="b"/>
              <a:pathLst>
                <a:path w="8032" h="18621" extrusionOk="0">
                  <a:moveTo>
                    <a:pt x="3742" y="356"/>
                  </a:moveTo>
                  <a:cubicBezTo>
                    <a:pt x="4730" y="356"/>
                    <a:pt x="5598" y="1049"/>
                    <a:pt x="6168" y="1827"/>
                  </a:cubicBezTo>
                  <a:cubicBezTo>
                    <a:pt x="7662" y="3863"/>
                    <a:pt x="7669" y="6708"/>
                    <a:pt x="7672" y="9127"/>
                  </a:cubicBezTo>
                  <a:cubicBezTo>
                    <a:pt x="7675" y="11298"/>
                    <a:pt x="7599" y="13470"/>
                    <a:pt x="7549" y="15643"/>
                  </a:cubicBezTo>
                  <a:lnTo>
                    <a:pt x="7549" y="15643"/>
                  </a:lnTo>
                  <a:cubicBezTo>
                    <a:pt x="7548" y="15631"/>
                    <a:pt x="7543" y="15619"/>
                    <a:pt x="7533" y="15607"/>
                  </a:cubicBezTo>
                  <a:cubicBezTo>
                    <a:pt x="5852" y="13731"/>
                    <a:pt x="4532" y="11559"/>
                    <a:pt x="3361" y="9336"/>
                  </a:cubicBezTo>
                  <a:cubicBezTo>
                    <a:pt x="2772" y="8222"/>
                    <a:pt x="2166" y="7094"/>
                    <a:pt x="1697" y="5926"/>
                  </a:cubicBezTo>
                  <a:cubicBezTo>
                    <a:pt x="1255" y="4822"/>
                    <a:pt x="965" y="3581"/>
                    <a:pt x="1335" y="2416"/>
                  </a:cubicBezTo>
                  <a:cubicBezTo>
                    <a:pt x="1631" y="1481"/>
                    <a:pt x="2336" y="586"/>
                    <a:pt x="3344" y="393"/>
                  </a:cubicBezTo>
                  <a:cubicBezTo>
                    <a:pt x="3478" y="368"/>
                    <a:pt x="3611" y="356"/>
                    <a:pt x="3742" y="356"/>
                  </a:cubicBezTo>
                  <a:close/>
                  <a:moveTo>
                    <a:pt x="3741" y="0"/>
                  </a:moveTo>
                  <a:cubicBezTo>
                    <a:pt x="2794" y="0"/>
                    <a:pt x="1966" y="558"/>
                    <a:pt x="1451" y="1338"/>
                  </a:cubicBezTo>
                  <a:cubicBezTo>
                    <a:pt x="0" y="3521"/>
                    <a:pt x="1335" y="6112"/>
                    <a:pt x="2389" y="8142"/>
                  </a:cubicBezTo>
                  <a:cubicBezTo>
                    <a:pt x="3793" y="10843"/>
                    <a:pt x="5347" y="13468"/>
                    <a:pt x="7436" y="15701"/>
                  </a:cubicBezTo>
                  <a:cubicBezTo>
                    <a:pt x="7450" y="15715"/>
                    <a:pt x="7466" y="15722"/>
                    <a:pt x="7481" y="15722"/>
                  </a:cubicBezTo>
                  <a:cubicBezTo>
                    <a:pt x="7514" y="15722"/>
                    <a:pt x="7543" y="15694"/>
                    <a:pt x="7549" y="15662"/>
                  </a:cubicBezTo>
                  <a:lnTo>
                    <a:pt x="7549" y="15662"/>
                  </a:lnTo>
                  <a:cubicBezTo>
                    <a:pt x="7528" y="16618"/>
                    <a:pt x="7511" y="17575"/>
                    <a:pt x="7509" y="18532"/>
                  </a:cubicBezTo>
                  <a:cubicBezTo>
                    <a:pt x="7509" y="18591"/>
                    <a:pt x="7552" y="18620"/>
                    <a:pt x="7596" y="18620"/>
                  </a:cubicBezTo>
                  <a:cubicBezTo>
                    <a:pt x="7641" y="18620"/>
                    <a:pt x="7687" y="18590"/>
                    <a:pt x="7692" y="18532"/>
                  </a:cubicBezTo>
                  <a:cubicBezTo>
                    <a:pt x="8005" y="15478"/>
                    <a:pt x="8015" y="12387"/>
                    <a:pt x="8015" y="9320"/>
                  </a:cubicBezTo>
                  <a:cubicBezTo>
                    <a:pt x="8015" y="6768"/>
                    <a:pt x="8032" y="3757"/>
                    <a:pt x="6441" y="1608"/>
                  </a:cubicBezTo>
                  <a:cubicBezTo>
                    <a:pt x="5839" y="793"/>
                    <a:pt x="4974" y="87"/>
                    <a:pt x="3929" y="8"/>
                  </a:cubicBezTo>
                  <a:cubicBezTo>
                    <a:pt x="3866" y="3"/>
                    <a:pt x="3803" y="0"/>
                    <a:pt x="374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5" name="Google Shape;6465;p24"/>
            <p:cNvSpPr/>
            <p:nvPr/>
          </p:nvSpPr>
          <p:spPr>
            <a:xfrm>
              <a:off x="7074200" y="2519625"/>
              <a:ext cx="165225" cy="466775"/>
            </a:xfrm>
            <a:custGeom>
              <a:avLst/>
              <a:gdLst/>
              <a:ahLst/>
              <a:cxnLst/>
              <a:rect l="l" t="t" r="r" b="b"/>
              <a:pathLst>
                <a:path w="6609" h="18671" extrusionOk="0">
                  <a:moveTo>
                    <a:pt x="5513" y="0"/>
                  </a:moveTo>
                  <a:cubicBezTo>
                    <a:pt x="5445" y="0"/>
                    <a:pt x="5374" y="58"/>
                    <a:pt x="5390" y="148"/>
                  </a:cubicBezTo>
                  <a:cubicBezTo>
                    <a:pt x="5816" y="2543"/>
                    <a:pt x="6036" y="4982"/>
                    <a:pt x="5903" y="7413"/>
                  </a:cubicBezTo>
                  <a:cubicBezTo>
                    <a:pt x="5763" y="9845"/>
                    <a:pt x="5287" y="12241"/>
                    <a:pt x="4485" y="14540"/>
                  </a:cubicBezTo>
                  <a:cubicBezTo>
                    <a:pt x="4279" y="15125"/>
                    <a:pt x="4053" y="15704"/>
                    <a:pt x="3803" y="16273"/>
                  </a:cubicBezTo>
                  <a:cubicBezTo>
                    <a:pt x="3584" y="16775"/>
                    <a:pt x="3374" y="17314"/>
                    <a:pt x="3018" y="17740"/>
                  </a:cubicBezTo>
                  <a:cubicBezTo>
                    <a:pt x="2782" y="18022"/>
                    <a:pt x="2479" y="18220"/>
                    <a:pt x="2166" y="18220"/>
                  </a:cubicBezTo>
                  <a:cubicBezTo>
                    <a:pt x="1976" y="18220"/>
                    <a:pt x="1782" y="18147"/>
                    <a:pt x="1598" y="17976"/>
                  </a:cubicBezTo>
                  <a:cubicBezTo>
                    <a:pt x="1185" y="17600"/>
                    <a:pt x="919" y="17022"/>
                    <a:pt x="756" y="16496"/>
                  </a:cubicBezTo>
                  <a:cubicBezTo>
                    <a:pt x="413" y="15405"/>
                    <a:pt x="447" y="14220"/>
                    <a:pt x="613" y="13099"/>
                  </a:cubicBezTo>
                  <a:cubicBezTo>
                    <a:pt x="799" y="11848"/>
                    <a:pt x="1129" y="10617"/>
                    <a:pt x="1511" y="9416"/>
                  </a:cubicBezTo>
                  <a:cubicBezTo>
                    <a:pt x="2423" y="6545"/>
                    <a:pt x="3564" y="3741"/>
                    <a:pt x="4612" y="919"/>
                  </a:cubicBezTo>
                  <a:cubicBezTo>
                    <a:pt x="4636" y="859"/>
                    <a:pt x="4587" y="820"/>
                    <a:pt x="4536" y="820"/>
                  </a:cubicBezTo>
                  <a:cubicBezTo>
                    <a:pt x="4503" y="820"/>
                    <a:pt x="4468" y="837"/>
                    <a:pt x="4452" y="876"/>
                  </a:cubicBezTo>
                  <a:cubicBezTo>
                    <a:pt x="3371" y="3574"/>
                    <a:pt x="2207" y="6259"/>
                    <a:pt x="1268" y="9014"/>
                  </a:cubicBezTo>
                  <a:cubicBezTo>
                    <a:pt x="823" y="10328"/>
                    <a:pt x="433" y="11675"/>
                    <a:pt x="224" y="13046"/>
                  </a:cubicBezTo>
                  <a:cubicBezTo>
                    <a:pt x="51" y="14187"/>
                    <a:pt x="1" y="15378"/>
                    <a:pt x="320" y="16499"/>
                  </a:cubicBezTo>
                  <a:cubicBezTo>
                    <a:pt x="562" y="17344"/>
                    <a:pt x="1149" y="18671"/>
                    <a:pt x="2188" y="18671"/>
                  </a:cubicBezTo>
                  <a:cubicBezTo>
                    <a:pt x="2238" y="18671"/>
                    <a:pt x="2288" y="18668"/>
                    <a:pt x="2340" y="18662"/>
                  </a:cubicBezTo>
                  <a:cubicBezTo>
                    <a:pt x="3414" y="18529"/>
                    <a:pt x="3930" y="17211"/>
                    <a:pt x="4303" y="16359"/>
                  </a:cubicBezTo>
                  <a:cubicBezTo>
                    <a:pt x="5337" y="13974"/>
                    <a:pt x="6009" y="11446"/>
                    <a:pt x="6289" y="8861"/>
                  </a:cubicBezTo>
                  <a:cubicBezTo>
                    <a:pt x="6608" y="5930"/>
                    <a:pt x="6458" y="2922"/>
                    <a:pt x="5620" y="84"/>
                  </a:cubicBezTo>
                  <a:cubicBezTo>
                    <a:pt x="5603" y="26"/>
                    <a:pt x="5558" y="0"/>
                    <a:pt x="551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6" name="Google Shape;6466;p24"/>
            <p:cNvSpPr/>
            <p:nvPr/>
          </p:nvSpPr>
          <p:spPr>
            <a:xfrm>
              <a:off x="6861950" y="2878175"/>
              <a:ext cx="21900" cy="17125"/>
            </a:xfrm>
            <a:custGeom>
              <a:avLst/>
              <a:gdLst/>
              <a:ahLst/>
              <a:cxnLst/>
              <a:rect l="l" t="t" r="r" b="b"/>
              <a:pathLst>
                <a:path w="876" h="685" extrusionOk="0">
                  <a:moveTo>
                    <a:pt x="356" y="0"/>
                  </a:moveTo>
                  <a:cubicBezTo>
                    <a:pt x="280" y="0"/>
                    <a:pt x="186" y="49"/>
                    <a:pt x="134" y="101"/>
                  </a:cubicBezTo>
                  <a:cubicBezTo>
                    <a:pt x="1" y="234"/>
                    <a:pt x="1" y="451"/>
                    <a:pt x="130" y="584"/>
                  </a:cubicBezTo>
                  <a:cubicBezTo>
                    <a:pt x="188" y="636"/>
                    <a:pt x="269" y="685"/>
                    <a:pt x="351" y="685"/>
                  </a:cubicBezTo>
                  <a:cubicBezTo>
                    <a:pt x="358" y="685"/>
                    <a:pt x="366" y="684"/>
                    <a:pt x="373" y="683"/>
                  </a:cubicBezTo>
                  <a:cubicBezTo>
                    <a:pt x="436" y="677"/>
                    <a:pt x="500" y="670"/>
                    <a:pt x="566" y="663"/>
                  </a:cubicBezTo>
                  <a:cubicBezTo>
                    <a:pt x="716" y="643"/>
                    <a:pt x="876" y="514"/>
                    <a:pt x="869" y="347"/>
                  </a:cubicBezTo>
                  <a:cubicBezTo>
                    <a:pt x="862" y="198"/>
                    <a:pt x="756" y="71"/>
                    <a:pt x="613" y="35"/>
                  </a:cubicBezTo>
                  <a:cubicBezTo>
                    <a:pt x="536" y="18"/>
                    <a:pt x="456" y="8"/>
                    <a:pt x="377" y="1"/>
                  </a:cubicBezTo>
                  <a:cubicBezTo>
                    <a:pt x="370" y="1"/>
                    <a:pt x="363" y="0"/>
                    <a:pt x="35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7" name="Google Shape;6467;p24"/>
            <p:cNvSpPr/>
            <p:nvPr/>
          </p:nvSpPr>
          <p:spPr>
            <a:xfrm>
              <a:off x="6893150" y="2909575"/>
              <a:ext cx="16325" cy="15825"/>
            </a:xfrm>
            <a:custGeom>
              <a:avLst/>
              <a:gdLst/>
              <a:ahLst/>
              <a:cxnLst/>
              <a:rect l="l" t="t" r="r" b="b"/>
              <a:pathLst>
                <a:path w="653" h="633" extrusionOk="0">
                  <a:moveTo>
                    <a:pt x="348" y="0"/>
                  </a:moveTo>
                  <a:cubicBezTo>
                    <a:pt x="332" y="0"/>
                    <a:pt x="315" y="2"/>
                    <a:pt x="300" y="6"/>
                  </a:cubicBezTo>
                  <a:cubicBezTo>
                    <a:pt x="270" y="6"/>
                    <a:pt x="243" y="13"/>
                    <a:pt x="220" y="26"/>
                  </a:cubicBezTo>
                  <a:cubicBezTo>
                    <a:pt x="180" y="40"/>
                    <a:pt x="143" y="63"/>
                    <a:pt x="117" y="93"/>
                  </a:cubicBezTo>
                  <a:cubicBezTo>
                    <a:pt x="107" y="99"/>
                    <a:pt x="100" y="106"/>
                    <a:pt x="90" y="113"/>
                  </a:cubicBezTo>
                  <a:cubicBezTo>
                    <a:pt x="70" y="129"/>
                    <a:pt x="53" y="153"/>
                    <a:pt x="40" y="176"/>
                  </a:cubicBezTo>
                  <a:cubicBezTo>
                    <a:pt x="14" y="219"/>
                    <a:pt x="0" y="266"/>
                    <a:pt x="0" y="316"/>
                  </a:cubicBezTo>
                  <a:cubicBezTo>
                    <a:pt x="4" y="362"/>
                    <a:pt x="14" y="409"/>
                    <a:pt x="37" y="452"/>
                  </a:cubicBezTo>
                  <a:cubicBezTo>
                    <a:pt x="50" y="475"/>
                    <a:pt x="67" y="499"/>
                    <a:pt x="83" y="515"/>
                  </a:cubicBezTo>
                  <a:cubicBezTo>
                    <a:pt x="93" y="525"/>
                    <a:pt x="103" y="532"/>
                    <a:pt x="113" y="539"/>
                  </a:cubicBezTo>
                  <a:lnTo>
                    <a:pt x="177" y="588"/>
                  </a:lnTo>
                  <a:lnTo>
                    <a:pt x="253" y="622"/>
                  </a:lnTo>
                  <a:cubicBezTo>
                    <a:pt x="276" y="630"/>
                    <a:pt x="301" y="633"/>
                    <a:pt x="325" y="633"/>
                  </a:cubicBezTo>
                  <a:cubicBezTo>
                    <a:pt x="342" y="633"/>
                    <a:pt x="360" y="631"/>
                    <a:pt x="376" y="628"/>
                  </a:cubicBezTo>
                  <a:cubicBezTo>
                    <a:pt x="406" y="628"/>
                    <a:pt x="433" y="622"/>
                    <a:pt x="456" y="605"/>
                  </a:cubicBezTo>
                  <a:cubicBezTo>
                    <a:pt x="483" y="598"/>
                    <a:pt x="506" y="585"/>
                    <a:pt x="526" y="565"/>
                  </a:cubicBezTo>
                  <a:cubicBezTo>
                    <a:pt x="549" y="552"/>
                    <a:pt x="569" y="532"/>
                    <a:pt x="582" y="509"/>
                  </a:cubicBezTo>
                  <a:cubicBezTo>
                    <a:pt x="629" y="455"/>
                    <a:pt x="652" y="389"/>
                    <a:pt x="652" y="319"/>
                  </a:cubicBezTo>
                  <a:cubicBezTo>
                    <a:pt x="652" y="262"/>
                    <a:pt x="636" y="209"/>
                    <a:pt x="612" y="159"/>
                  </a:cubicBezTo>
                  <a:cubicBezTo>
                    <a:pt x="582" y="113"/>
                    <a:pt x="546" y="73"/>
                    <a:pt x="499" y="46"/>
                  </a:cubicBezTo>
                  <a:lnTo>
                    <a:pt x="423" y="13"/>
                  </a:lnTo>
                  <a:cubicBezTo>
                    <a:pt x="399" y="5"/>
                    <a:pt x="373" y="0"/>
                    <a:pt x="3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8" name="Google Shape;6468;p24"/>
            <p:cNvSpPr/>
            <p:nvPr/>
          </p:nvSpPr>
          <p:spPr>
            <a:xfrm>
              <a:off x="6845325" y="2953025"/>
              <a:ext cx="24550" cy="27500"/>
            </a:xfrm>
            <a:custGeom>
              <a:avLst/>
              <a:gdLst/>
              <a:ahLst/>
              <a:cxnLst/>
              <a:rect l="l" t="t" r="r" b="b"/>
              <a:pathLst>
                <a:path w="982" h="1100" extrusionOk="0">
                  <a:moveTo>
                    <a:pt x="622" y="1"/>
                  </a:moveTo>
                  <a:cubicBezTo>
                    <a:pt x="580" y="1"/>
                    <a:pt x="537" y="13"/>
                    <a:pt x="499" y="42"/>
                  </a:cubicBezTo>
                  <a:cubicBezTo>
                    <a:pt x="389" y="121"/>
                    <a:pt x="283" y="211"/>
                    <a:pt x="183" y="308"/>
                  </a:cubicBezTo>
                  <a:cubicBezTo>
                    <a:pt x="0" y="484"/>
                    <a:pt x="0" y="780"/>
                    <a:pt x="180" y="960"/>
                  </a:cubicBezTo>
                  <a:cubicBezTo>
                    <a:pt x="271" y="1052"/>
                    <a:pt x="391" y="1099"/>
                    <a:pt x="511" y="1099"/>
                  </a:cubicBezTo>
                  <a:cubicBezTo>
                    <a:pt x="628" y="1099"/>
                    <a:pt x="745" y="1055"/>
                    <a:pt x="835" y="966"/>
                  </a:cubicBezTo>
                  <a:cubicBezTo>
                    <a:pt x="962" y="843"/>
                    <a:pt x="982" y="687"/>
                    <a:pt x="958" y="517"/>
                  </a:cubicBezTo>
                  <a:cubicBezTo>
                    <a:pt x="942" y="411"/>
                    <a:pt x="918" y="304"/>
                    <a:pt x="885" y="201"/>
                  </a:cubicBezTo>
                  <a:cubicBezTo>
                    <a:pt x="853" y="94"/>
                    <a:pt x="738" y="1"/>
                    <a:pt x="62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9" name="Google Shape;6469;p24"/>
            <p:cNvSpPr/>
            <p:nvPr/>
          </p:nvSpPr>
          <p:spPr>
            <a:xfrm>
              <a:off x="7123700" y="2872175"/>
              <a:ext cx="20325" cy="20600"/>
            </a:xfrm>
            <a:custGeom>
              <a:avLst/>
              <a:gdLst/>
              <a:ahLst/>
              <a:cxnLst/>
              <a:rect l="l" t="t" r="r" b="b"/>
              <a:pathLst>
                <a:path w="813" h="824" extrusionOk="0">
                  <a:moveTo>
                    <a:pt x="405" y="0"/>
                  </a:moveTo>
                  <a:cubicBezTo>
                    <a:pt x="344" y="0"/>
                    <a:pt x="283" y="16"/>
                    <a:pt x="230" y="48"/>
                  </a:cubicBezTo>
                  <a:lnTo>
                    <a:pt x="203" y="65"/>
                  </a:lnTo>
                  <a:cubicBezTo>
                    <a:pt x="157" y="88"/>
                    <a:pt x="120" y="125"/>
                    <a:pt x="90" y="168"/>
                  </a:cubicBezTo>
                  <a:cubicBezTo>
                    <a:pt x="64" y="195"/>
                    <a:pt x="47" y="225"/>
                    <a:pt x="37" y="258"/>
                  </a:cubicBezTo>
                  <a:cubicBezTo>
                    <a:pt x="10" y="305"/>
                    <a:pt x="0" y="361"/>
                    <a:pt x="0" y="414"/>
                  </a:cubicBezTo>
                  <a:lnTo>
                    <a:pt x="14" y="521"/>
                  </a:lnTo>
                  <a:cubicBezTo>
                    <a:pt x="27" y="554"/>
                    <a:pt x="40" y="587"/>
                    <a:pt x="57" y="621"/>
                  </a:cubicBezTo>
                  <a:cubicBezTo>
                    <a:pt x="80" y="664"/>
                    <a:pt x="113" y="704"/>
                    <a:pt x="157" y="734"/>
                  </a:cubicBezTo>
                  <a:cubicBezTo>
                    <a:pt x="180" y="757"/>
                    <a:pt x="210" y="777"/>
                    <a:pt x="247" y="787"/>
                  </a:cubicBezTo>
                  <a:cubicBezTo>
                    <a:pt x="293" y="810"/>
                    <a:pt x="346" y="824"/>
                    <a:pt x="403" y="824"/>
                  </a:cubicBezTo>
                  <a:lnTo>
                    <a:pt x="509" y="807"/>
                  </a:lnTo>
                  <a:lnTo>
                    <a:pt x="606" y="767"/>
                  </a:lnTo>
                  <a:cubicBezTo>
                    <a:pt x="652" y="744"/>
                    <a:pt x="692" y="707"/>
                    <a:pt x="722" y="664"/>
                  </a:cubicBezTo>
                  <a:cubicBezTo>
                    <a:pt x="746" y="637"/>
                    <a:pt x="766" y="607"/>
                    <a:pt x="776" y="574"/>
                  </a:cubicBezTo>
                  <a:cubicBezTo>
                    <a:pt x="799" y="528"/>
                    <a:pt x="812" y="474"/>
                    <a:pt x="809" y="418"/>
                  </a:cubicBezTo>
                  <a:lnTo>
                    <a:pt x="795" y="311"/>
                  </a:lnTo>
                  <a:cubicBezTo>
                    <a:pt x="782" y="278"/>
                    <a:pt x="769" y="245"/>
                    <a:pt x="756" y="215"/>
                  </a:cubicBezTo>
                  <a:cubicBezTo>
                    <a:pt x="722" y="155"/>
                    <a:pt x="672" y="105"/>
                    <a:pt x="612" y="68"/>
                  </a:cubicBezTo>
                  <a:lnTo>
                    <a:pt x="589" y="52"/>
                  </a:lnTo>
                  <a:cubicBezTo>
                    <a:pt x="533" y="18"/>
                    <a:pt x="469" y="0"/>
                    <a:pt x="40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0" name="Google Shape;6470;p24"/>
            <p:cNvSpPr/>
            <p:nvPr/>
          </p:nvSpPr>
          <p:spPr>
            <a:xfrm>
              <a:off x="6856300" y="2073175"/>
              <a:ext cx="28300" cy="27975"/>
            </a:xfrm>
            <a:custGeom>
              <a:avLst/>
              <a:gdLst/>
              <a:ahLst/>
              <a:cxnLst/>
              <a:rect l="l" t="t" r="r" b="b"/>
              <a:pathLst>
                <a:path w="1132" h="1119" extrusionOk="0">
                  <a:moveTo>
                    <a:pt x="746" y="0"/>
                  </a:moveTo>
                  <a:cubicBezTo>
                    <a:pt x="553" y="0"/>
                    <a:pt x="385" y="170"/>
                    <a:pt x="233" y="277"/>
                  </a:cubicBezTo>
                  <a:cubicBezTo>
                    <a:pt x="107" y="370"/>
                    <a:pt x="0" y="496"/>
                    <a:pt x="7" y="666"/>
                  </a:cubicBezTo>
                  <a:cubicBezTo>
                    <a:pt x="10" y="786"/>
                    <a:pt x="57" y="899"/>
                    <a:pt x="137" y="985"/>
                  </a:cubicBezTo>
                  <a:cubicBezTo>
                    <a:pt x="223" y="1068"/>
                    <a:pt x="336" y="1118"/>
                    <a:pt x="456" y="1118"/>
                  </a:cubicBezTo>
                  <a:cubicBezTo>
                    <a:pt x="623" y="1118"/>
                    <a:pt x="756" y="1032"/>
                    <a:pt x="845" y="899"/>
                  </a:cubicBezTo>
                  <a:cubicBezTo>
                    <a:pt x="952" y="746"/>
                    <a:pt x="1132" y="559"/>
                    <a:pt x="1122" y="363"/>
                  </a:cubicBezTo>
                  <a:cubicBezTo>
                    <a:pt x="1118" y="167"/>
                    <a:pt x="962" y="7"/>
                    <a:pt x="762" y="0"/>
                  </a:cubicBezTo>
                  <a:cubicBezTo>
                    <a:pt x="757" y="0"/>
                    <a:pt x="751" y="0"/>
                    <a:pt x="74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1" name="Google Shape;6471;p24"/>
            <p:cNvSpPr/>
            <p:nvPr/>
          </p:nvSpPr>
          <p:spPr>
            <a:xfrm>
              <a:off x="6909025" y="2078000"/>
              <a:ext cx="21725" cy="23975"/>
            </a:xfrm>
            <a:custGeom>
              <a:avLst/>
              <a:gdLst/>
              <a:ahLst/>
              <a:cxnLst/>
              <a:rect l="l" t="t" r="r" b="b"/>
              <a:pathLst>
                <a:path w="869" h="959" extrusionOk="0">
                  <a:moveTo>
                    <a:pt x="440" y="0"/>
                  </a:moveTo>
                  <a:cubicBezTo>
                    <a:pt x="197" y="0"/>
                    <a:pt x="1" y="240"/>
                    <a:pt x="71" y="479"/>
                  </a:cubicBezTo>
                  <a:cubicBezTo>
                    <a:pt x="127" y="676"/>
                    <a:pt x="174" y="959"/>
                    <a:pt x="433" y="959"/>
                  </a:cubicBezTo>
                  <a:cubicBezTo>
                    <a:pt x="435" y="959"/>
                    <a:pt x="436" y="959"/>
                    <a:pt x="438" y="959"/>
                  </a:cubicBezTo>
                  <a:cubicBezTo>
                    <a:pt x="690" y="959"/>
                    <a:pt x="743" y="678"/>
                    <a:pt x="802" y="486"/>
                  </a:cubicBezTo>
                  <a:cubicBezTo>
                    <a:pt x="869" y="243"/>
                    <a:pt x="689" y="7"/>
                    <a:pt x="440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2" name="Google Shape;6472;p24"/>
            <p:cNvSpPr/>
            <p:nvPr/>
          </p:nvSpPr>
          <p:spPr>
            <a:xfrm>
              <a:off x="6912700" y="2137675"/>
              <a:ext cx="29125" cy="25025"/>
            </a:xfrm>
            <a:custGeom>
              <a:avLst/>
              <a:gdLst/>
              <a:ahLst/>
              <a:cxnLst/>
              <a:rect l="l" t="t" r="r" b="b"/>
              <a:pathLst>
                <a:path w="1165" h="1001" extrusionOk="0">
                  <a:moveTo>
                    <a:pt x="647" y="0"/>
                  </a:moveTo>
                  <a:cubicBezTo>
                    <a:pt x="533" y="0"/>
                    <a:pt x="418" y="43"/>
                    <a:pt x="329" y="129"/>
                  </a:cubicBezTo>
                  <a:cubicBezTo>
                    <a:pt x="279" y="175"/>
                    <a:pt x="226" y="218"/>
                    <a:pt x="180" y="268"/>
                  </a:cubicBezTo>
                  <a:cubicBezTo>
                    <a:pt x="93" y="351"/>
                    <a:pt x="60" y="455"/>
                    <a:pt x="30" y="564"/>
                  </a:cubicBezTo>
                  <a:cubicBezTo>
                    <a:pt x="0" y="664"/>
                    <a:pt x="23" y="774"/>
                    <a:pt x="87" y="857"/>
                  </a:cubicBezTo>
                  <a:cubicBezTo>
                    <a:pt x="150" y="940"/>
                    <a:pt x="246" y="990"/>
                    <a:pt x="353" y="994"/>
                  </a:cubicBezTo>
                  <a:cubicBezTo>
                    <a:pt x="383" y="997"/>
                    <a:pt x="413" y="1000"/>
                    <a:pt x="442" y="1000"/>
                  </a:cubicBezTo>
                  <a:cubicBezTo>
                    <a:pt x="449" y="1000"/>
                    <a:pt x="455" y="1001"/>
                    <a:pt x="461" y="1001"/>
                  </a:cubicBezTo>
                  <a:cubicBezTo>
                    <a:pt x="541" y="1001"/>
                    <a:pt x="621" y="980"/>
                    <a:pt x="692" y="940"/>
                  </a:cubicBezTo>
                  <a:cubicBezTo>
                    <a:pt x="755" y="914"/>
                    <a:pt x="815" y="880"/>
                    <a:pt x="878" y="850"/>
                  </a:cubicBezTo>
                  <a:cubicBezTo>
                    <a:pt x="1128" y="731"/>
                    <a:pt x="1164" y="385"/>
                    <a:pt x="1011" y="182"/>
                  </a:cubicBezTo>
                  <a:cubicBezTo>
                    <a:pt x="920" y="62"/>
                    <a:pt x="784" y="0"/>
                    <a:pt x="647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3" name="Google Shape;6473;p24"/>
            <p:cNvSpPr/>
            <p:nvPr/>
          </p:nvSpPr>
          <p:spPr>
            <a:xfrm>
              <a:off x="6878750" y="2173000"/>
              <a:ext cx="32375" cy="23975"/>
            </a:xfrm>
            <a:custGeom>
              <a:avLst/>
              <a:gdLst/>
              <a:ahLst/>
              <a:cxnLst/>
              <a:rect l="l" t="t" r="r" b="b"/>
              <a:pathLst>
                <a:path w="1295" h="959" extrusionOk="0">
                  <a:moveTo>
                    <a:pt x="765" y="0"/>
                  </a:moveTo>
                  <a:cubicBezTo>
                    <a:pt x="724" y="0"/>
                    <a:pt x="682" y="5"/>
                    <a:pt x="639" y="13"/>
                  </a:cubicBezTo>
                  <a:cubicBezTo>
                    <a:pt x="380" y="63"/>
                    <a:pt x="7" y="143"/>
                    <a:pt x="4" y="475"/>
                  </a:cubicBezTo>
                  <a:cubicBezTo>
                    <a:pt x="1" y="805"/>
                    <a:pt x="373" y="891"/>
                    <a:pt x="633" y="945"/>
                  </a:cubicBezTo>
                  <a:cubicBezTo>
                    <a:pt x="677" y="953"/>
                    <a:pt x="722" y="958"/>
                    <a:pt x="766" y="958"/>
                  </a:cubicBezTo>
                  <a:cubicBezTo>
                    <a:pt x="891" y="958"/>
                    <a:pt x="1014" y="920"/>
                    <a:pt x="1102" y="825"/>
                  </a:cubicBezTo>
                  <a:cubicBezTo>
                    <a:pt x="1291" y="635"/>
                    <a:pt x="1295" y="329"/>
                    <a:pt x="1109" y="139"/>
                  </a:cubicBezTo>
                  <a:cubicBezTo>
                    <a:pt x="1011" y="42"/>
                    <a:pt x="892" y="0"/>
                    <a:pt x="76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4" name="Google Shape;6474;p24"/>
            <p:cNvSpPr/>
            <p:nvPr/>
          </p:nvSpPr>
          <p:spPr>
            <a:xfrm>
              <a:off x="6853800" y="2160300"/>
              <a:ext cx="22475" cy="31425"/>
            </a:xfrm>
            <a:custGeom>
              <a:avLst/>
              <a:gdLst/>
              <a:ahLst/>
              <a:cxnLst/>
              <a:rect l="l" t="t" r="r" b="b"/>
              <a:pathLst>
                <a:path w="899" h="1257" extrusionOk="0">
                  <a:moveTo>
                    <a:pt x="289" y="0"/>
                  </a:moveTo>
                  <a:cubicBezTo>
                    <a:pt x="183" y="0"/>
                    <a:pt x="80" y="55"/>
                    <a:pt x="60" y="175"/>
                  </a:cubicBezTo>
                  <a:cubicBezTo>
                    <a:pt x="44" y="291"/>
                    <a:pt x="17" y="408"/>
                    <a:pt x="11" y="524"/>
                  </a:cubicBezTo>
                  <a:cubicBezTo>
                    <a:pt x="1" y="634"/>
                    <a:pt x="14" y="744"/>
                    <a:pt x="14" y="854"/>
                  </a:cubicBezTo>
                  <a:cubicBezTo>
                    <a:pt x="14" y="1078"/>
                    <a:pt x="198" y="1257"/>
                    <a:pt x="418" y="1257"/>
                  </a:cubicBezTo>
                  <a:cubicBezTo>
                    <a:pt x="436" y="1257"/>
                    <a:pt x="454" y="1255"/>
                    <a:pt x="473" y="1253"/>
                  </a:cubicBezTo>
                  <a:cubicBezTo>
                    <a:pt x="696" y="1226"/>
                    <a:pt x="899" y="983"/>
                    <a:pt x="812" y="751"/>
                  </a:cubicBezTo>
                  <a:cubicBezTo>
                    <a:pt x="772" y="634"/>
                    <a:pt x="729" y="511"/>
                    <a:pt x="679" y="395"/>
                  </a:cubicBezTo>
                  <a:cubicBezTo>
                    <a:pt x="629" y="301"/>
                    <a:pt x="576" y="208"/>
                    <a:pt x="520" y="118"/>
                  </a:cubicBezTo>
                  <a:cubicBezTo>
                    <a:pt x="475" y="41"/>
                    <a:pt x="381" y="0"/>
                    <a:pt x="289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5" name="Google Shape;6475;p24"/>
            <p:cNvSpPr/>
            <p:nvPr/>
          </p:nvSpPr>
          <p:spPr>
            <a:xfrm>
              <a:off x="6873300" y="2123650"/>
              <a:ext cx="19400" cy="18700"/>
            </a:xfrm>
            <a:custGeom>
              <a:avLst/>
              <a:gdLst/>
              <a:ahLst/>
              <a:cxnLst/>
              <a:rect l="l" t="t" r="r" b="b"/>
              <a:pathLst>
                <a:path w="776" h="748" extrusionOk="0">
                  <a:moveTo>
                    <a:pt x="388" y="0"/>
                  </a:moveTo>
                  <a:cubicBezTo>
                    <a:pt x="196" y="0"/>
                    <a:pt x="4" y="124"/>
                    <a:pt x="2" y="370"/>
                  </a:cubicBezTo>
                  <a:cubicBezTo>
                    <a:pt x="1" y="621"/>
                    <a:pt x="195" y="748"/>
                    <a:pt x="390" y="748"/>
                  </a:cubicBezTo>
                  <a:cubicBezTo>
                    <a:pt x="581" y="748"/>
                    <a:pt x="773" y="625"/>
                    <a:pt x="774" y="377"/>
                  </a:cubicBezTo>
                  <a:cubicBezTo>
                    <a:pt x="776" y="126"/>
                    <a:pt x="582" y="0"/>
                    <a:pt x="38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6" name="Google Shape;6476;p24"/>
            <p:cNvSpPr/>
            <p:nvPr/>
          </p:nvSpPr>
          <p:spPr>
            <a:xfrm>
              <a:off x="7029900" y="1905250"/>
              <a:ext cx="26625" cy="36375"/>
            </a:xfrm>
            <a:custGeom>
              <a:avLst/>
              <a:gdLst/>
              <a:ahLst/>
              <a:cxnLst/>
              <a:rect l="l" t="t" r="r" b="b"/>
              <a:pathLst>
                <a:path w="1065" h="1455" extrusionOk="0">
                  <a:moveTo>
                    <a:pt x="648" y="0"/>
                  </a:moveTo>
                  <a:cubicBezTo>
                    <a:pt x="503" y="10"/>
                    <a:pt x="408" y="61"/>
                    <a:pt x="324" y="146"/>
                  </a:cubicBezTo>
                  <a:lnTo>
                    <a:pt x="324" y="146"/>
                  </a:lnTo>
                  <a:cubicBezTo>
                    <a:pt x="0" y="328"/>
                    <a:pt x="9" y="781"/>
                    <a:pt x="83" y="1098"/>
                  </a:cubicBezTo>
                  <a:cubicBezTo>
                    <a:pt x="130" y="1302"/>
                    <a:pt x="340" y="1455"/>
                    <a:pt x="548" y="1455"/>
                  </a:cubicBezTo>
                  <a:cubicBezTo>
                    <a:pt x="587" y="1455"/>
                    <a:pt x="627" y="1449"/>
                    <a:pt x="665" y="1438"/>
                  </a:cubicBezTo>
                  <a:cubicBezTo>
                    <a:pt x="915" y="1364"/>
                    <a:pt x="1064" y="1108"/>
                    <a:pt x="1001" y="855"/>
                  </a:cubicBezTo>
                  <a:lnTo>
                    <a:pt x="1001" y="852"/>
                  </a:lnTo>
                  <a:cubicBezTo>
                    <a:pt x="998" y="842"/>
                    <a:pt x="992" y="762"/>
                    <a:pt x="989" y="762"/>
                  </a:cubicBezTo>
                  <a:cubicBezTo>
                    <a:pt x="988" y="762"/>
                    <a:pt x="988" y="769"/>
                    <a:pt x="988" y="787"/>
                  </a:cubicBezTo>
                  <a:lnTo>
                    <a:pt x="988" y="787"/>
                  </a:lnTo>
                  <a:cubicBezTo>
                    <a:pt x="988" y="741"/>
                    <a:pt x="991" y="695"/>
                    <a:pt x="988" y="646"/>
                  </a:cubicBezTo>
                  <a:lnTo>
                    <a:pt x="974" y="523"/>
                  </a:lnTo>
                  <a:lnTo>
                    <a:pt x="974" y="523"/>
                  </a:lnTo>
                  <a:cubicBezTo>
                    <a:pt x="976" y="547"/>
                    <a:pt x="976" y="559"/>
                    <a:pt x="975" y="559"/>
                  </a:cubicBezTo>
                  <a:cubicBezTo>
                    <a:pt x="974" y="559"/>
                    <a:pt x="970" y="517"/>
                    <a:pt x="961" y="433"/>
                  </a:cubicBezTo>
                  <a:cubicBezTo>
                    <a:pt x="952" y="402"/>
                    <a:pt x="940" y="370"/>
                    <a:pt x="924" y="339"/>
                  </a:cubicBezTo>
                  <a:lnTo>
                    <a:pt x="924" y="339"/>
                  </a:lnTo>
                  <a:cubicBezTo>
                    <a:pt x="913" y="263"/>
                    <a:pt x="890" y="188"/>
                    <a:pt x="855" y="120"/>
                  </a:cubicBezTo>
                  <a:cubicBezTo>
                    <a:pt x="811" y="47"/>
                    <a:pt x="735" y="0"/>
                    <a:pt x="6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7" name="Google Shape;6477;p24"/>
            <p:cNvSpPr/>
            <p:nvPr/>
          </p:nvSpPr>
          <p:spPr>
            <a:xfrm>
              <a:off x="7102075" y="1927350"/>
              <a:ext cx="28550" cy="24325"/>
            </a:xfrm>
            <a:custGeom>
              <a:avLst/>
              <a:gdLst/>
              <a:ahLst/>
              <a:cxnLst/>
              <a:rect l="l" t="t" r="r" b="b"/>
              <a:pathLst>
                <a:path w="1142" h="973" extrusionOk="0">
                  <a:moveTo>
                    <a:pt x="574" y="0"/>
                  </a:moveTo>
                  <a:cubicBezTo>
                    <a:pt x="447" y="0"/>
                    <a:pt x="325" y="49"/>
                    <a:pt x="233" y="138"/>
                  </a:cubicBezTo>
                  <a:cubicBezTo>
                    <a:pt x="207" y="164"/>
                    <a:pt x="183" y="191"/>
                    <a:pt x="157" y="221"/>
                  </a:cubicBezTo>
                  <a:cubicBezTo>
                    <a:pt x="94" y="291"/>
                    <a:pt x="50" y="374"/>
                    <a:pt x="27" y="464"/>
                  </a:cubicBezTo>
                  <a:cubicBezTo>
                    <a:pt x="0" y="564"/>
                    <a:pt x="14" y="670"/>
                    <a:pt x="64" y="760"/>
                  </a:cubicBezTo>
                  <a:cubicBezTo>
                    <a:pt x="84" y="787"/>
                    <a:pt x="103" y="813"/>
                    <a:pt x="123" y="840"/>
                  </a:cubicBezTo>
                  <a:cubicBezTo>
                    <a:pt x="170" y="886"/>
                    <a:pt x="227" y="923"/>
                    <a:pt x="293" y="940"/>
                  </a:cubicBezTo>
                  <a:cubicBezTo>
                    <a:pt x="352" y="962"/>
                    <a:pt x="416" y="973"/>
                    <a:pt x="480" y="973"/>
                  </a:cubicBezTo>
                  <a:cubicBezTo>
                    <a:pt x="510" y="973"/>
                    <a:pt x="540" y="970"/>
                    <a:pt x="569" y="966"/>
                  </a:cubicBezTo>
                  <a:cubicBezTo>
                    <a:pt x="652" y="966"/>
                    <a:pt x="739" y="946"/>
                    <a:pt x="812" y="903"/>
                  </a:cubicBezTo>
                  <a:cubicBezTo>
                    <a:pt x="885" y="860"/>
                    <a:pt x="945" y="800"/>
                    <a:pt x="988" y="730"/>
                  </a:cubicBezTo>
                  <a:cubicBezTo>
                    <a:pt x="1141" y="457"/>
                    <a:pt x="1005" y="111"/>
                    <a:pt x="706" y="18"/>
                  </a:cubicBezTo>
                  <a:cubicBezTo>
                    <a:pt x="662" y="6"/>
                    <a:pt x="618" y="0"/>
                    <a:pt x="57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8" name="Google Shape;6478;p24"/>
            <p:cNvSpPr/>
            <p:nvPr/>
          </p:nvSpPr>
          <p:spPr>
            <a:xfrm>
              <a:off x="7076950" y="1978700"/>
              <a:ext cx="30875" cy="23850"/>
            </a:xfrm>
            <a:custGeom>
              <a:avLst/>
              <a:gdLst/>
              <a:ahLst/>
              <a:cxnLst/>
              <a:rect l="l" t="t" r="r" b="b"/>
              <a:pathLst>
                <a:path w="1235" h="954" extrusionOk="0">
                  <a:moveTo>
                    <a:pt x="408" y="1"/>
                  </a:moveTo>
                  <a:cubicBezTo>
                    <a:pt x="305" y="1"/>
                    <a:pt x="205" y="19"/>
                    <a:pt x="110" y="70"/>
                  </a:cubicBezTo>
                  <a:cubicBezTo>
                    <a:pt x="21" y="120"/>
                    <a:pt x="1" y="216"/>
                    <a:pt x="14" y="310"/>
                  </a:cubicBezTo>
                  <a:cubicBezTo>
                    <a:pt x="41" y="519"/>
                    <a:pt x="227" y="685"/>
                    <a:pt x="383" y="819"/>
                  </a:cubicBezTo>
                  <a:cubicBezTo>
                    <a:pt x="477" y="895"/>
                    <a:pt x="588" y="953"/>
                    <a:pt x="708" y="953"/>
                  </a:cubicBezTo>
                  <a:cubicBezTo>
                    <a:pt x="745" y="953"/>
                    <a:pt x="784" y="948"/>
                    <a:pt x="822" y="935"/>
                  </a:cubicBezTo>
                  <a:cubicBezTo>
                    <a:pt x="932" y="905"/>
                    <a:pt x="1029" y="832"/>
                    <a:pt x="1092" y="732"/>
                  </a:cubicBezTo>
                  <a:cubicBezTo>
                    <a:pt x="1235" y="489"/>
                    <a:pt x="1112" y="140"/>
                    <a:pt x="826" y="67"/>
                  </a:cubicBezTo>
                  <a:lnTo>
                    <a:pt x="826" y="70"/>
                  </a:lnTo>
                  <a:cubicBezTo>
                    <a:pt x="691" y="35"/>
                    <a:pt x="548" y="1"/>
                    <a:pt x="408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9" name="Google Shape;6479;p24"/>
            <p:cNvSpPr/>
            <p:nvPr/>
          </p:nvSpPr>
          <p:spPr>
            <a:xfrm>
              <a:off x="7044850" y="1960425"/>
              <a:ext cx="26450" cy="35750"/>
            </a:xfrm>
            <a:custGeom>
              <a:avLst/>
              <a:gdLst/>
              <a:ahLst/>
              <a:cxnLst/>
              <a:rect l="l" t="t" r="r" b="b"/>
              <a:pathLst>
                <a:path w="1058" h="1430" extrusionOk="0">
                  <a:moveTo>
                    <a:pt x="533" y="0"/>
                  </a:moveTo>
                  <a:cubicBezTo>
                    <a:pt x="434" y="0"/>
                    <a:pt x="335" y="58"/>
                    <a:pt x="300" y="172"/>
                  </a:cubicBezTo>
                  <a:cubicBezTo>
                    <a:pt x="230" y="398"/>
                    <a:pt x="160" y="625"/>
                    <a:pt x="90" y="848"/>
                  </a:cubicBezTo>
                  <a:cubicBezTo>
                    <a:pt x="0" y="1134"/>
                    <a:pt x="237" y="1426"/>
                    <a:pt x="526" y="1430"/>
                  </a:cubicBezTo>
                  <a:cubicBezTo>
                    <a:pt x="528" y="1430"/>
                    <a:pt x="529" y="1430"/>
                    <a:pt x="531" y="1430"/>
                  </a:cubicBezTo>
                  <a:cubicBezTo>
                    <a:pt x="818" y="1430"/>
                    <a:pt x="1058" y="1139"/>
                    <a:pt x="972" y="854"/>
                  </a:cubicBezTo>
                  <a:lnTo>
                    <a:pt x="969" y="854"/>
                  </a:lnTo>
                  <a:cubicBezTo>
                    <a:pt x="902" y="628"/>
                    <a:pt x="836" y="402"/>
                    <a:pt x="769" y="176"/>
                  </a:cubicBezTo>
                  <a:cubicBezTo>
                    <a:pt x="734" y="59"/>
                    <a:pt x="634" y="0"/>
                    <a:pt x="53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0" name="Google Shape;6480;p24"/>
            <p:cNvSpPr/>
            <p:nvPr/>
          </p:nvSpPr>
          <p:spPr>
            <a:xfrm>
              <a:off x="7091925" y="1939350"/>
              <a:ext cx="6175" cy="6025"/>
            </a:xfrm>
            <a:custGeom>
              <a:avLst/>
              <a:gdLst/>
              <a:ahLst/>
              <a:cxnLst/>
              <a:rect l="l" t="t" r="r" b="b"/>
              <a:pathLst>
                <a:path w="247" h="241" extrusionOk="0">
                  <a:moveTo>
                    <a:pt x="124" y="0"/>
                  </a:moveTo>
                  <a:cubicBezTo>
                    <a:pt x="62" y="0"/>
                    <a:pt x="0" y="40"/>
                    <a:pt x="0" y="120"/>
                  </a:cubicBezTo>
                  <a:cubicBezTo>
                    <a:pt x="0" y="200"/>
                    <a:pt x="61" y="240"/>
                    <a:pt x="122" y="240"/>
                  </a:cubicBezTo>
                  <a:cubicBezTo>
                    <a:pt x="183" y="240"/>
                    <a:pt x="245" y="200"/>
                    <a:pt x="247" y="120"/>
                  </a:cubicBezTo>
                  <a:cubicBezTo>
                    <a:pt x="247" y="40"/>
                    <a:pt x="185" y="0"/>
                    <a:pt x="12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481" name="Google Shape;6481;p24"/>
          <p:cNvGrpSpPr/>
          <p:nvPr/>
        </p:nvGrpSpPr>
        <p:grpSpPr>
          <a:xfrm rot="5400000" flipH="1">
            <a:off x="8131859" y="-1351434"/>
            <a:ext cx="2042571" cy="3457796"/>
            <a:chOff x="6699775" y="1851925"/>
            <a:chExt cx="697250" cy="1180350"/>
          </a:xfrm>
        </p:grpSpPr>
        <p:sp>
          <p:nvSpPr>
            <p:cNvPr id="6482" name="Google Shape;6482;p24"/>
            <p:cNvSpPr/>
            <p:nvPr/>
          </p:nvSpPr>
          <p:spPr>
            <a:xfrm>
              <a:off x="7058750" y="2146825"/>
              <a:ext cx="338275" cy="448000"/>
            </a:xfrm>
            <a:custGeom>
              <a:avLst/>
              <a:gdLst/>
              <a:ahLst/>
              <a:cxnLst/>
              <a:rect l="l" t="t" r="r" b="b"/>
              <a:pathLst>
                <a:path w="13531" h="17920" extrusionOk="0">
                  <a:moveTo>
                    <a:pt x="6705" y="1"/>
                  </a:moveTo>
                  <a:cubicBezTo>
                    <a:pt x="6038" y="1"/>
                    <a:pt x="5353" y="141"/>
                    <a:pt x="4674" y="445"/>
                  </a:cubicBezTo>
                  <a:cubicBezTo>
                    <a:pt x="3400" y="1014"/>
                    <a:pt x="2476" y="1973"/>
                    <a:pt x="1885" y="3129"/>
                  </a:cubicBezTo>
                  <a:lnTo>
                    <a:pt x="1885" y="3129"/>
                  </a:lnTo>
                  <a:cubicBezTo>
                    <a:pt x="1533" y="3558"/>
                    <a:pt x="1237" y="4038"/>
                    <a:pt x="1008" y="4553"/>
                  </a:cubicBezTo>
                  <a:cubicBezTo>
                    <a:pt x="0" y="6832"/>
                    <a:pt x="120" y="9554"/>
                    <a:pt x="659" y="11942"/>
                  </a:cubicBezTo>
                  <a:cubicBezTo>
                    <a:pt x="1204" y="14364"/>
                    <a:pt x="2459" y="16813"/>
                    <a:pt x="4950" y="17661"/>
                  </a:cubicBezTo>
                  <a:cubicBezTo>
                    <a:pt x="5471" y="17838"/>
                    <a:pt x="5987" y="17920"/>
                    <a:pt x="6489" y="17920"/>
                  </a:cubicBezTo>
                  <a:cubicBezTo>
                    <a:pt x="8300" y="17920"/>
                    <a:pt x="9939" y="16855"/>
                    <a:pt x="11012" y="15306"/>
                  </a:cubicBezTo>
                  <a:cubicBezTo>
                    <a:pt x="13384" y="11869"/>
                    <a:pt x="13531" y="5941"/>
                    <a:pt x="11125" y="2484"/>
                  </a:cubicBezTo>
                  <a:cubicBezTo>
                    <a:pt x="10058" y="953"/>
                    <a:pt x="8441" y="1"/>
                    <a:pt x="6705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3" name="Google Shape;6483;p24"/>
            <p:cNvSpPr/>
            <p:nvPr/>
          </p:nvSpPr>
          <p:spPr>
            <a:xfrm>
              <a:off x="6740200" y="2466975"/>
              <a:ext cx="422700" cy="565300"/>
            </a:xfrm>
            <a:custGeom>
              <a:avLst/>
              <a:gdLst/>
              <a:ahLst/>
              <a:cxnLst/>
              <a:rect l="l" t="t" r="r" b="b"/>
              <a:pathLst>
                <a:path w="16908" h="22612" extrusionOk="0">
                  <a:moveTo>
                    <a:pt x="16593" y="0"/>
                  </a:moveTo>
                  <a:cubicBezTo>
                    <a:pt x="16590" y="0"/>
                    <a:pt x="16588" y="1"/>
                    <a:pt x="16585" y="1"/>
                  </a:cubicBezTo>
                  <a:lnTo>
                    <a:pt x="16585" y="5"/>
                  </a:lnTo>
                  <a:cubicBezTo>
                    <a:pt x="14658" y="301"/>
                    <a:pt x="12935" y="1575"/>
                    <a:pt x="11398" y="2703"/>
                  </a:cubicBezTo>
                  <a:cubicBezTo>
                    <a:pt x="8387" y="4915"/>
                    <a:pt x="5786" y="7633"/>
                    <a:pt x="3706" y="10737"/>
                  </a:cubicBezTo>
                  <a:cubicBezTo>
                    <a:pt x="2638" y="12327"/>
                    <a:pt x="1647" y="14034"/>
                    <a:pt x="958" y="15827"/>
                  </a:cubicBezTo>
                  <a:cubicBezTo>
                    <a:pt x="293" y="17547"/>
                    <a:pt x="0" y="19603"/>
                    <a:pt x="1171" y="21177"/>
                  </a:cubicBezTo>
                  <a:cubicBezTo>
                    <a:pt x="1640" y="21809"/>
                    <a:pt x="2306" y="22331"/>
                    <a:pt x="3077" y="22531"/>
                  </a:cubicBezTo>
                  <a:cubicBezTo>
                    <a:pt x="3290" y="22585"/>
                    <a:pt x="3502" y="22611"/>
                    <a:pt x="3711" y="22611"/>
                  </a:cubicBezTo>
                  <a:cubicBezTo>
                    <a:pt x="4296" y="22611"/>
                    <a:pt x="4863" y="22411"/>
                    <a:pt x="5370" y="22075"/>
                  </a:cubicBezTo>
                  <a:cubicBezTo>
                    <a:pt x="6135" y="21569"/>
                    <a:pt x="6800" y="20884"/>
                    <a:pt x="7449" y="20239"/>
                  </a:cubicBezTo>
                  <a:cubicBezTo>
                    <a:pt x="8118" y="19570"/>
                    <a:pt x="8760" y="18875"/>
                    <a:pt x="9375" y="18153"/>
                  </a:cubicBezTo>
                  <a:cubicBezTo>
                    <a:pt x="10600" y="16712"/>
                    <a:pt x="11701" y="15169"/>
                    <a:pt x="12666" y="13542"/>
                  </a:cubicBezTo>
                  <a:cubicBezTo>
                    <a:pt x="14582" y="10315"/>
                    <a:pt x="16066" y="6695"/>
                    <a:pt x="16741" y="2995"/>
                  </a:cubicBezTo>
                  <a:cubicBezTo>
                    <a:pt x="16824" y="2543"/>
                    <a:pt x="16877" y="2087"/>
                    <a:pt x="16904" y="1628"/>
                  </a:cubicBezTo>
                  <a:cubicBezTo>
                    <a:pt x="16908" y="1567"/>
                    <a:pt x="16857" y="1533"/>
                    <a:pt x="16806" y="1533"/>
                  </a:cubicBezTo>
                  <a:cubicBezTo>
                    <a:pt x="16765" y="1533"/>
                    <a:pt x="16724" y="1554"/>
                    <a:pt x="16711" y="1601"/>
                  </a:cubicBezTo>
                  <a:cubicBezTo>
                    <a:pt x="16222" y="3335"/>
                    <a:pt x="15886" y="5098"/>
                    <a:pt x="15307" y="6811"/>
                  </a:cubicBezTo>
                  <a:cubicBezTo>
                    <a:pt x="14722" y="8535"/>
                    <a:pt x="14003" y="10211"/>
                    <a:pt x="13155" y="11825"/>
                  </a:cubicBezTo>
                  <a:cubicBezTo>
                    <a:pt x="11494" y="14999"/>
                    <a:pt x="9349" y="17940"/>
                    <a:pt x="6790" y="20445"/>
                  </a:cubicBezTo>
                  <a:cubicBezTo>
                    <a:pt x="6135" y="21087"/>
                    <a:pt x="5443" y="21829"/>
                    <a:pt x="4571" y="22172"/>
                  </a:cubicBezTo>
                  <a:cubicBezTo>
                    <a:pt x="4295" y="22279"/>
                    <a:pt x="4012" y="22329"/>
                    <a:pt x="3732" y="22329"/>
                  </a:cubicBezTo>
                  <a:cubicBezTo>
                    <a:pt x="3188" y="22329"/>
                    <a:pt x="2651" y="22141"/>
                    <a:pt x="2186" y="21816"/>
                  </a:cubicBezTo>
                  <a:cubicBezTo>
                    <a:pt x="492" y="20631"/>
                    <a:pt x="366" y="18492"/>
                    <a:pt x="918" y="16666"/>
                  </a:cubicBezTo>
                  <a:cubicBezTo>
                    <a:pt x="1461" y="14876"/>
                    <a:pt x="2439" y="13179"/>
                    <a:pt x="3433" y="11605"/>
                  </a:cubicBezTo>
                  <a:cubicBezTo>
                    <a:pt x="5466" y="8398"/>
                    <a:pt x="8044" y="5570"/>
                    <a:pt x="11055" y="3255"/>
                  </a:cubicBezTo>
                  <a:cubicBezTo>
                    <a:pt x="11864" y="2633"/>
                    <a:pt x="12705" y="2051"/>
                    <a:pt x="13574" y="1508"/>
                  </a:cubicBezTo>
                  <a:cubicBezTo>
                    <a:pt x="14525" y="919"/>
                    <a:pt x="15503" y="334"/>
                    <a:pt x="16608" y="94"/>
                  </a:cubicBezTo>
                  <a:cubicBezTo>
                    <a:pt x="16665" y="82"/>
                    <a:pt x="16644" y="0"/>
                    <a:pt x="1659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4" name="Google Shape;6484;p24"/>
            <p:cNvSpPr/>
            <p:nvPr/>
          </p:nvSpPr>
          <p:spPr>
            <a:xfrm>
              <a:off x="6699775" y="2329000"/>
              <a:ext cx="431150" cy="208625"/>
            </a:xfrm>
            <a:custGeom>
              <a:avLst/>
              <a:gdLst/>
              <a:ahLst/>
              <a:cxnLst/>
              <a:rect l="l" t="t" r="r" b="b"/>
              <a:pathLst>
                <a:path w="17246" h="8345" extrusionOk="0">
                  <a:moveTo>
                    <a:pt x="7358" y="0"/>
                  </a:moveTo>
                  <a:cubicBezTo>
                    <a:pt x="5172" y="0"/>
                    <a:pt x="2879" y="511"/>
                    <a:pt x="1314" y="2114"/>
                  </a:cubicBezTo>
                  <a:cubicBezTo>
                    <a:pt x="556" y="2889"/>
                    <a:pt x="0" y="3967"/>
                    <a:pt x="43" y="5071"/>
                  </a:cubicBezTo>
                  <a:cubicBezTo>
                    <a:pt x="87" y="6142"/>
                    <a:pt x="735" y="7044"/>
                    <a:pt x="1627" y="7593"/>
                  </a:cubicBezTo>
                  <a:cubicBezTo>
                    <a:pt x="2625" y="8210"/>
                    <a:pt x="3823" y="8344"/>
                    <a:pt x="4977" y="8344"/>
                  </a:cubicBezTo>
                  <a:cubicBezTo>
                    <a:pt x="5081" y="8344"/>
                    <a:pt x="5184" y="8343"/>
                    <a:pt x="5287" y="8341"/>
                  </a:cubicBezTo>
                  <a:cubicBezTo>
                    <a:pt x="6544" y="8315"/>
                    <a:pt x="7795" y="8152"/>
                    <a:pt x="9019" y="7852"/>
                  </a:cubicBezTo>
                  <a:cubicBezTo>
                    <a:pt x="11731" y="7197"/>
                    <a:pt x="14369" y="5916"/>
                    <a:pt x="16405" y="3990"/>
                  </a:cubicBezTo>
                  <a:cubicBezTo>
                    <a:pt x="16440" y="3957"/>
                    <a:pt x="16409" y="3896"/>
                    <a:pt x="16370" y="3896"/>
                  </a:cubicBezTo>
                  <a:cubicBezTo>
                    <a:pt x="16361" y="3896"/>
                    <a:pt x="16351" y="3899"/>
                    <a:pt x="16342" y="3907"/>
                  </a:cubicBezTo>
                  <a:lnTo>
                    <a:pt x="16342" y="3903"/>
                  </a:lnTo>
                  <a:cubicBezTo>
                    <a:pt x="14466" y="5334"/>
                    <a:pt x="12406" y="6495"/>
                    <a:pt x="10147" y="7194"/>
                  </a:cubicBezTo>
                  <a:cubicBezTo>
                    <a:pt x="9009" y="7546"/>
                    <a:pt x="7842" y="7783"/>
                    <a:pt x="6661" y="7899"/>
                  </a:cubicBezTo>
                  <a:cubicBezTo>
                    <a:pt x="6100" y="7953"/>
                    <a:pt x="5523" y="7996"/>
                    <a:pt x="4947" y="7996"/>
                  </a:cubicBezTo>
                  <a:cubicBezTo>
                    <a:pt x="4280" y="7996"/>
                    <a:pt x="3615" y="7938"/>
                    <a:pt x="2978" y="7773"/>
                  </a:cubicBezTo>
                  <a:cubicBezTo>
                    <a:pt x="1920" y="7496"/>
                    <a:pt x="865" y="6814"/>
                    <a:pt x="519" y="5727"/>
                  </a:cubicBezTo>
                  <a:cubicBezTo>
                    <a:pt x="170" y="4635"/>
                    <a:pt x="639" y="3438"/>
                    <a:pt x="1351" y="2596"/>
                  </a:cubicBezTo>
                  <a:cubicBezTo>
                    <a:pt x="2808" y="871"/>
                    <a:pt x="5178" y="337"/>
                    <a:pt x="7361" y="337"/>
                  </a:cubicBezTo>
                  <a:cubicBezTo>
                    <a:pt x="7565" y="337"/>
                    <a:pt x="7768" y="341"/>
                    <a:pt x="7968" y="350"/>
                  </a:cubicBezTo>
                  <a:cubicBezTo>
                    <a:pt x="9525" y="420"/>
                    <a:pt x="11069" y="693"/>
                    <a:pt x="12599" y="949"/>
                  </a:cubicBezTo>
                  <a:cubicBezTo>
                    <a:pt x="13361" y="1076"/>
                    <a:pt x="14123" y="1209"/>
                    <a:pt x="14885" y="1348"/>
                  </a:cubicBezTo>
                  <a:cubicBezTo>
                    <a:pt x="15630" y="1485"/>
                    <a:pt x="16382" y="1668"/>
                    <a:pt x="17137" y="1691"/>
                  </a:cubicBezTo>
                  <a:cubicBezTo>
                    <a:pt x="17138" y="1691"/>
                    <a:pt x="17139" y="1691"/>
                    <a:pt x="17141" y="1691"/>
                  </a:cubicBezTo>
                  <a:cubicBezTo>
                    <a:pt x="17237" y="1691"/>
                    <a:pt x="17246" y="1558"/>
                    <a:pt x="17164" y="1528"/>
                  </a:cubicBezTo>
                  <a:cubicBezTo>
                    <a:pt x="16442" y="1255"/>
                    <a:pt x="15667" y="1149"/>
                    <a:pt x="14908" y="1009"/>
                  </a:cubicBezTo>
                  <a:cubicBezTo>
                    <a:pt x="14173" y="876"/>
                    <a:pt x="13434" y="746"/>
                    <a:pt x="12692" y="623"/>
                  </a:cubicBezTo>
                  <a:cubicBezTo>
                    <a:pt x="11238" y="380"/>
                    <a:pt x="9778" y="124"/>
                    <a:pt x="8304" y="31"/>
                  </a:cubicBezTo>
                  <a:cubicBezTo>
                    <a:pt x="7993" y="11"/>
                    <a:pt x="7676" y="0"/>
                    <a:pt x="735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5" name="Google Shape;6485;p24"/>
            <p:cNvSpPr/>
            <p:nvPr/>
          </p:nvSpPr>
          <p:spPr>
            <a:xfrm>
              <a:off x="6772450" y="2037250"/>
              <a:ext cx="409575" cy="325700"/>
            </a:xfrm>
            <a:custGeom>
              <a:avLst/>
              <a:gdLst/>
              <a:ahLst/>
              <a:cxnLst/>
              <a:rect l="l" t="t" r="r" b="b"/>
              <a:pathLst>
                <a:path w="16383" h="13028" extrusionOk="0">
                  <a:moveTo>
                    <a:pt x="4832" y="1"/>
                  </a:moveTo>
                  <a:cubicBezTo>
                    <a:pt x="4410" y="1"/>
                    <a:pt x="3983" y="50"/>
                    <a:pt x="3554" y="157"/>
                  </a:cubicBezTo>
                  <a:cubicBezTo>
                    <a:pt x="1621" y="639"/>
                    <a:pt x="1" y="2668"/>
                    <a:pt x="553" y="4718"/>
                  </a:cubicBezTo>
                  <a:cubicBezTo>
                    <a:pt x="859" y="5856"/>
                    <a:pt x="1841" y="6597"/>
                    <a:pt x="2742" y="7266"/>
                  </a:cubicBezTo>
                  <a:cubicBezTo>
                    <a:pt x="3833" y="8071"/>
                    <a:pt x="4965" y="8820"/>
                    <a:pt x="6136" y="9502"/>
                  </a:cubicBezTo>
                  <a:cubicBezTo>
                    <a:pt x="8771" y="11039"/>
                    <a:pt x="11595" y="12223"/>
                    <a:pt x="14539" y="13025"/>
                  </a:cubicBezTo>
                  <a:cubicBezTo>
                    <a:pt x="14546" y="13027"/>
                    <a:pt x="14553" y="13028"/>
                    <a:pt x="14559" y="13028"/>
                  </a:cubicBezTo>
                  <a:cubicBezTo>
                    <a:pt x="14627" y="13028"/>
                    <a:pt x="14649" y="12920"/>
                    <a:pt x="14573" y="12899"/>
                  </a:cubicBezTo>
                  <a:cubicBezTo>
                    <a:pt x="12147" y="12107"/>
                    <a:pt x="9779" y="11102"/>
                    <a:pt x="7540" y="9868"/>
                  </a:cubicBezTo>
                  <a:cubicBezTo>
                    <a:pt x="6425" y="9252"/>
                    <a:pt x="5331" y="8600"/>
                    <a:pt x="4276" y="7882"/>
                  </a:cubicBezTo>
                  <a:cubicBezTo>
                    <a:pt x="3298" y="7216"/>
                    <a:pt x="2170" y="6531"/>
                    <a:pt x="1435" y="5586"/>
                  </a:cubicBezTo>
                  <a:cubicBezTo>
                    <a:pt x="41" y="3793"/>
                    <a:pt x="1375" y="1278"/>
                    <a:pt x="3334" y="622"/>
                  </a:cubicBezTo>
                  <a:cubicBezTo>
                    <a:pt x="3839" y="454"/>
                    <a:pt x="4345" y="379"/>
                    <a:pt x="4845" y="379"/>
                  </a:cubicBezTo>
                  <a:cubicBezTo>
                    <a:pt x="6789" y="379"/>
                    <a:pt x="8655" y="1519"/>
                    <a:pt x="10081" y="2791"/>
                  </a:cubicBezTo>
                  <a:cubicBezTo>
                    <a:pt x="12061" y="4558"/>
                    <a:pt x="13731" y="7023"/>
                    <a:pt x="16283" y="8005"/>
                  </a:cubicBezTo>
                  <a:cubicBezTo>
                    <a:pt x="16291" y="8008"/>
                    <a:pt x="16298" y="8009"/>
                    <a:pt x="16305" y="8009"/>
                  </a:cubicBezTo>
                  <a:cubicBezTo>
                    <a:pt x="16360" y="8009"/>
                    <a:pt x="16383" y="7924"/>
                    <a:pt x="16333" y="7892"/>
                  </a:cubicBezTo>
                  <a:cubicBezTo>
                    <a:pt x="15181" y="7150"/>
                    <a:pt x="14137" y="6285"/>
                    <a:pt x="13162" y="5327"/>
                  </a:cubicBezTo>
                  <a:cubicBezTo>
                    <a:pt x="12217" y="4398"/>
                    <a:pt x="11332" y="3414"/>
                    <a:pt x="10348" y="2532"/>
                  </a:cubicBezTo>
                  <a:cubicBezTo>
                    <a:pt x="8834" y="1176"/>
                    <a:pt x="6894" y="1"/>
                    <a:pt x="483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6" name="Google Shape;6486;p24"/>
            <p:cNvSpPr/>
            <p:nvPr/>
          </p:nvSpPr>
          <p:spPr>
            <a:xfrm>
              <a:off x="6980725" y="1851925"/>
              <a:ext cx="200800" cy="465525"/>
            </a:xfrm>
            <a:custGeom>
              <a:avLst/>
              <a:gdLst/>
              <a:ahLst/>
              <a:cxnLst/>
              <a:rect l="l" t="t" r="r" b="b"/>
              <a:pathLst>
                <a:path w="8032" h="18621" extrusionOk="0">
                  <a:moveTo>
                    <a:pt x="3742" y="356"/>
                  </a:moveTo>
                  <a:cubicBezTo>
                    <a:pt x="4730" y="356"/>
                    <a:pt x="5598" y="1049"/>
                    <a:pt x="6168" y="1827"/>
                  </a:cubicBezTo>
                  <a:cubicBezTo>
                    <a:pt x="7662" y="3863"/>
                    <a:pt x="7669" y="6708"/>
                    <a:pt x="7672" y="9127"/>
                  </a:cubicBezTo>
                  <a:cubicBezTo>
                    <a:pt x="7675" y="11298"/>
                    <a:pt x="7599" y="13470"/>
                    <a:pt x="7549" y="15643"/>
                  </a:cubicBezTo>
                  <a:lnTo>
                    <a:pt x="7549" y="15643"/>
                  </a:lnTo>
                  <a:cubicBezTo>
                    <a:pt x="7548" y="15631"/>
                    <a:pt x="7543" y="15619"/>
                    <a:pt x="7533" y="15607"/>
                  </a:cubicBezTo>
                  <a:cubicBezTo>
                    <a:pt x="5852" y="13731"/>
                    <a:pt x="4532" y="11559"/>
                    <a:pt x="3361" y="9336"/>
                  </a:cubicBezTo>
                  <a:cubicBezTo>
                    <a:pt x="2772" y="8222"/>
                    <a:pt x="2166" y="7094"/>
                    <a:pt x="1697" y="5926"/>
                  </a:cubicBezTo>
                  <a:cubicBezTo>
                    <a:pt x="1255" y="4822"/>
                    <a:pt x="965" y="3581"/>
                    <a:pt x="1335" y="2416"/>
                  </a:cubicBezTo>
                  <a:cubicBezTo>
                    <a:pt x="1631" y="1481"/>
                    <a:pt x="2336" y="586"/>
                    <a:pt x="3344" y="393"/>
                  </a:cubicBezTo>
                  <a:cubicBezTo>
                    <a:pt x="3478" y="368"/>
                    <a:pt x="3611" y="356"/>
                    <a:pt x="3742" y="356"/>
                  </a:cubicBezTo>
                  <a:close/>
                  <a:moveTo>
                    <a:pt x="3741" y="0"/>
                  </a:moveTo>
                  <a:cubicBezTo>
                    <a:pt x="2794" y="0"/>
                    <a:pt x="1966" y="558"/>
                    <a:pt x="1451" y="1338"/>
                  </a:cubicBezTo>
                  <a:cubicBezTo>
                    <a:pt x="0" y="3521"/>
                    <a:pt x="1335" y="6112"/>
                    <a:pt x="2389" y="8142"/>
                  </a:cubicBezTo>
                  <a:cubicBezTo>
                    <a:pt x="3793" y="10843"/>
                    <a:pt x="5347" y="13468"/>
                    <a:pt x="7436" y="15701"/>
                  </a:cubicBezTo>
                  <a:cubicBezTo>
                    <a:pt x="7450" y="15715"/>
                    <a:pt x="7466" y="15722"/>
                    <a:pt x="7481" y="15722"/>
                  </a:cubicBezTo>
                  <a:cubicBezTo>
                    <a:pt x="7514" y="15722"/>
                    <a:pt x="7543" y="15694"/>
                    <a:pt x="7549" y="15662"/>
                  </a:cubicBezTo>
                  <a:lnTo>
                    <a:pt x="7549" y="15662"/>
                  </a:lnTo>
                  <a:cubicBezTo>
                    <a:pt x="7528" y="16618"/>
                    <a:pt x="7511" y="17575"/>
                    <a:pt x="7509" y="18532"/>
                  </a:cubicBezTo>
                  <a:cubicBezTo>
                    <a:pt x="7509" y="18591"/>
                    <a:pt x="7552" y="18620"/>
                    <a:pt x="7596" y="18620"/>
                  </a:cubicBezTo>
                  <a:cubicBezTo>
                    <a:pt x="7641" y="18620"/>
                    <a:pt x="7687" y="18590"/>
                    <a:pt x="7692" y="18532"/>
                  </a:cubicBezTo>
                  <a:cubicBezTo>
                    <a:pt x="8005" y="15478"/>
                    <a:pt x="8015" y="12387"/>
                    <a:pt x="8015" y="9320"/>
                  </a:cubicBezTo>
                  <a:cubicBezTo>
                    <a:pt x="8015" y="6768"/>
                    <a:pt x="8032" y="3757"/>
                    <a:pt x="6441" y="1608"/>
                  </a:cubicBezTo>
                  <a:cubicBezTo>
                    <a:pt x="5839" y="793"/>
                    <a:pt x="4974" y="87"/>
                    <a:pt x="3929" y="8"/>
                  </a:cubicBezTo>
                  <a:cubicBezTo>
                    <a:pt x="3866" y="3"/>
                    <a:pt x="3803" y="0"/>
                    <a:pt x="374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7" name="Google Shape;6487;p24"/>
            <p:cNvSpPr/>
            <p:nvPr/>
          </p:nvSpPr>
          <p:spPr>
            <a:xfrm>
              <a:off x="7074200" y="2519625"/>
              <a:ext cx="165225" cy="466775"/>
            </a:xfrm>
            <a:custGeom>
              <a:avLst/>
              <a:gdLst/>
              <a:ahLst/>
              <a:cxnLst/>
              <a:rect l="l" t="t" r="r" b="b"/>
              <a:pathLst>
                <a:path w="6609" h="18671" extrusionOk="0">
                  <a:moveTo>
                    <a:pt x="5513" y="0"/>
                  </a:moveTo>
                  <a:cubicBezTo>
                    <a:pt x="5445" y="0"/>
                    <a:pt x="5374" y="58"/>
                    <a:pt x="5390" y="148"/>
                  </a:cubicBezTo>
                  <a:cubicBezTo>
                    <a:pt x="5816" y="2543"/>
                    <a:pt x="6036" y="4982"/>
                    <a:pt x="5903" y="7413"/>
                  </a:cubicBezTo>
                  <a:cubicBezTo>
                    <a:pt x="5763" y="9845"/>
                    <a:pt x="5287" y="12241"/>
                    <a:pt x="4485" y="14540"/>
                  </a:cubicBezTo>
                  <a:cubicBezTo>
                    <a:pt x="4279" y="15125"/>
                    <a:pt x="4053" y="15704"/>
                    <a:pt x="3803" y="16273"/>
                  </a:cubicBezTo>
                  <a:cubicBezTo>
                    <a:pt x="3584" y="16775"/>
                    <a:pt x="3374" y="17314"/>
                    <a:pt x="3018" y="17740"/>
                  </a:cubicBezTo>
                  <a:cubicBezTo>
                    <a:pt x="2782" y="18022"/>
                    <a:pt x="2479" y="18220"/>
                    <a:pt x="2166" y="18220"/>
                  </a:cubicBezTo>
                  <a:cubicBezTo>
                    <a:pt x="1976" y="18220"/>
                    <a:pt x="1782" y="18147"/>
                    <a:pt x="1598" y="17976"/>
                  </a:cubicBezTo>
                  <a:cubicBezTo>
                    <a:pt x="1185" y="17600"/>
                    <a:pt x="919" y="17022"/>
                    <a:pt x="756" y="16496"/>
                  </a:cubicBezTo>
                  <a:cubicBezTo>
                    <a:pt x="413" y="15405"/>
                    <a:pt x="447" y="14220"/>
                    <a:pt x="613" y="13099"/>
                  </a:cubicBezTo>
                  <a:cubicBezTo>
                    <a:pt x="799" y="11848"/>
                    <a:pt x="1129" y="10617"/>
                    <a:pt x="1511" y="9416"/>
                  </a:cubicBezTo>
                  <a:cubicBezTo>
                    <a:pt x="2423" y="6545"/>
                    <a:pt x="3564" y="3741"/>
                    <a:pt x="4612" y="919"/>
                  </a:cubicBezTo>
                  <a:cubicBezTo>
                    <a:pt x="4636" y="859"/>
                    <a:pt x="4587" y="820"/>
                    <a:pt x="4536" y="820"/>
                  </a:cubicBezTo>
                  <a:cubicBezTo>
                    <a:pt x="4503" y="820"/>
                    <a:pt x="4468" y="837"/>
                    <a:pt x="4452" y="876"/>
                  </a:cubicBezTo>
                  <a:cubicBezTo>
                    <a:pt x="3371" y="3574"/>
                    <a:pt x="2207" y="6259"/>
                    <a:pt x="1268" y="9014"/>
                  </a:cubicBezTo>
                  <a:cubicBezTo>
                    <a:pt x="823" y="10328"/>
                    <a:pt x="433" y="11675"/>
                    <a:pt x="224" y="13046"/>
                  </a:cubicBezTo>
                  <a:cubicBezTo>
                    <a:pt x="51" y="14187"/>
                    <a:pt x="1" y="15378"/>
                    <a:pt x="320" y="16499"/>
                  </a:cubicBezTo>
                  <a:cubicBezTo>
                    <a:pt x="562" y="17344"/>
                    <a:pt x="1149" y="18671"/>
                    <a:pt x="2188" y="18671"/>
                  </a:cubicBezTo>
                  <a:cubicBezTo>
                    <a:pt x="2238" y="18671"/>
                    <a:pt x="2288" y="18668"/>
                    <a:pt x="2340" y="18662"/>
                  </a:cubicBezTo>
                  <a:cubicBezTo>
                    <a:pt x="3414" y="18529"/>
                    <a:pt x="3930" y="17211"/>
                    <a:pt x="4303" y="16359"/>
                  </a:cubicBezTo>
                  <a:cubicBezTo>
                    <a:pt x="5337" y="13974"/>
                    <a:pt x="6009" y="11446"/>
                    <a:pt x="6289" y="8861"/>
                  </a:cubicBezTo>
                  <a:cubicBezTo>
                    <a:pt x="6608" y="5930"/>
                    <a:pt x="6458" y="2922"/>
                    <a:pt x="5620" y="84"/>
                  </a:cubicBezTo>
                  <a:cubicBezTo>
                    <a:pt x="5603" y="26"/>
                    <a:pt x="5558" y="0"/>
                    <a:pt x="551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8" name="Google Shape;6488;p24"/>
            <p:cNvSpPr/>
            <p:nvPr/>
          </p:nvSpPr>
          <p:spPr>
            <a:xfrm>
              <a:off x="6861950" y="2878175"/>
              <a:ext cx="21900" cy="17125"/>
            </a:xfrm>
            <a:custGeom>
              <a:avLst/>
              <a:gdLst/>
              <a:ahLst/>
              <a:cxnLst/>
              <a:rect l="l" t="t" r="r" b="b"/>
              <a:pathLst>
                <a:path w="876" h="685" extrusionOk="0">
                  <a:moveTo>
                    <a:pt x="356" y="0"/>
                  </a:moveTo>
                  <a:cubicBezTo>
                    <a:pt x="280" y="0"/>
                    <a:pt x="186" y="49"/>
                    <a:pt x="134" y="101"/>
                  </a:cubicBezTo>
                  <a:cubicBezTo>
                    <a:pt x="1" y="234"/>
                    <a:pt x="1" y="451"/>
                    <a:pt x="130" y="584"/>
                  </a:cubicBezTo>
                  <a:cubicBezTo>
                    <a:pt x="188" y="636"/>
                    <a:pt x="269" y="685"/>
                    <a:pt x="351" y="685"/>
                  </a:cubicBezTo>
                  <a:cubicBezTo>
                    <a:pt x="358" y="685"/>
                    <a:pt x="366" y="684"/>
                    <a:pt x="373" y="683"/>
                  </a:cubicBezTo>
                  <a:cubicBezTo>
                    <a:pt x="436" y="677"/>
                    <a:pt x="500" y="670"/>
                    <a:pt x="566" y="663"/>
                  </a:cubicBezTo>
                  <a:cubicBezTo>
                    <a:pt x="716" y="643"/>
                    <a:pt x="876" y="514"/>
                    <a:pt x="869" y="347"/>
                  </a:cubicBezTo>
                  <a:cubicBezTo>
                    <a:pt x="862" y="198"/>
                    <a:pt x="756" y="71"/>
                    <a:pt x="613" y="35"/>
                  </a:cubicBezTo>
                  <a:cubicBezTo>
                    <a:pt x="536" y="18"/>
                    <a:pt x="456" y="8"/>
                    <a:pt x="377" y="1"/>
                  </a:cubicBezTo>
                  <a:cubicBezTo>
                    <a:pt x="370" y="1"/>
                    <a:pt x="363" y="0"/>
                    <a:pt x="35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9" name="Google Shape;6489;p24"/>
            <p:cNvSpPr/>
            <p:nvPr/>
          </p:nvSpPr>
          <p:spPr>
            <a:xfrm>
              <a:off x="6893150" y="2909575"/>
              <a:ext cx="16325" cy="15825"/>
            </a:xfrm>
            <a:custGeom>
              <a:avLst/>
              <a:gdLst/>
              <a:ahLst/>
              <a:cxnLst/>
              <a:rect l="l" t="t" r="r" b="b"/>
              <a:pathLst>
                <a:path w="653" h="633" extrusionOk="0">
                  <a:moveTo>
                    <a:pt x="348" y="0"/>
                  </a:moveTo>
                  <a:cubicBezTo>
                    <a:pt x="332" y="0"/>
                    <a:pt x="315" y="2"/>
                    <a:pt x="300" y="6"/>
                  </a:cubicBezTo>
                  <a:cubicBezTo>
                    <a:pt x="270" y="6"/>
                    <a:pt x="243" y="13"/>
                    <a:pt x="220" y="26"/>
                  </a:cubicBezTo>
                  <a:cubicBezTo>
                    <a:pt x="180" y="40"/>
                    <a:pt x="143" y="63"/>
                    <a:pt x="117" y="93"/>
                  </a:cubicBezTo>
                  <a:cubicBezTo>
                    <a:pt x="107" y="99"/>
                    <a:pt x="100" y="106"/>
                    <a:pt x="90" y="113"/>
                  </a:cubicBezTo>
                  <a:cubicBezTo>
                    <a:pt x="70" y="129"/>
                    <a:pt x="53" y="153"/>
                    <a:pt x="40" y="176"/>
                  </a:cubicBezTo>
                  <a:cubicBezTo>
                    <a:pt x="14" y="219"/>
                    <a:pt x="0" y="266"/>
                    <a:pt x="0" y="316"/>
                  </a:cubicBezTo>
                  <a:cubicBezTo>
                    <a:pt x="4" y="362"/>
                    <a:pt x="14" y="409"/>
                    <a:pt x="37" y="452"/>
                  </a:cubicBezTo>
                  <a:cubicBezTo>
                    <a:pt x="50" y="475"/>
                    <a:pt x="67" y="499"/>
                    <a:pt x="83" y="515"/>
                  </a:cubicBezTo>
                  <a:cubicBezTo>
                    <a:pt x="93" y="525"/>
                    <a:pt x="103" y="532"/>
                    <a:pt x="113" y="539"/>
                  </a:cubicBezTo>
                  <a:lnTo>
                    <a:pt x="177" y="588"/>
                  </a:lnTo>
                  <a:lnTo>
                    <a:pt x="253" y="622"/>
                  </a:lnTo>
                  <a:cubicBezTo>
                    <a:pt x="276" y="630"/>
                    <a:pt x="301" y="633"/>
                    <a:pt x="325" y="633"/>
                  </a:cubicBezTo>
                  <a:cubicBezTo>
                    <a:pt x="342" y="633"/>
                    <a:pt x="360" y="631"/>
                    <a:pt x="376" y="628"/>
                  </a:cubicBezTo>
                  <a:cubicBezTo>
                    <a:pt x="406" y="628"/>
                    <a:pt x="433" y="622"/>
                    <a:pt x="456" y="605"/>
                  </a:cubicBezTo>
                  <a:cubicBezTo>
                    <a:pt x="483" y="598"/>
                    <a:pt x="506" y="585"/>
                    <a:pt x="526" y="565"/>
                  </a:cubicBezTo>
                  <a:cubicBezTo>
                    <a:pt x="549" y="552"/>
                    <a:pt x="569" y="532"/>
                    <a:pt x="582" y="509"/>
                  </a:cubicBezTo>
                  <a:cubicBezTo>
                    <a:pt x="629" y="455"/>
                    <a:pt x="652" y="389"/>
                    <a:pt x="652" y="319"/>
                  </a:cubicBezTo>
                  <a:cubicBezTo>
                    <a:pt x="652" y="262"/>
                    <a:pt x="636" y="209"/>
                    <a:pt x="612" y="159"/>
                  </a:cubicBezTo>
                  <a:cubicBezTo>
                    <a:pt x="582" y="113"/>
                    <a:pt x="546" y="73"/>
                    <a:pt x="499" y="46"/>
                  </a:cubicBezTo>
                  <a:lnTo>
                    <a:pt x="423" y="13"/>
                  </a:lnTo>
                  <a:cubicBezTo>
                    <a:pt x="399" y="5"/>
                    <a:pt x="373" y="0"/>
                    <a:pt x="3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0" name="Google Shape;6490;p24"/>
            <p:cNvSpPr/>
            <p:nvPr/>
          </p:nvSpPr>
          <p:spPr>
            <a:xfrm>
              <a:off x="6845325" y="2953025"/>
              <a:ext cx="24550" cy="27500"/>
            </a:xfrm>
            <a:custGeom>
              <a:avLst/>
              <a:gdLst/>
              <a:ahLst/>
              <a:cxnLst/>
              <a:rect l="l" t="t" r="r" b="b"/>
              <a:pathLst>
                <a:path w="982" h="1100" extrusionOk="0">
                  <a:moveTo>
                    <a:pt x="622" y="1"/>
                  </a:moveTo>
                  <a:cubicBezTo>
                    <a:pt x="580" y="1"/>
                    <a:pt x="537" y="13"/>
                    <a:pt x="499" y="42"/>
                  </a:cubicBezTo>
                  <a:cubicBezTo>
                    <a:pt x="389" y="121"/>
                    <a:pt x="283" y="211"/>
                    <a:pt x="183" y="308"/>
                  </a:cubicBezTo>
                  <a:cubicBezTo>
                    <a:pt x="0" y="484"/>
                    <a:pt x="0" y="780"/>
                    <a:pt x="180" y="960"/>
                  </a:cubicBezTo>
                  <a:cubicBezTo>
                    <a:pt x="271" y="1052"/>
                    <a:pt x="391" y="1099"/>
                    <a:pt x="511" y="1099"/>
                  </a:cubicBezTo>
                  <a:cubicBezTo>
                    <a:pt x="628" y="1099"/>
                    <a:pt x="745" y="1055"/>
                    <a:pt x="835" y="966"/>
                  </a:cubicBezTo>
                  <a:cubicBezTo>
                    <a:pt x="962" y="843"/>
                    <a:pt x="982" y="687"/>
                    <a:pt x="958" y="517"/>
                  </a:cubicBezTo>
                  <a:cubicBezTo>
                    <a:pt x="942" y="411"/>
                    <a:pt x="918" y="304"/>
                    <a:pt x="885" y="201"/>
                  </a:cubicBezTo>
                  <a:cubicBezTo>
                    <a:pt x="853" y="94"/>
                    <a:pt x="738" y="1"/>
                    <a:pt x="62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1" name="Google Shape;6491;p24"/>
            <p:cNvSpPr/>
            <p:nvPr/>
          </p:nvSpPr>
          <p:spPr>
            <a:xfrm>
              <a:off x="7123700" y="2872175"/>
              <a:ext cx="20325" cy="20600"/>
            </a:xfrm>
            <a:custGeom>
              <a:avLst/>
              <a:gdLst/>
              <a:ahLst/>
              <a:cxnLst/>
              <a:rect l="l" t="t" r="r" b="b"/>
              <a:pathLst>
                <a:path w="813" h="824" extrusionOk="0">
                  <a:moveTo>
                    <a:pt x="405" y="0"/>
                  </a:moveTo>
                  <a:cubicBezTo>
                    <a:pt x="344" y="0"/>
                    <a:pt x="283" y="16"/>
                    <a:pt x="230" y="48"/>
                  </a:cubicBezTo>
                  <a:lnTo>
                    <a:pt x="203" y="65"/>
                  </a:lnTo>
                  <a:cubicBezTo>
                    <a:pt x="157" y="88"/>
                    <a:pt x="120" y="125"/>
                    <a:pt x="90" y="168"/>
                  </a:cubicBezTo>
                  <a:cubicBezTo>
                    <a:pt x="64" y="195"/>
                    <a:pt x="47" y="225"/>
                    <a:pt x="37" y="258"/>
                  </a:cubicBezTo>
                  <a:cubicBezTo>
                    <a:pt x="10" y="305"/>
                    <a:pt x="0" y="361"/>
                    <a:pt x="0" y="414"/>
                  </a:cubicBezTo>
                  <a:lnTo>
                    <a:pt x="14" y="521"/>
                  </a:lnTo>
                  <a:cubicBezTo>
                    <a:pt x="27" y="554"/>
                    <a:pt x="40" y="587"/>
                    <a:pt x="57" y="621"/>
                  </a:cubicBezTo>
                  <a:cubicBezTo>
                    <a:pt x="80" y="664"/>
                    <a:pt x="113" y="704"/>
                    <a:pt x="157" y="734"/>
                  </a:cubicBezTo>
                  <a:cubicBezTo>
                    <a:pt x="180" y="757"/>
                    <a:pt x="210" y="777"/>
                    <a:pt x="247" y="787"/>
                  </a:cubicBezTo>
                  <a:cubicBezTo>
                    <a:pt x="293" y="810"/>
                    <a:pt x="346" y="824"/>
                    <a:pt x="403" y="824"/>
                  </a:cubicBezTo>
                  <a:lnTo>
                    <a:pt x="509" y="807"/>
                  </a:lnTo>
                  <a:lnTo>
                    <a:pt x="606" y="767"/>
                  </a:lnTo>
                  <a:cubicBezTo>
                    <a:pt x="652" y="744"/>
                    <a:pt x="692" y="707"/>
                    <a:pt x="722" y="664"/>
                  </a:cubicBezTo>
                  <a:cubicBezTo>
                    <a:pt x="746" y="637"/>
                    <a:pt x="766" y="607"/>
                    <a:pt x="776" y="574"/>
                  </a:cubicBezTo>
                  <a:cubicBezTo>
                    <a:pt x="799" y="528"/>
                    <a:pt x="812" y="474"/>
                    <a:pt x="809" y="418"/>
                  </a:cubicBezTo>
                  <a:lnTo>
                    <a:pt x="795" y="311"/>
                  </a:lnTo>
                  <a:cubicBezTo>
                    <a:pt x="782" y="278"/>
                    <a:pt x="769" y="245"/>
                    <a:pt x="756" y="215"/>
                  </a:cubicBezTo>
                  <a:cubicBezTo>
                    <a:pt x="722" y="155"/>
                    <a:pt x="672" y="105"/>
                    <a:pt x="612" y="68"/>
                  </a:cubicBezTo>
                  <a:lnTo>
                    <a:pt x="589" y="52"/>
                  </a:lnTo>
                  <a:cubicBezTo>
                    <a:pt x="533" y="18"/>
                    <a:pt x="469" y="0"/>
                    <a:pt x="40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2" name="Google Shape;6492;p24"/>
            <p:cNvSpPr/>
            <p:nvPr/>
          </p:nvSpPr>
          <p:spPr>
            <a:xfrm>
              <a:off x="6856300" y="2073175"/>
              <a:ext cx="28300" cy="27975"/>
            </a:xfrm>
            <a:custGeom>
              <a:avLst/>
              <a:gdLst/>
              <a:ahLst/>
              <a:cxnLst/>
              <a:rect l="l" t="t" r="r" b="b"/>
              <a:pathLst>
                <a:path w="1132" h="1119" extrusionOk="0">
                  <a:moveTo>
                    <a:pt x="746" y="0"/>
                  </a:moveTo>
                  <a:cubicBezTo>
                    <a:pt x="553" y="0"/>
                    <a:pt x="385" y="170"/>
                    <a:pt x="233" y="277"/>
                  </a:cubicBezTo>
                  <a:cubicBezTo>
                    <a:pt x="107" y="370"/>
                    <a:pt x="0" y="496"/>
                    <a:pt x="7" y="666"/>
                  </a:cubicBezTo>
                  <a:cubicBezTo>
                    <a:pt x="10" y="786"/>
                    <a:pt x="57" y="899"/>
                    <a:pt x="137" y="985"/>
                  </a:cubicBezTo>
                  <a:cubicBezTo>
                    <a:pt x="223" y="1068"/>
                    <a:pt x="336" y="1118"/>
                    <a:pt x="456" y="1118"/>
                  </a:cubicBezTo>
                  <a:cubicBezTo>
                    <a:pt x="623" y="1118"/>
                    <a:pt x="756" y="1032"/>
                    <a:pt x="845" y="899"/>
                  </a:cubicBezTo>
                  <a:cubicBezTo>
                    <a:pt x="952" y="746"/>
                    <a:pt x="1132" y="559"/>
                    <a:pt x="1122" y="363"/>
                  </a:cubicBezTo>
                  <a:cubicBezTo>
                    <a:pt x="1118" y="167"/>
                    <a:pt x="962" y="7"/>
                    <a:pt x="762" y="0"/>
                  </a:cubicBezTo>
                  <a:cubicBezTo>
                    <a:pt x="757" y="0"/>
                    <a:pt x="751" y="0"/>
                    <a:pt x="74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3" name="Google Shape;6493;p24"/>
            <p:cNvSpPr/>
            <p:nvPr/>
          </p:nvSpPr>
          <p:spPr>
            <a:xfrm>
              <a:off x="6909025" y="2078000"/>
              <a:ext cx="21725" cy="23975"/>
            </a:xfrm>
            <a:custGeom>
              <a:avLst/>
              <a:gdLst/>
              <a:ahLst/>
              <a:cxnLst/>
              <a:rect l="l" t="t" r="r" b="b"/>
              <a:pathLst>
                <a:path w="869" h="959" extrusionOk="0">
                  <a:moveTo>
                    <a:pt x="440" y="0"/>
                  </a:moveTo>
                  <a:cubicBezTo>
                    <a:pt x="197" y="0"/>
                    <a:pt x="1" y="240"/>
                    <a:pt x="71" y="479"/>
                  </a:cubicBezTo>
                  <a:cubicBezTo>
                    <a:pt x="127" y="676"/>
                    <a:pt x="174" y="959"/>
                    <a:pt x="433" y="959"/>
                  </a:cubicBezTo>
                  <a:cubicBezTo>
                    <a:pt x="435" y="959"/>
                    <a:pt x="436" y="959"/>
                    <a:pt x="438" y="959"/>
                  </a:cubicBezTo>
                  <a:cubicBezTo>
                    <a:pt x="690" y="959"/>
                    <a:pt x="743" y="678"/>
                    <a:pt x="802" y="486"/>
                  </a:cubicBezTo>
                  <a:cubicBezTo>
                    <a:pt x="869" y="243"/>
                    <a:pt x="689" y="7"/>
                    <a:pt x="440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4" name="Google Shape;6494;p24"/>
            <p:cNvSpPr/>
            <p:nvPr/>
          </p:nvSpPr>
          <p:spPr>
            <a:xfrm>
              <a:off x="6912700" y="2137675"/>
              <a:ext cx="29125" cy="25025"/>
            </a:xfrm>
            <a:custGeom>
              <a:avLst/>
              <a:gdLst/>
              <a:ahLst/>
              <a:cxnLst/>
              <a:rect l="l" t="t" r="r" b="b"/>
              <a:pathLst>
                <a:path w="1165" h="1001" extrusionOk="0">
                  <a:moveTo>
                    <a:pt x="647" y="0"/>
                  </a:moveTo>
                  <a:cubicBezTo>
                    <a:pt x="533" y="0"/>
                    <a:pt x="418" y="43"/>
                    <a:pt x="329" y="129"/>
                  </a:cubicBezTo>
                  <a:cubicBezTo>
                    <a:pt x="279" y="175"/>
                    <a:pt x="226" y="218"/>
                    <a:pt x="180" y="268"/>
                  </a:cubicBezTo>
                  <a:cubicBezTo>
                    <a:pt x="93" y="351"/>
                    <a:pt x="60" y="455"/>
                    <a:pt x="30" y="564"/>
                  </a:cubicBezTo>
                  <a:cubicBezTo>
                    <a:pt x="0" y="664"/>
                    <a:pt x="23" y="774"/>
                    <a:pt x="87" y="857"/>
                  </a:cubicBezTo>
                  <a:cubicBezTo>
                    <a:pt x="150" y="940"/>
                    <a:pt x="246" y="990"/>
                    <a:pt x="353" y="994"/>
                  </a:cubicBezTo>
                  <a:cubicBezTo>
                    <a:pt x="383" y="997"/>
                    <a:pt x="413" y="1000"/>
                    <a:pt x="442" y="1000"/>
                  </a:cubicBezTo>
                  <a:cubicBezTo>
                    <a:pt x="449" y="1000"/>
                    <a:pt x="455" y="1001"/>
                    <a:pt x="461" y="1001"/>
                  </a:cubicBezTo>
                  <a:cubicBezTo>
                    <a:pt x="541" y="1001"/>
                    <a:pt x="621" y="980"/>
                    <a:pt x="692" y="940"/>
                  </a:cubicBezTo>
                  <a:cubicBezTo>
                    <a:pt x="755" y="914"/>
                    <a:pt x="815" y="880"/>
                    <a:pt x="878" y="850"/>
                  </a:cubicBezTo>
                  <a:cubicBezTo>
                    <a:pt x="1128" y="731"/>
                    <a:pt x="1164" y="385"/>
                    <a:pt x="1011" y="182"/>
                  </a:cubicBezTo>
                  <a:cubicBezTo>
                    <a:pt x="920" y="62"/>
                    <a:pt x="784" y="0"/>
                    <a:pt x="647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5" name="Google Shape;6495;p24"/>
            <p:cNvSpPr/>
            <p:nvPr/>
          </p:nvSpPr>
          <p:spPr>
            <a:xfrm>
              <a:off x="6878750" y="2173000"/>
              <a:ext cx="32375" cy="23975"/>
            </a:xfrm>
            <a:custGeom>
              <a:avLst/>
              <a:gdLst/>
              <a:ahLst/>
              <a:cxnLst/>
              <a:rect l="l" t="t" r="r" b="b"/>
              <a:pathLst>
                <a:path w="1295" h="959" extrusionOk="0">
                  <a:moveTo>
                    <a:pt x="765" y="0"/>
                  </a:moveTo>
                  <a:cubicBezTo>
                    <a:pt x="724" y="0"/>
                    <a:pt x="682" y="5"/>
                    <a:pt x="639" y="13"/>
                  </a:cubicBezTo>
                  <a:cubicBezTo>
                    <a:pt x="380" y="63"/>
                    <a:pt x="7" y="143"/>
                    <a:pt x="4" y="475"/>
                  </a:cubicBezTo>
                  <a:cubicBezTo>
                    <a:pt x="1" y="805"/>
                    <a:pt x="373" y="891"/>
                    <a:pt x="633" y="945"/>
                  </a:cubicBezTo>
                  <a:cubicBezTo>
                    <a:pt x="677" y="953"/>
                    <a:pt x="722" y="958"/>
                    <a:pt x="766" y="958"/>
                  </a:cubicBezTo>
                  <a:cubicBezTo>
                    <a:pt x="891" y="958"/>
                    <a:pt x="1014" y="920"/>
                    <a:pt x="1102" y="825"/>
                  </a:cubicBezTo>
                  <a:cubicBezTo>
                    <a:pt x="1291" y="635"/>
                    <a:pt x="1295" y="329"/>
                    <a:pt x="1109" y="139"/>
                  </a:cubicBezTo>
                  <a:cubicBezTo>
                    <a:pt x="1011" y="42"/>
                    <a:pt x="892" y="0"/>
                    <a:pt x="765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6" name="Google Shape;6496;p24"/>
            <p:cNvSpPr/>
            <p:nvPr/>
          </p:nvSpPr>
          <p:spPr>
            <a:xfrm>
              <a:off x="6853800" y="2160300"/>
              <a:ext cx="22475" cy="31425"/>
            </a:xfrm>
            <a:custGeom>
              <a:avLst/>
              <a:gdLst/>
              <a:ahLst/>
              <a:cxnLst/>
              <a:rect l="l" t="t" r="r" b="b"/>
              <a:pathLst>
                <a:path w="899" h="1257" extrusionOk="0">
                  <a:moveTo>
                    <a:pt x="289" y="0"/>
                  </a:moveTo>
                  <a:cubicBezTo>
                    <a:pt x="183" y="0"/>
                    <a:pt x="80" y="55"/>
                    <a:pt x="60" y="175"/>
                  </a:cubicBezTo>
                  <a:cubicBezTo>
                    <a:pt x="44" y="291"/>
                    <a:pt x="17" y="408"/>
                    <a:pt x="11" y="524"/>
                  </a:cubicBezTo>
                  <a:cubicBezTo>
                    <a:pt x="1" y="634"/>
                    <a:pt x="14" y="744"/>
                    <a:pt x="14" y="854"/>
                  </a:cubicBezTo>
                  <a:cubicBezTo>
                    <a:pt x="14" y="1078"/>
                    <a:pt x="198" y="1257"/>
                    <a:pt x="418" y="1257"/>
                  </a:cubicBezTo>
                  <a:cubicBezTo>
                    <a:pt x="436" y="1257"/>
                    <a:pt x="454" y="1255"/>
                    <a:pt x="473" y="1253"/>
                  </a:cubicBezTo>
                  <a:cubicBezTo>
                    <a:pt x="696" y="1226"/>
                    <a:pt x="899" y="983"/>
                    <a:pt x="812" y="751"/>
                  </a:cubicBezTo>
                  <a:cubicBezTo>
                    <a:pt x="772" y="634"/>
                    <a:pt x="729" y="511"/>
                    <a:pt x="679" y="395"/>
                  </a:cubicBezTo>
                  <a:cubicBezTo>
                    <a:pt x="629" y="301"/>
                    <a:pt x="576" y="208"/>
                    <a:pt x="520" y="118"/>
                  </a:cubicBezTo>
                  <a:cubicBezTo>
                    <a:pt x="475" y="41"/>
                    <a:pt x="381" y="0"/>
                    <a:pt x="289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7" name="Google Shape;6497;p24"/>
            <p:cNvSpPr/>
            <p:nvPr/>
          </p:nvSpPr>
          <p:spPr>
            <a:xfrm>
              <a:off x="6873300" y="2123650"/>
              <a:ext cx="19400" cy="18700"/>
            </a:xfrm>
            <a:custGeom>
              <a:avLst/>
              <a:gdLst/>
              <a:ahLst/>
              <a:cxnLst/>
              <a:rect l="l" t="t" r="r" b="b"/>
              <a:pathLst>
                <a:path w="776" h="748" extrusionOk="0">
                  <a:moveTo>
                    <a:pt x="388" y="0"/>
                  </a:moveTo>
                  <a:cubicBezTo>
                    <a:pt x="196" y="0"/>
                    <a:pt x="4" y="124"/>
                    <a:pt x="2" y="370"/>
                  </a:cubicBezTo>
                  <a:cubicBezTo>
                    <a:pt x="1" y="621"/>
                    <a:pt x="195" y="748"/>
                    <a:pt x="390" y="748"/>
                  </a:cubicBezTo>
                  <a:cubicBezTo>
                    <a:pt x="581" y="748"/>
                    <a:pt x="773" y="625"/>
                    <a:pt x="774" y="377"/>
                  </a:cubicBezTo>
                  <a:cubicBezTo>
                    <a:pt x="776" y="126"/>
                    <a:pt x="582" y="0"/>
                    <a:pt x="38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8" name="Google Shape;6498;p24"/>
            <p:cNvSpPr/>
            <p:nvPr/>
          </p:nvSpPr>
          <p:spPr>
            <a:xfrm>
              <a:off x="7029900" y="1905250"/>
              <a:ext cx="26625" cy="36375"/>
            </a:xfrm>
            <a:custGeom>
              <a:avLst/>
              <a:gdLst/>
              <a:ahLst/>
              <a:cxnLst/>
              <a:rect l="l" t="t" r="r" b="b"/>
              <a:pathLst>
                <a:path w="1065" h="1455" extrusionOk="0">
                  <a:moveTo>
                    <a:pt x="648" y="0"/>
                  </a:moveTo>
                  <a:cubicBezTo>
                    <a:pt x="503" y="10"/>
                    <a:pt x="408" y="61"/>
                    <a:pt x="324" y="146"/>
                  </a:cubicBezTo>
                  <a:lnTo>
                    <a:pt x="324" y="146"/>
                  </a:lnTo>
                  <a:cubicBezTo>
                    <a:pt x="0" y="328"/>
                    <a:pt x="9" y="781"/>
                    <a:pt x="83" y="1098"/>
                  </a:cubicBezTo>
                  <a:cubicBezTo>
                    <a:pt x="130" y="1302"/>
                    <a:pt x="340" y="1455"/>
                    <a:pt x="548" y="1455"/>
                  </a:cubicBezTo>
                  <a:cubicBezTo>
                    <a:pt x="587" y="1455"/>
                    <a:pt x="627" y="1449"/>
                    <a:pt x="665" y="1438"/>
                  </a:cubicBezTo>
                  <a:cubicBezTo>
                    <a:pt x="915" y="1364"/>
                    <a:pt x="1064" y="1108"/>
                    <a:pt x="1001" y="855"/>
                  </a:cubicBezTo>
                  <a:lnTo>
                    <a:pt x="1001" y="852"/>
                  </a:lnTo>
                  <a:cubicBezTo>
                    <a:pt x="998" y="842"/>
                    <a:pt x="992" y="762"/>
                    <a:pt x="989" y="762"/>
                  </a:cubicBezTo>
                  <a:cubicBezTo>
                    <a:pt x="988" y="762"/>
                    <a:pt x="988" y="769"/>
                    <a:pt x="988" y="787"/>
                  </a:cubicBezTo>
                  <a:lnTo>
                    <a:pt x="988" y="787"/>
                  </a:lnTo>
                  <a:cubicBezTo>
                    <a:pt x="988" y="741"/>
                    <a:pt x="991" y="695"/>
                    <a:pt x="988" y="646"/>
                  </a:cubicBezTo>
                  <a:lnTo>
                    <a:pt x="974" y="523"/>
                  </a:lnTo>
                  <a:lnTo>
                    <a:pt x="974" y="523"/>
                  </a:lnTo>
                  <a:cubicBezTo>
                    <a:pt x="976" y="547"/>
                    <a:pt x="976" y="559"/>
                    <a:pt x="975" y="559"/>
                  </a:cubicBezTo>
                  <a:cubicBezTo>
                    <a:pt x="974" y="559"/>
                    <a:pt x="970" y="517"/>
                    <a:pt x="961" y="433"/>
                  </a:cubicBezTo>
                  <a:cubicBezTo>
                    <a:pt x="952" y="402"/>
                    <a:pt x="940" y="370"/>
                    <a:pt x="924" y="339"/>
                  </a:cubicBezTo>
                  <a:lnTo>
                    <a:pt x="924" y="339"/>
                  </a:lnTo>
                  <a:cubicBezTo>
                    <a:pt x="913" y="263"/>
                    <a:pt x="890" y="188"/>
                    <a:pt x="855" y="120"/>
                  </a:cubicBezTo>
                  <a:cubicBezTo>
                    <a:pt x="811" y="47"/>
                    <a:pt x="735" y="0"/>
                    <a:pt x="64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9" name="Google Shape;6499;p24"/>
            <p:cNvSpPr/>
            <p:nvPr/>
          </p:nvSpPr>
          <p:spPr>
            <a:xfrm>
              <a:off x="7102075" y="1927350"/>
              <a:ext cx="28550" cy="24325"/>
            </a:xfrm>
            <a:custGeom>
              <a:avLst/>
              <a:gdLst/>
              <a:ahLst/>
              <a:cxnLst/>
              <a:rect l="l" t="t" r="r" b="b"/>
              <a:pathLst>
                <a:path w="1142" h="973" extrusionOk="0">
                  <a:moveTo>
                    <a:pt x="574" y="0"/>
                  </a:moveTo>
                  <a:cubicBezTo>
                    <a:pt x="447" y="0"/>
                    <a:pt x="325" y="49"/>
                    <a:pt x="233" y="138"/>
                  </a:cubicBezTo>
                  <a:cubicBezTo>
                    <a:pt x="207" y="164"/>
                    <a:pt x="183" y="191"/>
                    <a:pt x="157" y="221"/>
                  </a:cubicBezTo>
                  <a:cubicBezTo>
                    <a:pt x="94" y="291"/>
                    <a:pt x="50" y="374"/>
                    <a:pt x="27" y="464"/>
                  </a:cubicBezTo>
                  <a:cubicBezTo>
                    <a:pt x="0" y="564"/>
                    <a:pt x="14" y="670"/>
                    <a:pt x="64" y="760"/>
                  </a:cubicBezTo>
                  <a:cubicBezTo>
                    <a:pt x="84" y="787"/>
                    <a:pt x="103" y="813"/>
                    <a:pt x="123" y="840"/>
                  </a:cubicBezTo>
                  <a:cubicBezTo>
                    <a:pt x="170" y="886"/>
                    <a:pt x="227" y="923"/>
                    <a:pt x="293" y="940"/>
                  </a:cubicBezTo>
                  <a:cubicBezTo>
                    <a:pt x="352" y="962"/>
                    <a:pt x="416" y="973"/>
                    <a:pt x="480" y="973"/>
                  </a:cubicBezTo>
                  <a:cubicBezTo>
                    <a:pt x="510" y="973"/>
                    <a:pt x="540" y="970"/>
                    <a:pt x="569" y="966"/>
                  </a:cubicBezTo>
                  <a:cubicBezTo>
                    <a:pt x="652" y="966"/>
                    <a:pt x="739" y="946"/>
                    <a:pt x="812" y="903"/>
                  </a:cubicBezTo>
                  <a:cubicBezTo>
                    <a:pt x="885" y="860"/>
                    <a:pt x="945" y="800"/>
                    <a:pt x="988" y="730"/>
                  </a:cubicBezTo>
                  <a:cubicBezTo>
                    <a:pt x="1141" y="457"/>
                    <a:pt x="1005" y="111"/>
                    <a:pt x="706" y="18"/>
                  </a:cubicBezTo>
                  <a:cubicBezTo>
                    <a:pt x="662" y="6"/>
                    <a:pt x="618" y="0"/>
                    <a:pt x="57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0" name="Google Shape;6500;p24"/>
            <p:cNvSpPr/>
            <p:nvPr/>
          </p:nvSpPr>
          <p:spPr>
            <a:xfrm>
              <a:off x="7076950" y="1978700"/>
              <a:ext cx="30875" cy="23850"/>
            </a:xfrm>
            <a:custGeom>
              <a:avLst/>
              <a:gdLst/>
              <a:ahLst/>
              <a:cxnLst/>
              <a:rect l="l" t="t" r="r" b="b"/>
              <a:pathLst>
                <a:path w="1235" h="954" extrusionOk="0">
                  <a:moveTo>
                    <a:pt x="408" y="1"/>
                  </a:moveTo>
                  <a:cubicBezTo>
                    <a:pt x="305" y="1"/>
                    <a:pt x="205" y="19"/>
                    <a:pt x="110" y="70"/>
                  </a:cubicBezTo>
                  <a:cubicBezTo>
                    <a:pt x="21" y="120"/>
                    <a:pt x="1" y="216"/>
                    <a:pt x="14" y="310"/>
                  </a:cubicBezTo>
                  <a:cubicBezTo>
                    <a:pt x="41" y="519"/>
                    <a:pt x="227" y="685"/>
                    <a:pt x="383" y="819"/>
                  </a:cubicBezTo>
                  <a:cubicBezTo>
                    <a:pt x="477" y="895"/>
                    <a:pt x="588" y="953"/>
                    <a:pt x="708" y="953"/>
                  </a:cubicBezTo>
                  <a:cubicBezTo>
                    <a:pt x="745" y="953"/>
                    <a:pt x="784" y="948"/>
                    <a:pt x="822" y="935"/>
                  </a:cubicBezTo>
                  <a:cubicBezTo>
                    <a:pt x="932" y="905"/>
                    <a:pt x="1029" y="832"/>
                    <a:pt x="1092" y="732"/>
                  </a:cubicBezTo>
                  <a:cubicBezTo>
                    <a:pt x="1235" y="489"/>
                    <a:pt x="1112" y="140"/>
                    <a:pt x="826" y="67"/>
                  </a:cubicBezTo>
                  <a:lnTo>
                    <a:pt x="826" y="70"/>
                  </a:lnTo>
                  <a:cubicBezTo>
                    <a:pt x="691" y="35"/>
                    <a:pt x="548" y="1"/>
                    <a:pt x="408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1" name="Google Shape;6501;p24"/>
            <p:cNvSpPr/>
            <p:nvPr/>
          </p:nvSpPr>
          <p:spPr>
            <a:xfrm>
              <a:off x="7044850" y="1960425"/>
              <a:ext cx="26450" cy="35750"/>
            </a:xfrm>
            <a:custGeom>
              <a:avLst/>
              <a:gdLst/>
              <a:ahLst/>
              <a:cxnLst/>
              <a:rect l="l" t="t" r="r" b="b"/>
              <a:pathLst>
                <a:path w="1058" h="1430" extrusionOk="0">
                  <a:moveTo>
                    <a:pt x="533" y="0"/>
                  </a:moveTo>
                  <a:cubicBezTo>
                    <a:pt x="434" y="0"/>
                    <a:pt x="335" y="58"/>
                    <a:pt x="300" y="172"/>
                  </a:cubicBezTo>
                  <a:cubicBezTo>
                    <a:pt x="230" y="398"/>
                    <a:pt x="160" y="625"/>
                    <a:pt x="90" y="848"/>
                  </a:cubicBezTo>
                  <a:cubicBezTo>
                    <a:pt x="0" y="1134"/>
                    <a:pt x="237" y="1426"/>
                    <a:pt x="526" y="1430"/>
                  </a:cubicBezTo>
                  <a:cubicBezTo>
                    <a:pt x="528" y="1430"/>
                    <a:pt x="529" y="1430"/>
                    <a:pt x="531" y="1430"/>
                  </a:cubicBezTo>
                  <a:cubicBezTo>
                    <a:pt x="818" y="1430"/>
                    <a:pt x="1058" y="1139"/>
                    <a:pt x="972" y="854"/>
                  </a:cubicBezTo>
                  <a:lnTo>
                    <a:pt x="969" y="854"/>
                  </a:lnTo>
                  <a:cubicBezTo>
                    <a:pt x="902" y="628"/>
                    <a:pt x="836" y="402"/>
                    <a:pt x="769" y="176"/>
                  </a:cubicBezTo>
                  <a:cubicBezTo>
                    <a:pt x="734" y="59"/>
                    <a:pt x="634" y="0"/>
                    <a:pt x="53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2" name="Google Shape;6502;p24"/>
            <p:cNvSpPr/>
            <p:nvPr/>
          </p:nvSpPr>
          <p:spPr>
            <a:xfrm>
              <a:off x="7091925" y="1939350"/>
              <a:ext cx="6175" cy="6025"/>
            </a:xfrm>
            <a:custGeom>
              <a:avLst/>
              <a:gdLst/>
              <a:ahLst/>
              <a:cxnLst/>
              <a:rect l="l" t="t" r="r" b="b"/>
              <a:pathLst>
                <a:path w="247" h="241" extrusionOk="0">
                  <a:moveTo>
                    <a:pt x="124" y="0"/>
                  </a:moveTo>
                  <a:cubicBezTo>
                    <a:pt x="62" y="0"/>
                    <a:pt x="0" y="40"/>
                    <a:pt x="0" y="120"/>
                  </a:cubicBezTo>
                  <a:cubicBezTo>
                    <a:pt x="0" y="200"/>
                    <a:pt x="61" y="240"/>
                    <a:pt x="122" y="240"/>
                  </a:cubicBezTo>
                  <a:cubicBezTo>
                    <a:pt x="183" y="240"/>
                    <a:pt x="245" y="200"/>
                    <a:pt x="247" y="120"/>
                  </a:cubicBezTo>
                  <a:cubicBezTo>
                    <a:pt x="247" y="40"/>
                    <a:pt x="185" y="0"/>
                    <a:pt x="124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1193171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04" name="Google Shape;6504;p25"/>
          <p:cNvGrpSpPr/>
          <p:nvPr/>
        </p:nvGrpSpPr>
        <p:grpSpPr>
          <a:xfrm rot="-9930935">
            <a:off x="1340364" y="-584781"/>
            <a:ext cx="2360880" cy="1878604"/>
            <a:chOff x="2173200" y="3006475"/>
            <a:chExt cx="883975" cy="703075"/>
          </a:xfrm>
        </p:grpSpPr>
        <p:sp>
          <p:nvSpPr>
            <p:cNvPr id="6505" name="Google Shape;6505;p25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6" name="Google Shape;6506;p25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7" name="Google Shape;6507;p25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8" name="Google Shape;6508;p25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509" name="Google Shape;6509;p25"/>
          <p:cNvGrpSpPr/>
          <p:nvPr/>
        </p:nvGrpSpPr>
        <p:grpSpPr>
          <a:xfrm rot="-1177319">
            <a:off x="8558947" y="5843694"/>
            <a:ext cx="2624972" cy="2087788"/>
            <a:chOff x="2173200" y="3006475"/>
            <a:chExt cx="883975" cy="703075"/>
          </a:xfrm>
        </p:grpSpPr>
        <p:sp>
          <p:nvSpPr>
            <p:cNvPr id="6510" name="Google Shape;6510;p25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1" name="Google Shape;6511;p25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2" name="Google Shape;6512;p25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3" name="Google Shape;6513;p25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514" name="Google Shape;6514;p25"/>
          <p:cNvSpPr txBox="1">
            <a:spLocks noGrp="1"/>
          </p:cNvSpPr>
          <p:nvPr>
            <p:ph type="subTitle" idx="1"/>
          </p:nvPr>
        </p:nvSpPr>
        <p:spPr>
          <a:xfrm>
            <a:off x="1453463" y="2855533"/>
            <a:ext cx="3876800" cy="56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515" name="Google Shape;6515;p25"/>
          <p:cNvSpPr txBox="1">
            <a:spLocks noGrp="1"/>
          </p:cNvSpPr>
          <p:nvPr>
            <p:ph type="subTitle" idx="2"/>
          </p:nvPr>
        </p:nvSpPr>
        <p:spPr>
          <a:xfrm>
            <a:off x="5886967" y="2855533"/>
            <a:ext cx="3876800" cy="56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516" name="Google Shape;6516;p25"/>
          <p:cNvSpPr txBox="1">
            <a:spLocks noGrp="1"/>
          </p:cNvSpPr>
          <p:nvPr>
            <p:ph type="subTitle" idx="3"/>
          </p:nvPr>
        </p:nvSpPr>
        <p:spPr>
          <a:xfrm>
            <a:off x="1453463" y="3422933"/>
            <a:ext cx="3876800" cy="268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517" name="Google Shape;6517;p25"/>
          <p:cNvSpPr txBox="1">
            <a:spLocks noGrp="1"/>
          </p:cNvSpPr>
          <p:nvPr>
            <p:ph type="subTitle" idx="4"/>
          </p:nvPr>
        </p:nvSpPr>
        <p:spPr>
          <a:xfrm>
            <a:off x="5886967" y="3422933"/>
            <a:ext cx="3876800" cy="268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518" name="Google Shape;6518;p25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6519" name="Google Shape;6519;p2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0" name="Google Shape;6520;p2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1" name="Google Shape;6521;p2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2" name="Google Shape;6522;p2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3" name="Google Shape;6523;p2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4" name="Google Shape;6524;p2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5" name="Google Shape;6525;p2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6" name="Google Shape;6526;p2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7" name="Google Shape;6527;p2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8" name="Google Shape;6528;p2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9" name="Google Shape;6529;p2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0" name="Google Shape;6530;p2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1" name="Google Shape;6531;p2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2" name="Google Shape;6532;p2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3" name="Google Shape;6533;p2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4" name="Google Shape;6534;p2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5" name="Google Shape;6535;p2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6" name="Google Shape;6536;p2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7" name="Google Shape;6537;p2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8" name="Google Shape;6538;p2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9" name="Google Shape;6539;p2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0" name="Google Shape;6540;p2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1" name="Google Shape;6541;p2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2" name="Google Shape;6542;p2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3" name="Google Shape;6543;p2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4" name="Google Shape;6544;p2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5" name="Google Shape;6545;p2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6" name="Google Shape;6546;p2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7" name="Google Shape;6547;p2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8" name="Google Shape;6548;p2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9" name="Google Shape;6549;p2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0" name="Google Shape;6550;p2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1" name="Google Shape;6551;p2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2" name="Google Shape;6552;p2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3" name="Google Shape;6553;p2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4" name="Google Shape;6554;p2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5" name="Google Shape;6555;p2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6" name="Google Shape;6556;p2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7" name="Google Shape;6557;p2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8" name="Google Shape;6558;p2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9" name="Google Shape;6559;p2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0" name="Google Shape;6560;p2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1" name="Google Shape;6561;p2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2" name="Google Shape;6562;p2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3" name="Google Shape;6563;p2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4" name="Google Shape;6564;p2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5" name="Google Shape;6565;p2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6" name="Google Shape;6566;p2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7" name="Google Shape;6567;p2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8" name="Google Shape;6568;p2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9" name="Google Shape;6569;p2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0" name="Google Shape;6570;p2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1" name="Google Shape;6571;p2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2" name="Google Shape;6572;p2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3" name="Google Shape;6573;p2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4" name="Google Shape;6574;p2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5" name="Google Shape;6575;p2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6" name="Google Shape;6576;p2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7" name="Google Shape;6577;p2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8" name="Google Shape;6578;p2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9" name="Google Shape;6579;p2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0" name="Google Shape;6580;p2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1" name="Google Shape;6581;p2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2" name="Google Shape;6582;p2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3" name="Google Shape;6583;p2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4" name="Google Shape;6584;p2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5" name="Google Shape;6585;p2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6" name="Google Shape;6586;p2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7" name="Google Shape;6587;p2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8" name="Google Shape;6588;p2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9" name="Google Shape;6589;p2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0" name="Google Shape;6590;p2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1" name="Google Shape;6591;p2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2" name="Google Shape;6592;p2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3" name="Google Shape;6593;p2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4" name="Google Shape;6594;p2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5" name="Google Shape;6595;p2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6" name="Google Shape;6596;p2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7" name="Google Shape;6597;p2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8" name="Google Shape;6598;p2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9" name="Google Shape;6599;p2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0" name="Google Shape;6600;p2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1" name="Google Shape;6601;p2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2" name="Google Shape;6602;p2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3" name="Google Shape;6603;p2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4" name="Google Shape;6604;p2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5" name="Google Shape;6605;p2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6" name="Google Shape;6606;p2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7" name="Google Shape;6607;p2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8" name="Google Shape;6608;p2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9" name="Google Shape;6609;p2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0" name="Google Shape;6610;p2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1" name="Google Shape;6611;p2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2" name="Google Shape;6612;p2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3" name="Google Shape;6613;p2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4" name="Google Shape;6614;p2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5" name="Google Shape;6615;p2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6" name="Google Shape;6616;p2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7" name="Google Shape;6617;p2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8" name="Google Shape;6618;p2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9" name="Google Shape;6619;p2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0" name="Google Shape;6620;p2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1" name="Google Shape;6621;p2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2" name="Google Shape;6622;p2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3" name="Google Shape;6623;p2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4" name="Google Shape;6624;p2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5" name="Google Shape;6625;p2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6" name="Google Shape;6626;p2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7" name="Google Shape;6627;p2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8" name="Google Shape;6628;p2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9" name="Google Shape;6629;p2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0" name="Google Shape;6630;p2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1" name="Google Shape;6631;p2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2" name="Google Shape;6632;p2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3" name="Google Shape;6633;p2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4" name="Google Shape;6634;p2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5" name="Google Shape;6635;p2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6" name="Google Shape;6636;p2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7" name="Google Shape;6637;p2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8" name="Google Shape;6638;p2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9" name="Google Shape;6639;p2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0" name="Google Shape;6640;p2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1" name="Google Shape;6641;p2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2" name="Google Shape;6642;p2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3" name="Google Shape;6643;p2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4" name="Google Shape;6644;p2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5" name="Google Shape;6645;p2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6" name="Google Shape;6646;p2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7" name="Google Shape;6647;p2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8" name="Google Shape;6648;p2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9" name="Google Shape;6649;p2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0" name="Google Shape;6650;p2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1" name="Google Shape;6651;p2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2" name="Google Shape;6652;p2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3" name="Google Shape;6653;p2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4" name="Google Shape;6654;p2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55" name="Google Shape;6655;p25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6656" name="Google Shape;6656;p2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7" name="Google Shape;6657;p2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8" name="Google Shape;6658;p2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9" name="Google Shape;6659;p2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0" name="Google Shape;6660;p2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1" name="Google Shape;6661;p2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2" name="Google Shape;6662;p2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3" name="Google Shape;6663;p2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4" name="Google Shape;6664;p2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5" name="Google Shape;6665;p2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6" name="Google Shape;6666;p2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7" name="Google Shape;6667;p2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8" name="Google Shape;6668;p2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9" name="Google Shape;6669;p2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0" name="Google Shape;6670;p2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1" name="Google Shape;6671;p2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2" name="Google Shape;6672;p2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3" name="Google Shape;6673;p2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4" name="Google Shape;6674;p2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5" name="Google Shape;6675;p2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6" name="Google Shape;6676;p2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7" name="Google Shape;6677;p2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8" name="Google Shape;6678;p2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9" name="Google Shape;6679;p2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0" name="Google Shape;6680;p2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1" name="Google Shape;6681;p2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2" name="Google Shape;6682;p2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3" name="Google Shape;6683;p2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4" name="Google Shape;6684;p2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5" name="Google Shape;6685;p2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6" name="Google Shape;6686;p2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7" name="Google Shape;6687;p2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8" name="Google Shape;6688;p2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9" name="Google Shape;6689;p2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0" name="Google Shape;6690;p2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1" name="Google Shape;6691;p2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2" name="Google Shape;6692;p2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3" name="Google Shape;6693;p2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4" name="Google Shape;6694;p2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5" name="Google Shape;6695;p2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6" name="Google Shape;6696;p2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7" name="Google Shape;6697;p2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8" name="Google Shape;6698;p2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9" name="Google Shape;6699;p2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0" name="Google Shape;6700;p2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1" name="Google Shape;6701;p2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2" name="Google Shape;6702;p2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3" name="Google Shape;6703;p2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4" name="Google Shape;6704;p2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5" name="Google Shape;6705;p2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6" name="Google Shape;6706;p2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7" name="Google Shape;6707;p2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8" name="Google Shape;6708;p2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9" name="Google Shape;6709;p2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0" name="Google Shape;6710;p2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1" name="Google Shape;6711;p2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2" name="Google Shape;6712;p2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3" name="Google Shape;6713;p2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4" name="Google Shape;6714;p2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5" name="Google Shape;6715;p2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6" name="Google Shape;6716;p2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7" name="Google Shape;6717;p2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8" name="Google Shape;6718;p2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9" name="Google Shape;6719;p2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0" name="Google Shape;6720;p2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1" name="Google Shape;6721;p2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2" name="Google Shape;6722;p2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3" name="Google Shape;6723;p2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4" name="Google Shape;6724;p2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5" name="Google Shape;6725;p2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6" name="Google Shape;6726;p2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7" name="Google Shape;6727;p2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8" name="Google Shape;6728;p2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9" name="Google Shape;6729;p2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0" name="Google Shape;6730;p2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1" name="Google Shape;6731;p2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2" name="Google Shape;6732;p2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3" name="Google Shape;6733;p2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4" name="Google Shape;6734;p2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5" name="Google Shape;6735;p2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6" name="Google Shape;6736;p2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7" name="Google Shape;6737;p2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8" name="Google Shape;6738;p2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9" name="Google Shape;6739;p2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0" name="Google Shape;6740;p2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1" name="Google Shape;6741;p2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2" name="Google Shape;6742;p2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3" name="Google Shape;6743;p2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4" name="Google Shape;6744;p2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5" name="Google Shape;6745;p2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6" name="Google Shape;6746;p2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7" name="Google Shape;6747;p2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8" name="Google Shape;6748;p2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9" name="Google Shape;6749;p2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0" name="Google Shape;6750;p2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1" name="Google Shape;6751;p2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2" name="Google Shape;6752;p2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3" name="Google Shape;6753;p2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4" name="Google Shape;6754;p2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5" name="Google Shape;6755;p2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6" name="Google Shape;6756;p2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7" name="Google Shape;6757;p2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8" name="Google Shape;6758;p2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9" name="Google Shape;6759;p2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0" name="Google Shape;6760;p2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1" name="Google Shape;6761;p2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2" name="Google Shape;6762;p2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3" name="Google Shape;6763;p2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4" name="Google Shape;6764;p2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5" name="Google Shape;6765;p2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6" name="Google Shape;6766;p2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7" name="Google Shape;6767;p2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8" name="Google Shape;6768;p2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9" name="Google Shape;6769;p2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0" name="Google Shape;6770;p2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1" name="Google Shape;6771;p2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2" name="Google Shape;6772;p2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3" name="Google Shape;6773;p2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4" name="Google Shape;6774;p2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5" name="Google Shape;6775;p2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6" name="Google Shape;6776;p2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7" name="Google Shape;6777;p2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8" name="Google Shape;6778;p2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9" name="Google Shape;6779;p2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0" name="Google Shape;6780;p2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1" name="Google Shape;6781;p2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2" name="Google Shape;6782;p2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3" name="Google Shape;6783;p2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4" name="Google Shape;6784;p2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5" name="Google Shape;6785;p2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6" name="Google Shape;6786;p2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7" name="Google Shape;6787;p2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8" name="Google Shape;6788;p2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9" name="Google Shape;6789;p2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0" name="Google Shape;6790;p2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1" name="Google Shape;6791;p2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9875851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3" name="Google Shape;6793;p26"/>
          <p:cNvGrpSpPr/>
          <p:nvPr/>
        </p:nvGrpSpPr>
        <p:grpSpPr>
          <a:xfrm rot="9514276">
            <a:off x="5849712" y="-61353"/>
            <a:ext cx="2737819" cy="1640973"/>
            <a:chOff x="3911500" y="3122300"/>
            <a:chExt cx="597375" cy="358050"/>
          </a:xfrm>
        </p:grpSpPr>
        <p:sp>
          <p:nvSpPr>
            <p:cNvPr id="6794" name="Google Shape;6794;p26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5" name="Google Shape;6795;p26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6" name="Google Shape;6796;p26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7" name="Google Shape;6797;p26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8" name="Google Shape;6798;p26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9" name="Google Shape;6799;p26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0" name="Google Shape;6800;p26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1" name="Google Shape;6801;p26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2" name="Google Shape;6802;p26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3" name="Google Shape;6803;p26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4" name="Google Shape;6804;p26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5" name="Google Shape;6805;p26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6" name="Google Shape;6806;p26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7" name="Google Shape;6807;p26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8" name="Google Shape;6808;p26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9" name="Google Shape;6809;p26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0" name="Google Shape;6810;p26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1" name="Google Shape;6811;p26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2" name="Google Shape;6812;p26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3" name="Google Shape;6813;p26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4" name="Google Shape;6814;p26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5" name="Google Shape;6815;p26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6" name="Google Shape;6816;p26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7" name="Google Shape;6817;p26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8" name="Google Shape;6818;p26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9" name="Google Shape;6819;p26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0" name="Google Shape;6820;p26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1" name="Google Shape;6821;p26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2" name="Google Shape;6822;p26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3" name="Google Shape;6823;p26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4" name="Google Shape;6824;p26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825" name="Google Shape;6825;p26"/>
          <p:cNvSpPr txBox="1">
            <a:spLocks noGrp="1"/>
          </p:cNvSpPr>
          <p:nvPr>
            <p:ph type="subTitle" idx="1"/>
          </p:nvPr>
        </p:nvSpPr>
        <p:spPr>
          <a:xfrm>
            <a:off x="4092533" y="2191289"/>
            <a:ext cx="2788400" cy="58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826" name="Google Shape;6826;p26"/>
          <p:cNvSpPr txBox="1">
            <a:spLocks noGrp="1"/>
          </p:cNvSpPr>
          <p:nvPr>
            <p:ph type="subTitle" idx="2"/>
          </p:nvPr>
        </p:nvSpPr>
        <p:spPr>
          <a:xfrm>
            <a:off x="4092533" y="2773189"/>
            <a:ext cx="2788400" cy="83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827" name="Google Shape;6827;p26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6828" name="Google Shape;6828;p2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9" name="Google Shape;6829;p2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0" name="Google Shape;6830;p2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1" name="Google Shape;6831;p2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2" name="Google Shape;6832;p2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3" name="Google Shape;6833;p2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4" name="Google Shape;6834;p2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5" name="Google Shape;6835;p2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6" name="Google Shape;6836;p2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7" name="Google Shape;6837;p2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8" name="Google Shape;6838;p2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9" name="Google Shape;6839;p2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0" name="Google Shape;6840;p2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1" name="Google Shape;6841;p2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2" name="Google Shape;6842;p2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3" name="Google Shape;6843;p2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4" name="Google Shape;6844;p2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5" name="Google Shape;6845;p2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6" name="Google Shape;6846;p2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7" name="Google Shape;6847;p2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8" name="Google Shape;6848;p2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9" name="Google Shape;6849;p2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0" name="Google Shape;6850;p2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1" name="Google Shape;6851;p2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2" name="Google Shape;6852;p2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3" name="Google Shape;6853;p2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4" name="Google Shape;6854;p2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5" name="Google Shape;6855;p2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6" name="Google Shape;6856;p2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7" name="Google Shape;6857;p2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8" name="Google Shape;6858;p2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9" name="Google Shape;6859;p2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0" name="Google Shape;6860;p2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1" name="Google Shape;6861;p2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2" name="Google Shape;6862;p2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3" name="Google Shape;6863;p2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4" name="Google Shape;6864;p2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5" name="Google Shape;6865;p2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6" name="Google Shape;6866;p2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7" name="Google Shape;6867;p2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8" name="Google Shape;6868;p2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9" name="Google Shape;6869;p2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0" name="Google Shape;6870;p2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1" name="Google Shape;6871;p2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2" name="Google Shape;6872;p2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3" name="Google Shape;6873;p2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4" name="Google Shape;6874;p2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5" name="Google Shape;6875;p2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6" name="Google Shape;6876;p2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7" name="Google Shape;6877;p2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8" name="Google Shape;6878;p2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9" name="Google Shape;6879;p2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0" name="Google Shape;6880;p2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1" name="Google Shape;6881;p2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2" name="Google Shape;6882;p2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3" name="Google Shape;6883;p2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4" name="Google Shape;6884;p2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5" name="Google Shape;6885;p2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6" name="Google Shape;6886;p2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7" name="Google Shape;6887;p2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8" name="Google Shape;6888;p2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9" name="Google Shape;6889;p2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0" name="Google Shape;6890;p2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1" name="Google Shape;6891;p2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2" name="Google Shape;6892;p2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3" name="Google Shape;6893;p2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4" name="Google Shape;6894;p2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5" name="Google Shape;6895;p2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6" name="Google Shape;6896;p2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7" name="Google Shape;6897;p2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8" name="Google Shape;6898;p2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9" name="Google Shape;6899;p2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0" name="Google Shape;6900;p2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1" name="Google Shape;6901;p2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2" name="Google Shape;6902;p2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3" name="Google Shape;6903;p2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4" name="Google Shape;6904;p2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5" name="Google Shape;6905;p2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6" name="Google Shape;6906;p2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7" name="Google Shape;6907;p2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8" name="Google Shape;6908;p2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9" name="Google Shape;6909;p2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0" name="Google Shape;6910;p2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1" name="Google Shape;6911;p2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2" name="Google Shape;6912;p2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3" name="Google Shape;6913;p2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4" name="Google Shape;6914;p2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5" name="Google Shape;6915;p2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6" name="Google Shape;6916;p2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7" name="Google Shape;6917;p2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8" name="Google Shape;6918;p2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9" name="Google Shape;6919;p2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0" name="Google Shape;6920;p2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1" name="Google Shape;6921;p2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2" name="Google Shape;6922;p2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3" name="Google Shape;6923;p2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4" name="Google Shape;6924;p2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5" name="Google Shape;6925;p2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6" name="Google Shape;6926;p2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7" name="Google Shape;6927;p2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8" name="Google Shape;6928;p2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9" name="Google Shape;6929;p2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0" name="Google Shape;6930;p2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1" name="Google Shape;6931;p2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2" name="Google Shape;6932;p2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3" name="Google Shape;6933;p2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4" name="Google Shape;6934;p2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5" name="Google Shape;6935;p2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6" name="Google Shape;6936;p2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7" name="Google Shape;6937;p2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8" name="Google Shape;6938;p2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9" name="Google Shape;6939;p2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0" name="Google Shape;6940;p2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1" name="Google Shape;6941;p2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2" name="Google Shape;6942;p2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3" name="Google Shape;6943;p2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4" name="Google Shape;6944;p2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5" name="Google Shape;6945;p2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6" name="Google Shape;6946;p2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7" name="Google Shape;6947;p2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8" name="Google Shape;6948;p2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9" name="Google Shape;6949;p2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0" name="Google Shape;6950;p2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1" name="Google Shape;6951;p2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2" name="Google Shape;6952;p2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3" name="Google Shape;6953;p2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4" name="Google Shape;6954;p2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5" name="Google Shape;6955;p2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6" name="Google Shape;6956;p2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7" name="Google Shape;6957;p2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8" name="Google Shape;6958;p2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9" name="Google Shape;6959;p2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0" name="Google Shape;6960;p2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1" name="Google Shape;6961;p2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2" name="Google Shape;6962;p2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3" name="Google Shape;6963;p2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64" name="Google Shape;6964;p26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6965" name="Google Shape;6965;p2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6" name="Google Shape;6966;p2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7" name="Google Shape;6967;p2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8" name="Google Shape;6968;p2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9" name="Google Shape;6969;p2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0" name="Google Shape;6970;p2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1" name="Google Shape;6971;p2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2" name="Google Shape;6972;p2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3" name="Google Shape;6973;p2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4" name="Google Shape;6974;p2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5" name="Google Shape;6975;p2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6" name="Google Shape;6976;p2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7" name="Google Shape;6977;p2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8" name="Google Shape;6978;p2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9" name="Google Shape;6979;p2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0" name="Google Shape;6980;p2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1" name="Google Shape;6981;p2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2" name="Google Shape;6982;p2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3" name="Google Shape;6983;p2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4" name="Google Shape;6984;p2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5" name="Google Shape;6985;p2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6" name="Google Shape;6986;p2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7" name="Google Shape;6987;p2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8" name="Google Shape;6988;p2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9" name="Google Shape;6989;p2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0" name="Google Shape;6990;p2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1" name="Google Shape;6991;p2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2" name="Google Shape;6992;p2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3" name="Google Shape;6993;p2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4" name="Google Shape;6994;p2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5" name="Google Shape;6995;p2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6" name="Google Shape;6996;p2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7" name="Google Shape;6997;p2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8" name="Google Shape;6998;p2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9" name="Google Shape;6999;p2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0" name="Google Shape;7000;p2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1" name="Google Shape;7001;p2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2" name="Google Shape;7002;p2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3" name="Google Shape;7003;p2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4" name="Google Shape;7004;p2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5" name="Google Shape;7005;p2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6" name="Google Shape;7006;p2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7" name="Google Shape;7007;p2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8" name="Google Shape;7008;p2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9" name="Google Shape;7009;p2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0" name="Google Shape;7010;p2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1" name="Google Shape;7011;p2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2" name="Google Shape;7012;p2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3" name="Google Shape;7013;p2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4" name="Google Shape;7014;p2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5" name="Google Shape;7015;p2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6" name="Google Shape;7016;p2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7" name="Google Shape;7017;p2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8" name="Google Shape;7018;p2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9" name="Google Shape;7019;p2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0" name="Google Shape;7020;p2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1" name="Google Shape;7021;p2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2" name="Google Shape;7022;p2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3" name="Google Shape;7023;p2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4" name="Google Shape;7024;p2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5" name="Google Shape;7025;p2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6" name="Google Shape;7026;p2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7" name="Google Shape;7027;p2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8" name="Google Shape;7028;p2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9" name="Google Shape;7029;p2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0" name="Google Shape;7030;p2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1" name="Google Shape;7031;p2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2" name="Google Shape;7032;p2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3" name="Google Shape;7033;p2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4" name="Google Shape;7034;p2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5" name="Google Shape;7035;p2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6" name="Google Shape;7036;p2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7" name="Google Shape;7037;p2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8" name="Google Shape;7038;p2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9" name="Google Shape;7039;p2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0" name="Google Shape;7040;p2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1" name="Google Shape;7041;p2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2" name="Google Shape;7042;p2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3" name="Google Shape;7043;p2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4" name="Google Shape;7044;p2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5" name="Google Shape;7045;p2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6" name="Google Shape;7046;p2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7" name="Google Shape;7047;p2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8" name="Google Shape;7048;p2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9" name="Google Shape;7049;p2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0" name="Google Shape;7050;p2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1" name="Google Shape;7051;p2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2" name="Google Shape;7052;p2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3" name="Google Shape;7053;p2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4" name="Google Shape;7054;p2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5" name="Google Shape;7055;p2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6" name="Google Shape;7056;p2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7" name="Google Shape;7057;p2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8" name="Google Shape;7058;p2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9" name="Google Shape;7059;p2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0" name="Google Shape;7060;p2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1" name="Google Shape;7061;p2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2" name="Google Shape;7062;p2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3" name="Google Shape;7063;p2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4" name="Google Shape;7064;p2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5" name="Google Shape;7065;p2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6" name="Google Shape;7066;p2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7" name="Google Shape;7067;p2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8" name="Google Shape;7068;p2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9" name="Google Shape;7069;p2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0" name="Google Shape;7070;p2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1" name="Google Shape;7071;p2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2" name="Google Shape;7072;p2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3" name="Google Shape;7073;p2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4" name="Google Shape;7074;p2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5" name="Google Shape;7075;p2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6" name="Google Shape;7076;p2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7" name="Google Shape;7077;p2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8" name="Google Shape;7078;p2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9" name="Google Shape;7079;p2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0" name="Google Shape;7080;p2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1" name="Google Shape;7081;p2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2" name="Google Shape;7082;p2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3" name="Google Shape;7083;p2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4" name="Google Shape;7084;p2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5" name="Google Shape;7085;p2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6" name="Google Shape;7086;p2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7" name="Google Shape;7087;p2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8" name="Google Shape;7088;p2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9" name="Google Shape;7089;p2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0" name="Google Shape;7090;p2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1" name="Google Shape;7091;p2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2" name="Google Shape;7092;p2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3" name="Google Shape;7093;p2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4" name="Google Shape;7094;p2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5" name="Google Shape;7095;p2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6" name="Google Shape;7096;p2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7" name="Google Shape;7097;p2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8" name="Google Shape;7098;p2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9" name="Google Shape;7099;p2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0" name="Google Shape;7100;p2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01" name="Google Shape;7101;p2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102" name="Google Shape;7102;p26"/>
          <p:cNvSpPr txBox="1">
            <a:spLocks noGrp="1"/>
          </p:cNvSpPr>
          <p:nvPr>
            <p:ph type="subTitle" idx="3"/>
          </p:nvPr>
        </p:nvSpPr>
        <p:spPr>
          <a:xfrm>
            <a:off x="5066133" y="4031584"/>
            <a:ext cx="2788400" cy="58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103" name="Google Shape;7103;p26"/>
          <p:cNvSpPr txBox="1">
            <a:spLocks noGrp="1"/>
          </p:cNvSpPr>
          <p:nvPr>
            <p:ph type="subTitle" idx="4"/>
          </p:nvPr>
        </p:nvSpPr>
        <p:spPr>
          <a:xfrm>
            <a:off x="5066133" y="4613484"/>
            <a:ext cx="2788400" cy="83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17099525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7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5" name="Google Shape;7105;p27"/>
          <p:cNvGrpSpPr/>
          <p:nvPr/>
        </p:nvGrpSpPr>
        <p:grpSpPr>
          <a:xfrm rot="3586291" flipH="1">
            <a:off x="10130931" y="5324201"/>
            <a:ext cx="2737799" cy="1640960"/>
            <a:chOff x="3911500" y="3122300"/>
            <a:chExt cx="597375" cy="358050"/>
          </a:xfrm>
        </p:grpSpPr>
        <p:sp>
          <p:nvSpPr>
            <p:cNvPr id="7106" name="Google Shape;7106;p27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7" name="Google Shape;7107;p27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8" name="Google Shape;7108;p27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9" name="Google Shape;7109;p27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0" name="Google Shape;7110;p27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1" name="Google Shape;7111;p27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2" name="Google Shape;7112;p27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3" name="Google Shape;7113;p27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4" name="Google Shape;7114;p27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5" name="Google Shape;7115;p27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6" name="Google Shape;7116;p27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7" name="Google Shape;7117;p27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8" name="Google Shape;7118;p27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9" name="Google Shape;7119;p27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0" name="Google Shape;7120;p27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1" name="Google Shape;7121;p27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2" name="Google Shape;7122;p27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3" name="Google Shape;7123;p27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4" name="Google Shape;7124;p27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5" name="Google Shape;7125;p27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6" name="Google Shape;7126;p27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7" name="Google Shape;7127;p27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8" name="Google Shape;7128;p27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9" name="Google Shape;7129;p27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0" name="Google Shape;7130;p27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1" name="Google Shape;7131;p27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2" name="Google Shape;7132;p27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3" name="Google Shape;7133;p27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4" name="Google Shape;7134;p27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5" name="Google Shape;7135;p27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6" name="Google Shape;7136;p27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37" name="Google Shape;7137;p2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138" name="Google Shape;7138;p27"/>
          <p:cNvSpPr txBox="1">
            <a:spLocks noGrp="1"/>
          </p:cNvSpPr>
          <p:nvPr>
            <p:ph type="body" idx="1"/>
          </p:nvPr>
        </p:nvSpPr>
        <p:spPr>
          <a:xfrm>
            <a:off x="960000" y="1356967"/>
            <a:ext cx="5100000" cy="47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 sz="1600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139" name="Google Shape;7139;p27"/>
          <p:cNvSpPr txBox="1">
            <a:spLocks noGrp="1"/>
          </p:cNvSpPr>
          <p:nvPr>
            <p:ph type="body" idx="2"/>
          </p:nvPr>
        </p:nvSpPr>
        <p:spPr>
          <a:xfrm>
            <a:off x="6131867" y="1356967"/>
            <a:ext cx="5100000" cy="47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 sz="1600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verpass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5000596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7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41" name="Google Shape;7141;p28"/>
          <p:cNvGrpSpPr/>
          <p:nvPr/>
        </p:nvGrpSpPr>
        <p:grpSpPr>
          <a:xfrm rot="7213709">
            <a:off x="9170831" y="403768"/>
            <a:ext cx="2737799" cy="1640960"/>
            <a:chOff x="3911500" y="3122300"/>
            <a:chExt cx="597375" cy="358050"/>
          </a:xfrm>
        </p:grpSpPr>
        <p:sp>
          <p:nvSpPr>
            <p:cNvPr id="7142" name="Google Shape;7142;p28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3" name="Google Shape;7143;p28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4" name="Google Shape;7144;p28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5" name="Google Shape;7145;p28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6" name="Google Shape;7146;p28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7" name="Google Shape;7147;p28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8" name="Google Shape;7148;p28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9" name="Google Shape;7149;p28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0" name="Google Shape;7150;p28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1" name="Google Shape;7151;p28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2" name="Google Shape;7152;p28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3" name="Google Shape;7153;p28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4" name="Google Shape;7154;p28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5" name="Google Shape;7155;p28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6" name="Google Shape;7156;p28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7" name="Google Shape;7157;p28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8" name="Google Shape;7158;p28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9" name="Google Shape;7159;p28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0" name="Google Shape;7160;p28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1" name="Google Shape;7161;p28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2" name="Google Shape;7162;p28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3" name="Google Shape;7163;p28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4" name="Google Shape;7164;p28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5" name="Google Shape;7165;p28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6" name="Google Shape;7166;p28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7" name="Google Shape;7167;p28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8" name="Google Shape;7168;p28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9" name="Google Shape;7169;p28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0" name="Google Shape;7170;p28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1" name="Google Shape;7171;p28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2" name="Google Shape;7172;p28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73" name="Google Shape;7173;p28"/>
          <p:cNvSpPr txBox="1">
            <a:spLocks noGrp="1"/>
          </p:cNvSpPr>
          <p:nvPr>
            <p:ph type="subTitle" idx="1"/>
          </p:nvPr>
        </p:nvSpPr>
        <p:spPr>
          <a:xfrm>
            <a:off x="960000" y="3414567"/>
            <a:ext cx="3115200" cy="58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174" name="Google Shape;7174;p28"/>
          <p:cNvSpPr txBox="1">
            <a:spLocks noGrp="1"/>
          </p:cNvSpPr>
          <p:nvPr>
            <p:ph type="subTitle" idx="2"/>
          </p:nvPr>
        </p:nvSpPr>
        <p:spPr>
          <a:xfrm>
            <a:off x="960000" y="4003145"/>
            <a:ext cx="3115200" cy="109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175" name="Google Shape;7175;p28"/>
          <p:cNvSpPr txBox="1">
            <a:spLocks noGrp="1"/>
          </p:cNvSpPr>
          <p:nvPr>
            <p:ph type="subTitle" idx="3"/>
          </p:nvPr>
        </p:nvSpPr>
        <p:spPr>
          <a:xfrm>
            <a:off x="4538400" y="4003145"/>
            <a:ext cx="3115200" cy="109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176" name="Google Shape;7176;p28"/>
          <p:cNvSpPr txBox="1">
            <a:spLocks noGrp="1"/>
          </p:cNvSpPr>
          <p:nvPr>
            <p:ph type="subTitle" idx="4"/>
          </p:nvPr>
        </p:nvSpPr>
        <p:spPr>
          <a:xfrm>
            <a:off x="8116800" y="4003145"/>
            <a:ext cx="3115200" cy="109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177" name="Google Shape;7177;p28"/>
          <p:cNvSpPr txBox="1">
            <a:spLocks noGrp="1"/>
          </p:cNvSpPr>
          <p:nvPr>
            <p:ph type="subTitle" idx="5"/>
          </p:nvPr>
        </p:nvSpPr>
        <p:spPr>
          <a:xfrm>
            <a:off x="4538400" y="3414567"/>
            <a:ext cx="3115200" cy="58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178" name="Google Shape;7178;p28"/>
          <p:cNvSpPr txBox="1">
            <a:spLocks noGrp="1"/>
          </p:cNvSpPr>
          <p:nvPr>
            <p:ph type="subTitle" idx="6"/>
          </p:nvPr>
        </p:nvSpPr>
        <p:spPr>
          <a:xfrm>
            <a:off x="8116800" y="3414567"/>
            <a:ext cx="3115200" cy="58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179" name="Google Shape;7179;p28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180" name="Google Shape;7180;p28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7181" name="Google Shape;7181;p2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2" name="Google Shape;7182;p2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3" name="Google Shape;7183;p2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4" name="Google Shape;7184;p2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5" name="Google Shape;7185;p2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6" name="Google Shape;7186;p2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7" name="Google Shape;7187;p2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8" name="Google Shape;7188;p2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9" name="Google Shape;7189;p2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0" name="Google Shape;7190;p2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1" name="Google Shape;7191;p2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2" name="Google Shape;7192;p2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3" name="Google Shape;7193;p2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4" name="Google Shape;7194;p2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5" name="Google Shape;7195;p2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6" name="Google Shape;7196;p2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7" name="Google Shape;7197;p2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8" name="Google Shape;7198;p2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9" name="Google Shape;7199;p2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0" name="Google Shape;7200;p2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1" name="Google Shape;7201;p2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2" name="Google Shape;7202;p2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3" name="Google Shape;7203;p2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4" name="Google Shape;7204;p2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5" name="Google Shape;7205;p2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6" name="Google Shape;7206;p2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7" name="Google Shape;7207;p2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8" name="Google Shape;7208;p2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9" name="Google Shape;7209;p2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0" name="Google Shape;7210;p2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1" name="Google Shape;7211;p2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2" name="Google Shape;7212;p2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3" name="Google Shape;7213;p2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4" name="Google Shape;7214;p2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5" name="Google Shape;7215;p2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6" name="Google Shape;7216;p2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7" name="Google Shape;7217;p2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8" name="Google Shape;7218;p2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9" name="Google Shape;7219;p2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0" name="Google Shape;7220;p2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1" name="Google Shape;7221;p2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2" name="Google Shape;7222;p2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3" name="Google Shape;7223;p2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4" name="Google Shape;7224;p2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5" name="Google Shape;7225;p2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6" name="Google Shape;7226;p2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7" name="Google Shape;7227;p2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8" name="Google Shape;7228;p2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9" name="Google Shape;7229;p2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0" name="Google Shape;7230;p2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1" name="Google Shape;7231;p2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2" name="Google Shape;7232;p2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3" name="Google Shape;7233;p2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4" name="Google Shape;7234;p2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5" name="Google Shape;7235;p2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6" name="Google Shape;7236;p2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7" name="Google Shape;7237;p2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8" name="Google Shape;7238;p2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9" name="Google Shape;7239;p2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0" name="Google Shape;7240;p2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1" name="Google Shape;7241;p2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2" name="Google Shape;7242;p2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3" name="Google Shape;7243;p2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4" name="Google Shape;7244;p2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5" name="Google Shape;7245;p2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6" name="Google Shape;7246;p2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7" name="Google Shape;7247;p2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8" name="Google Shape;7248;p2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9" name="Google Shape;7249;p2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0" name="Google Shape;7250;p2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1" name="Google Shape;7251;p2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2" name="Google Shape;7252;p2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3" name="Google Shape;7253;p2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4" name="Google Shape;7254;p2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5" name="Google Shape;7255;p2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6" name="Google Shape;7256;p2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7" name="Google Shape;7257;p2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8" name="Google Shape;7258;p2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9" name="Google Shape;7259;p2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0" name="Google Shape;7260;p2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1" name="Google Shape;7261;p2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2" name="Google Shape;7262;p2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3" name="Google Shape;7263;p2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4" name="Google Shape;7264;p2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5" name="Google Shape;7265;p2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6" name="Google Shape;7266;p2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7" name="Google Shape;7267;p2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8" name="Google Shape;7268;p2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9" name="Google Shape;7269;p2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0" name="Google Shape;7270;p2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1" name="Google Shape;7271;p2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2" name="Google Shape;7272;p2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3" name="Google Shape;7273;p2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4" name="Google Shape;7274;p2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5" name="Google Shape;7275;p2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6" name="Google Shape;7276;p2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7" name="Google Shape;7277;p2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8" name="Google Shape;7278;p2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9" name="Google Shape;7279;p2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0" name="Google Shape;7280;p2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1" name="Google Shape;7281;p2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2" name="Google Shape;7282;p2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3" name="Google Shape;7283;p2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4" name="Google Shape;7284;p2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5" name="Google Shape;7285;p2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6" name="Google Shape;7286;p2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7" name="Google Shape;7287;p2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8" name="Google Shape;7288;p2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9" name="Google Shape;7289;p2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0" name="Google Shape;7290;p2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1" name="Google Shape;7291;p2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2" name="Google Shape;7292;p2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3" name="Google Shape;7293;p2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4" name="Google Shape;7294;p2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5" name="Google Shape;7295;p2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6" name="Google Shape;7296;p2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7" name="Google Shape;7297;p2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8" name="Google Shape;7298;p2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9" name="Google Shape;7299;p2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0" name="Google Shape;7300;p2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1" name="Google Shape;7301;p2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2" name="Google Shape;7302;p2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3" name="Google Shape;7303;p2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4" name="Google Shape;7304;p2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5" name="Google Shape;7305;p2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6" name="Google Shape;7306;p2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7" name="Google Shape;7307;p2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8" name="Google Shape;7308;p2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9" name="Google Shape;7309;p2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0" name="Google Shape;7310;p2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1" name="Google Shape;7311;p2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2" name="Google Shape;7312;p2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3" name="Google Shape;7313;p2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4" name="Google Shape;7314;p2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5" name="Google Shape;7315;p2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6" name="Google Shape;7316;p2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17" name="Google Shape;7317;p28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7318" name="Google Shape;7318;p2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9" name="Google Shape;7319;p2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0" name="Google Shape;7320;p2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1" name="Google Shape;7321;p2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2" name="Google Shape;7322;p2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3" name="Google Shape;7323;p2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4" name="Google Shape;7324;p2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5" name="Google Shape;7325;p2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6" name="Google Shape;7326;p2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7" name="Google Shape;7327;p2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8" name="Google Shape;7328;p2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9" name="Google Shape;7329;p2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0" name="Google Shape;7330;p2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1" name="Google Shape;7331;p2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2" name="Google Shape;7332;p2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3" name="Google Shape;7333;p2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4" name="Google Shape;7334;p2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5" name="Google Shape;7335;p2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6" name="Google Shape;7336;p2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7" name="Google Shape;7337;p2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8" name="Google Shape;7338;p2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9" name="Google Shape;7339;p2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0" name="Google Shape;7340;p2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1" name="Google Shape;7341;p2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2" name="Google Shape;7342;p2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3" name="Google Shape;7343;p2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4" name="Google Shape;7344;p2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5" name="Google Shape;7345;p2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6" name="Google Shape;7346;p2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7" name="Google Shape;7347;p2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8" name="Google Shape;7348;p2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9" name="Google Shape;7349;p2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0" name="Google Shape;7350;p2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1" name="Google Shape;7351;p2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2" name="Google Shape;7352;p2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3" name="Google Shape;7353;p2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4" name="Google Shape;7354;p2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5" name="Google Shape;7355;p2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6" name="Google Shape;7356;p2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7" name="Google Shape;7357;p2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8" name="Google Shape;7358;p2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9" name="Google Shape;7359;p2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0" name="Google Shape;7360;p2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1" name="Google Shape;7361;p2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2" name="Google Shape;7362;p2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3" name="Google Shape;7363;p2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4" name="Google Shape;7364;p2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5" name="Google Shape;7365;p2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6" name="Google Shape;7366;p2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7" name="Google Shape;7367;p2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8" name="Google Shape;7368;p2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9" name="Google Shape;7369;p2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0" name="Google Shape;7370;p2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1" name="Google Shape;7371;p2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2" name="Google Shape;7372;p2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3" name="Google Shape;7373;p2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4" name="Google Shape;7374;p2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5" name="Google Shape;7375;p2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6" name="Google Shape;7376;p2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7" name="Google Shape;7377;p2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8" name="Google Shape;7378;p2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9" name="Google Shape;7379;p2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0" name="Google Shape;7380;p2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1" name="Google Shape;7381;p2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2" name="Google Shape;7382;p2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3" name="Google Shape;7383;p2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4" name="Google Shape;7384;p2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5" name="Google Shape;7385;p2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6" name="Google Shape;7386;p2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7" name="Google Shape;7387;p2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8" name="Google Shape;7388;p2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9" name="Google Shape;7389;p2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0" name="Google Shape;7390;p2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1" name="Google Shape;7391;p2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2" name="Google Shape;7392;p2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3" name="Google Shape;7393;p2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4" name="Google Shape;7394;p2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5" name="Google Shape;7395;p2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6" name="Google Shape;7396;p2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7" name="Google Shape;7397;p2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8" name="Google Shape;7398;p2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9" name="Google Shape;7399;p2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0" name="Google Shape;7400;p2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1" name="Google Shape;7401;p2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2" name="Google Shape;7402;p2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3" name="Google Shape;7403;p2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4" name="Google Shape;7404;p2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5" name="Google Shape;7405;p2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6" name="Google Shape;7406;p2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7" name="Google Shape;7407;p2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8" name="Google Shape;7408;p2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9" name="Google Shape;7409;p2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0" name="Google Shape;7410;p2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1" name="Google Shape;7411;p2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2" name="Google Shape;7412;p2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3" name="Google Shape;7413;p2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4" name="Google Shape;7414;p2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5" name="Google Shape;7415;p2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6" name="Google Shape;7416;p2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7" name="Google Shape;7417;p2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8" name="Google Shape;7418;p2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9" name="Google Shape;7419;p2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0" name="Google Shape;7420;p2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1" name="Google Shape;7421;p2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2" name="Google Shape;7422;p2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3" name="Google Shape;7423;p2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4" name="Google Shape;7424;p2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5" name="Google Shape;7425;p2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6" name="Google Shape;7426;p2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7" name="Google Shape;7427;p2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8" name="Google Shape;7428;p2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9" name="Google Shape;7429;p2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0" name="Google Shape;7430;p2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1" name="Google Shape;7431;p2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2" name="Google Shape;7432;p2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3" name="Google Shape;7433;p2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4" name="Google Shape;7434;p2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5" name="Google Shape;7435;p2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6" name="Google Shape;7436;p2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7" name="Google Shape;7437;p2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8" name="Google Shape;7438;p2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9" name="Google Shape;7439;p2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0" name="Google Shape;7440;p2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1" name="Google Shape;7441;p2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2" name="Google Shape;7442;p2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3" name="Google Shape;7443;p2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4" name="Google Shape;7444;p2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5" name="Google Shape;7445;p2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6" name="Google Shape;7446;p2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7" name="Google Shape;7447;p2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8" name="Google Shape;7448;p2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9" name="Google Shape;7449;p2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0" name="Google Shape;7450;p2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1" name="Google Shape;7451;p2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2" name="Google Shape;7452;p2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3" name="Google Shape;7453;p2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8222738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7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55" name="Google Shape;7455;p29"/>
          <p:cNvGrpSpPr/>
          <p:nvPr/>
        </p:nvGrpSpPr>
        <p:grpSpPr>
          <a:xfrm rot="-5661100" flipH="1">
            <a:off x="6382792" y="5569983"/>
            <a:ext cx="1158707" cy="2256236"/>
            <a:chOff x="4928950" y="2923850"/>
            <a:chExt cx="434675" cy="846400"/>
          </a:xfrm>
        </p:grpSpPr>
        <p:sp>
          <p:nvSpPr>
            <p:cNvPr id="7456" name="Google Shape;7456;p29"/>
            <p:cNvSpPr/>
            <p:nvPr/>
          </p:nvSpPr>
          <p:spPr>
            <a:xfrm>
              <a:off x="5082575" y="2939475"/>
              <a:ext cx="264375" cy="819350"/>
            </a:xfrm>
            <a:custGeom>
              <a:avLst/>
              <a:gdLst/>
              <a:ahLst/>
              <a:cxnLst/>
              <a:rect l="l" t="t" r="r" b="b"/>
              <a:pathLst>
                <a:path w="10575" h="32774" extrusionOk="0">
                  <a:moveTo>
                    <a:pt x="9954" y="1"/>
                  </a:moveTo>
                  <a:cubicBezTo>
                    <a:pt x="9951" y="1"/>
                    <a:pt x="9948" y="1"/>
                    <a:pt x="9944" y="1"/>
                  </a:cubicBezTo>
                  <a:cubicBezTo>
                    <a:pt x="8514" y="134"/>
                    <a:pt x="7216" y="1379"/>
                    <a:pt x="6215" y="2317"/>
                  </a:cubicBezTo>
                  <a:cubicBezTo>
                    <a:pt x="5024" y="3431"/>
                    <a:pt x="3982" y="4689"/>
                    <a:pt x="3111" y="6066"/>
                  </a:cubicBezTo>
                  <a:cubicBezTo>
                    <a:pt x="1361" y="8838"/>
                    <a:pt x="306" y="12041"/>
                    <a:pt x="117" y="15315"/>
                  </a:cubicBezTo>
                  <a:cubicBezTo>
                    <a:pt x="0" y="17331"/>
                    <a:pt x="200" y="19354"/>
                    <a:pt x="552" y="21337"/>
                  </a:cubicBezTo>
                  <a:cubicBezTo>
                    <a:pt x="878" y="23170"/>
                    <a:pt x="1314" y="24926"/>
                    <a:pt x="2352" y="26497"/>
                  </a:cubicBezTo>
                  <a:cubicBezTo>
                    <a:pt x="4162" y="29235"/>
                    <a:pt x="6933" y="31949"/>
                    <a:pt x="10194" y="32765"/>
                  </a:cubicBezTo>
                  <a:cubicBezTo>
                    <a:pt x="10218" y="32771"/>
                    <a:pt x="10241" y="32773"/>
                    <a:pt x="10263" y="32773"/>
                  </a:cubicBezTo>
                  <a:cubicBezTo>
                    <a:pt x="10494" y="32773"/>
                    <a:pt x="10574" y="32458"/>
                    <a:pt x="10340" y="32342"/>
                  </a:cubicBezTo>
                  <a:cubicBezTo>
                    <a:pt x="7369" y="30862"/>
                    <a:pt x="4505" y="28742"/>
                    <a:pt x="2675" y="25924"/>
                  </a:cubicBezTo>
                  <a:cubicBezTo>
                    <a:pt x="1677" y="24387"/>
                    <a:pt x="1294" y="22624"/>
                    <a:pt x="992" y="20841"/>
                  </a:cubicBezTo>
                  <a:cubicBezTo>
                    <a:pt x="669" y="18965"/>
                    <a:pt x="502" y="17055"/>
                    <a:pt x="622" y="15152"/>
                  </a:cubicBezTo>
                  <a:cubicBezTo>
                    <a:pt x="822" y="12035"/>
                    <a:pt x="1870" y="8994"/>
                    <a:pt x="3557" y="6369"/>
                  </a:cubicBezTo>
                  <a:cubicBezTo>
                    <a:pt x="4348" y="5125"/>
                    <a:pt x="5283" y="3980"/>
                    <a:pt x="6341" y="2949"/>
                  </a:cubicBezTo>
                  <a:cubicBezTo>
                    <a:pt x="7386" y="1934"/>
                    <a:pt x="8657" y="757"/>
                    <a:pt x="10011" y="194"/>
                  </a:cubicBezTo>
                  <a:cubicBezTo>
                    <a:pt x="10124" y="146"/>
                    <a:pt x="10055" y="1"/>
                    <a:pt x="99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7" name="Google Shape;7457;p29"/>
            <p:cNvSpPr/>
            <p:nvPr/>
          </p:nvSpPr>
          <p:spPr>
            <a:xfrm>
              <a:off x="5139625" y="2978525"/>
              <a:ext cx="201700" cy="684825"/>
            </a:xfrm>
            <a:custGeom>
              <a:avLst/>
              <a:gdLst/>
              <a:ahLst/>
              <a:cxnLst/>
              <a:rect l="l" t="t" r="r" b="b"/>
              <a:pathLst>
                <a:path w="8068" h="27393" extrusionOk="0">
                  <a:moveTo>
                    <a:pt x="7821" y="0"/>
                  </a:moveTo>
                  <a:cubicBezTo>
                    <a:pt x="7784" y="0"/>
                    <a:pt x="7746" y="13"/>
                    <a:pt x="7709" y="43"/>
                  </a:cubicBezTo>
                  <a:cubicBezTo>
                    <a:pt x="3567" y="3393"/>
                    <a:pt x="672" y="8427"/>
                    <a:pt x="320" y="13796"/>
                  </a:cubicBezTo>
                  <a:cubicBezTo>
                    <a:pt x="0" y="18624"/>
                    <a:pt x="2006" y="24765"/>
                    <a:pt x="6361" y="27357"/>
                  </a:cubicBezTo>
                  <a:cubicBezTo>
                    <a:pt x="6403" y="27382"/>
                    <a:pt x="6446" y="27393"/>
                    <a:pt x="6488" y="27393"/>
                  </a:cubicBezTo>
                  <a:cubicBezTo>
                    <a:pt x="6672" y="27393"/>
                    <a:pt x="6827" y="27175"/>
                    <a:pt x="6677" y="27004"/>
                  </a:cubicBezTo>
                  <a:cubicBezTo>
                    <a:pt x="5004" y="25118"/>
                    <a:pt x="3334" y="23314"/>
                    <a:pt x="2273" y="20989"/>
                  </a:cubicBezTo>
                  <a:cubicBezTo>
                    <a:pt x="1235" y="18713"/>
                    <a:pt x="829" y="16175"/>
                    <a:pt x="1018" y="13683"/>
                  </a:cubicBezTo>
                  <a:cubicBezTo>
                    <a:pt x="1414" y="8506"/>
                    <a:pt x="4229" y="3822"/>
                    <a:pt x="7938" y="306"/>
                  </a:cubicBezTo>
                  <a:cubicBezTo>
                    <a:pt x="8067" y="182"/>
                    <a:pt x="7959" y="0"/>
                    <a:pt x="7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8" name="Google Shape;7458;p29"/>
            <p:cNvSpPr/>
            <p:nvPr/>
          </p:nvSpPr>
          <p:spPr>
            <a:xfrm>
              <a:off x="4928950" y="2923850"/>
              <a:ext cx="434675" cy="846400"/>
            </a:xfrm>
            <a:custGeom>
              <a:avLst/>
              <a:gdLst/>
              <a:ahLst/>
              <a:cxnLst/>
              <a:rect l="l" t="t" r="r" b="b"/>
              <a:pathLst>
                <a:path w="17387" h="33856" extrusionOk="0">
                  <a:moveTo>
                    <a:pt x="16328" y="0"/>
                  </a:moveTo>
                  <a:cubicBezTo>
                    <a:pt x="16299" y="0"/>
                    <a:pt x="16268" y="7"/>
                    <a:pt x="16236" y="24"/>
                  </a:cubicBezTo>
                  <a:cubicBezTo>
                    <a:pt x="12672" y="1847"/>
                    <a:pt x="9522" y="4326"/>
                    <a:pt x="6744" y="7200"/>
                  </a:cubicBezTo>
                  <a:cubicBezTo>
                    <a:pt x="4462" y="9559"/>
                    <a:pt x="2349" y="12360"/>
                    <a:pt x="1494" y="15581"/>
                  </a:cubicBezTo>
                  <a:cubicBezTo>
                    <a:pt x="672" y="18675"/>
                    <a:pt x="1368" y="21922"/>
                    <a:pt x="2845" y="24710"/>
                  </a:cubicBezTo>
                  <a:cubicBezTo>
                    <a:pt x="4232" y="27325"/>
                    <a:pt x="6195" y="29597"/>
                    <a:pt x="8690" y="31204"/>
                  </a:cubicBezTo>
                  <a:cubicBezTo>
                    <a:pt x="9918" y="31996"/>
                    <a:pt x="11239" y="32631"/>
                    <a:pt x="12626" y="33093"/>
                  </a:cubicBezTo>
                  <a:cubicBezTo>
                    <a:pt x="13602" y="33413"/>
                    <a:pt x="14869" y="33855"/>
                    <a:pt x="15989" y="33855"/>
                  </a:cubicBezTo>
                  <a:cubicBezTo>
                    <a:pt x="16267" y="33855"/>
                    <a:pt x="16535" y="33828"/>
                    <a:pt x="16788" y="33765"/>
                  </a:cubicBezTo>
                  <a:cubicBezTo>
                    <a:pt x="17317" y="33636"/>
                    <a:pt x="17387" y="32897"/>
                    <a:pt x="16864" y="32701"/>
                  </a:cubicBezTo>
                  <a:cubicBezTo>
                    <a:pt x="16142" y="32428"/>
                    <a:pt x="15381" y="32475"/>
                    <a:pt x="14625" y="32345"/>
                  </a:cubicBezTo>
                  <a:cubicBezTo>
                    <a:pt x="13887" y="32215"/>
                    <a:pt x="13158" y="32022"/>
                    <a:pt x="12453" y="31776"/>
                  </a:cubicBezTo>
                  <a:cubicBezTo>
                    <a:pt x="10969" y="31267"/>
                    <a:pt x="9568" y="30548"/>
                    <a:pt x="8294" y="29640"/>
                  </a:cubicBezTo>
                  <a:cubicBezTo>
                    <a:pt x="3314" y="26110"/>
                    <a:pt x="0" y="19836"/>
                    <a:pt x="2698" y="13857"/>
                  </a:cubicBezTo>
                  <a:cubicBezTo>
                    <a:pt x="4013" y="10940"/>
                    <a:pt x="6301" y="8498"/>
                    <a:pt x="8610" y="6335"/>
                  </a:cubicBezTo>
                  <a:cubicBezTo>
                    <a:pt x="10999" y="4100"/>
                    <a:pt x="13664" y="2150"/>
                    <a:pt x="16409" y="373"/>
                  </a:cubicBezTo>
                  <a:lnTo>
                    <a:pt x="16405" y="373"/>
                  </a:lnTo>
                  <a:cubicBezTo>
                    <a:pt x="16582" y="262"/>
                    <a:pt x="16497" y="0"/>
                    <a:pt x="16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59" name="Google Shape;7459;p29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460" name="Google Shape;7460;p29"/>
          <p:cNvSpPr txBox="1">
            <a:spLocks noGrp="1"/>
          </p:cNvSpPr>
          <p:nvPr>
            <p:ph type="subTitle" idx="1"/>
          </p:nvPr>
        </p:nvSpPr>
        <p:spPr>
          <a:xfrm>
            <a:off x="2255176" y="1526700"/>
            <a:ext cx="4860800" cy="59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3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461" name="Google Shape;7461;p29"/>
          <p:cNvSpPr txBox="1">
            <a:spLocks noGrp="1"/>
          </p:cNvSpPr>
          <p:nvPr>
            <p:ph type="subTitle" idx="2"/>
          </p:nvPr>
        </p:nvSpPr>
        <p:spPr>
          <a:xfrm>
            <a:off x="2255176" y="2121497"/>
            <a:ext cx="4860800" cy="8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462" name="Google Shape;7462;p29"/>
          <p:cNvSpPr txBox="1">
            <a:spLocks noGrp="1"/>
          </p:cNvSpPr>
          <p:nvPr>
            <p:ph type="subTitle" idx="3"/>
          </p:nvPr>
        </p:nvSpPr>
        <p:spPr>
          <a:xfrm>
            <a:off x="2255196" y="3679148"/>
            <a:ext cx="4860800" cy="8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463" name="Google Shape;7463;p29"/>
          <p:cNvSpPr txBox="1">
            <a:spLocks noGrp="1"/>
          </p:cNvSpPr>
          <p:nvPr>
            <p:ph type="subTitle" idx="4"/>
          </p:nvPr>
        </p:nvSpPr>
        <p:spPr>
          <a:xfrm>
            <a:off x="2255099" y="5236799"/>
            <a:ext cx="4860800" cy="8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464" name="Google Shape;7464;p29"/>
          <p:cNvSpPr txBox="1">
            <a:spLocks noGrp="1"/>
          </p:cNvSpPr>
          <p:nvPr>
            <p:ph type="subTitle" idx="5"/>
          </p:nvPr>
        </p:nvSpPr>
        <p:spPr>
          <a:xfrm>
            <a:off x="2255176" y="3084368"/>
            <a:ext cx="4860800" cy="59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3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465" name="Google Shape;7465;p29"/>
          <p:cNvSpPr txBox="1">
            <a:spLocks noGrp="1"/>
          </p:cNvSpPr>
          <p:nvPr>
            <p:ph type="subTitle" idx="6"/>
          </p:nvPr>
        </p:nvSpPr>
        <p:spPr>
          <a:xfrm>
            <a:off x="2255099" y="4642203"/>
            <a:ext cx="4860800" cy="59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3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7466" name="Google Shape;7466;p29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7467" name="Google Shape;7467;p29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8" name="Google Shape;7468;p29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9" name="Google Shape;7469;p29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0" name="Google Shape;7470;p29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1" name="Google Shape;7471;p29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2" name="Google Shape;7472;p29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3" name="Google Shape;7473;p29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4" name="Google Shape;7474;p29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5" name="Google Shape;7475;p29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6" name="Google Shape;7476;p29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7" name="Google Shape;7477;p29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8" name="Google Shape;7478;p29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9" name="Google Shape;7479;p29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0" name="Google Shape;7480;p29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1" name="Google Shape;7481;p29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2" name="Google Shape;7482;p29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3" name="Google Shape;7483;p29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4" name="Google Shape;7484;p29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5" name="Google Shape;7485;p29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6" name="Google Shape;7486;p29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7" name="Google Shape;7487;p29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8" name="Google Shape;7488;p29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9" name="Google Shape;7489;p29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0" name="Google Shape;7490;p29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1" name="Google Shape;7491;p29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2" name="Google Shape;7492;p29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3" name="Google Shape;7493;p29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4" name="Google Shape;7494;p29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5" name="Google Shape;7495;p29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6" name="Google Shape;7496;p29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7" name="Google Shape;7497;p29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8" name="Google Shape;7498;p29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9" name="Google Shape;7499;p29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0" name="Google Shape;7500;p29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1" name="Google Shape;7501;p29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2" name="Google Shape;7502;p29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3" name="Google Shape;7503;p29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4" name="Google Shape;7504;p29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5" name="Google Shape;7505;p29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6" name="Google Shape;7506;p29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7" name="Google Shape;7507;p29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8" name="Google Shape;7508;p29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9" name="Google Shape;7509;p29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0" name="Google Shape;7510;p29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1" name="Google Shape;7511;p29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2" name="Google Shape;7512;p29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3" name="Google Shape;7513;p29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4" name="Google Shape;7514;p29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5" name="Google Shape;7515;p29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6" name="Google Shape;7516;p29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7" name="Google Shape;7517;p29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8" name="Google Shape;7518;p29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9" name="Google Shape;7519;p29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0" name="Google Shape;7520;p29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1" name="Google Shape;7521;p29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2" name="Google Shape;7522;p29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3" name="Google Shape;7523;p29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4" name="Google Shape;7524;p29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5" name="Google Shape;7525;p29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6" name="Google Shape;7526;p29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7" name="Google Shape;7527;p29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8" name="Google Shape;7528;p29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9" name="Google Shape;7529;p29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0" name="Google Shape;7530;p29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1" name="Google Shape;7531;p29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2" name="Google Shape;7532;p29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3" name="Google Shape;7533;p29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4" name="Google Shape;7534;p29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5" name="Google Shape;7535;p29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6" name="Google Shape;7536;p29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7" name="Google Shape;7537;p29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8" name="Google Shape;7538;p29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9" name="Google Shape;7539;p29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0" name="Google Shape;7540;p29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1" name="Google Shape;7541;p29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2" name="Google Shape;7542;p29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3" name="Google Shape;7543;p29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4" name="Google Shape;7544;p29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5" name="Google Shape;7545;p29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6" name="Google Shape;7546;p29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7" name="Google Shape;7547;p29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8" name="Google Shape;7548;p29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9" name="Google Shape;7549;p29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0" name="Google Shape;7550;p29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1" name="Google Shape;7551;p29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2" name="Google Shape;7552;p29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3" name="Google Shape;7553;p29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4" name="Google Shape;7554;p29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5" name="Google Shape;7555;p29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6" name="Google Shape;7556;p29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7" name="Google Shape;7557;p29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8" name="Google Shape;7558;p29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9" name="Google Shape;7559;p29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0" name="Google Shape;7560;p29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1" name="Google Shape;7561;p29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2" name="Google Shape;7562;p29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3" name="Google Shape;7563;p29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4" name="Google Shape;7564;p29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5" name="Google Shape;7565;p29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6" name="Google Shape;7566;p29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7" name="Google Shape;7567;p29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8" name="Google Shape;7568;p29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9" name="Google Shape;7569;p29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0" name="Google Shape;7570;p29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1" name="Google Shape;7571;p29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2" name="Google Shape;7572;p29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3" name="Google Shape;7573;p29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4" name="Google Shape;7574;p29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5" name="Google Shape;7575;p29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6" name="Google Shape;7576;p29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7" name="Google Shape;7577;p29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8" name="Google Shape;7578;p29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9" name="Google Shape;7579;p29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0" name="Google Shape;7580;p29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1" name="Google Shape;7581;p29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2" name="Google Shape;7582;p29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3" name="Google Shape;7583;p29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4" name="Google Shape;7584;p29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5" name="Google Shape;7585;p29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6" name="Google Shape;7586;p29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7" name="Google Shape;7587;p29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8" name="Google Shape;7588;p29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9" name="Google Shape;7589;p29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0" name="Google Shape;7590;p29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1" name="Google Shape;7591;p29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2" name="Google Shape;7592;p29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3" name="Google Shape;7593;p29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4" name="Google Shape;7594;p29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5" name="Google Shape;7595;p29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6" name="Google Shape;7596;p29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7" name="Google Shape;7597;p29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8" name="Google Shape;7598;p29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9" name="Google Shape;7599;p29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0" name="Google Shape;7600;p29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1" name="Google Shape;7601;p29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2" name="Google Shape;7602;p29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603" name="Google Shape;7603;p29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7604" name="Google Shape;7604;p29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5" name="Google Shape;7605;p29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6" name="Google Shape;7606;p29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7" name="Google Shape;7607;p29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8" name="Google Shape;7608;p29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9" name="Google Shape;7609;p29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0" name="Google Shape;7610;p29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1" name="Google Shape;7611;p29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2" name="Google Shape;7612;p29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3" name="Google Shape;7613;p29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4" name="Google Shape;7614;p29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5" name="Google Shape;7615;p29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6" name="Google Shape;7616;p29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7" name="Google Shape;7617;p29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8" name="Google Shape;7618;p29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9" name="Google Shape;7619;p29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0" name="Google Shape;7620;p29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1" name="Google Shape;7621;p29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2" name="Google Shape;7622;p29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3" name="Google Shape;7623;p29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4" name="Google Shape;7624;p29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5" name="Google Shape;7625;p29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6" name="Google Shape;7626;p29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7" name="Google Shape;7627;p29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8" name="Google Shape;7628;p29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9" name="Google Shape;7629;p29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0" name="Google Shape;7630;p29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1" name="Google Shape;7631;p29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2" name="Google Shape;7632;p29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3" name="Google Shape;7633;p29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4" name="Google Shape;7634;p29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5" name="Google Shape;7635;p29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6" name="Google Shape;7636;p29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7" name="Google Shape;7637;p29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8" name="Google Shape;7638;p29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9" name="Google Shape;7639;p29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0" name="Google Shape;7640;p29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1" name="Google Shape;7641;p29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2" name="Google Shape;7642;p29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3" name="Google Shape;7643;p29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4" name="Google Shape;7644;p29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5" name="Google Shape;7645;p29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6" name="Google Shape;7646;p29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7" name="Google Shape;7647;p29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8" name="Google Shape;7648;p29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9" name="Google Shape;7649;p29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0" name="Google Shape;7650;p29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1" name="Google Shape;7651;p29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2" name="Google Shape;7652;p29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3" name="Google Shape;7653;p29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4" name="Google Shape;7654;p29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5" name="Google Shape;7655;p29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6" name="Google Shape;7656;p29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7" name="Google Shape;7657;p29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8" name="Google Shape;7658;p29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9" name="Google Shape;7659;p29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0" name="Google Shape;7660;p29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1" name="Google Shape;7661;p29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2" name="Google Shape;7662;p29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3" name="Google Shape;7663;p29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4" name="Google Shape;7664;p29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5" name="Google Shape;7665;p29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6" name="Google Shape;7666;p29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7" name="Google Shape;7667;p29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8" name="Google Shape;7668;p29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9" name="Google Shape;7669;p29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0" name="Google Shape;7670;p29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1" name="Google Shape;7671;p29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2" name="Google Shape;7672;p29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3" name="Google Shape;7673;p29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4" name="Google Shape;7674;p29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5" name="Google Shape;7675;p29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6" name="Google Shape;7676;p29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7" name="Google Shape;7677;p29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8" name="Google Shape;7678;p29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9" name="Google Shape;7679;p29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0" name="Google Shape;7680;p29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1" name="Google Shape;7681;p29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2" name="Google Shape;7682;p29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3" name="Google Shape;7683;p29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4" name="Google Shape;7684;p29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5" name="Google Shape;7685;p29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6" name="Google Shape;7686;p29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7" name="Google Shape;7687;p29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8" name="Google Shape;7688;p29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9" name="Google Shape;7689;p29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0" name="Google Shape;7690;p29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1" name="Google Shape;7691;p29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2" name="Google Shape;7692;p29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3" name="Google Shape;7693;p29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4" name="Google Shape;7694;p29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5" name="Google Shape;7695;p29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6" name="Google Shape;7696;p29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7" name="Google Shape;7697;p29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8" name="Google Shape;7698;p29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9" name="Google Shape;7699;p29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0" name="Google Shape;7700;p29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1" name="Google Shape;7701;p29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2" name="Google Shape;7702;p29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3" name="Google Shape;7703;p29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4" name="Google Shape;7704;p29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5" name="Google Shape;7705;p29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6" name="Google Shape;7706;p29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7" name="Google Shape;7707;p29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8" name="Google Shape;7708;p29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9" name="Google Shape;7709;p29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0" name="Google Shape;7710;p29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1" name="Google Shape;7711;p29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2" name="Google Shape;7712;p29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3" name="Google Shape;7713;p29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4" name="Google Shape;7714;p29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5" name="Google Shape;7715;p29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6" name="Google Shape;7716;p29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7" name="Google Shape;7717;p29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8" name="Google Shape;7718;p29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9" name="Google Shape;7719;p29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0" name="Google Shape;7720;p29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1" name="Google Shape;7721;p29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2" name="Google Shape;7722;p29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3" name="Google Shape;7723;p29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4" name="Google Shape;7724;p29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5" name="Google Shape;7725;p29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6" name="Google Shape;7726;p29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7" name="Google Shape;7727;p29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8" name="Google Shape;7728;p29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9" name="Google Shape;7729;p29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0" name="Google Shape;7730;p29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1" name="Google Shape;7731;p29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2" name="Google Shape;7732;p29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3" name="Google Shape;7733;p29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4" name="Google Shape;7734;p29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5" name="Google Shape;7735;p29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6" name="Google Shape;7736;p29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7" name="Google Shape;7737;p29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8" name="Google Shape;7738;p29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9" name="Google Shape;7739;p29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1129980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7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41" name="Google Shape;7741;p30"/>
          <p:cNvGrpSpPr/>
          <p:nvPr/>
        </p:nvGrpSpPr>
        <p:grpSpPr>
          <a:xfrm>
            <a:off x="6266502" y="-2052940"/>
            <a:ext cx="3965943" cy="4037832"/>
            <a:chOff x="6443636" y="-651126"/>
            <a:chExt cx="1857643" cy="1891315"/>
          </a:xfrm>
        </p:grpSpPr>
        <p:sp>
          <p:nvSpPr>
            <p:cNvPr id="7742" name="Google Shape;7742;p30"/>
            <p:cNvSpPr/>
            <p:nvPr/>
          </p:nvSpPr>
          <p:spPr>
            <a:xfrm rot="2918932">
              <a:off x="6614851" y="-276011"/>
              <a:ext cx="1515213" cy="1141085"/>
            </a:xfrm>
            <a:custGeom>
              <a:avLst/>
              <a:gdLst/>
              <a:ahLst/>
              <a:cxnLst/>
              <a:rect l="l" t="t" r="r" b="b"/>
              <a:pathLst>
                <a:path w="47393" h="35691" extrusionOk="0">
                  <a:moveTo>
                    <a:pt x="33712" y="1"/>
                  </a:moveTo>
                  <a:cubicBezTo>
                    <a:pt x="33522" y="1"/>
                    <a:pt x="33430" y="292"/>
                    <a:pt x="33639" y="350"/>
                  </a:cubicBezTo>
                  <a:cubicBezTo>
                    <a:pt x="36952" y="1305"/>
                    <a:pt x="40130" y="2815"/>
                    <a:pt x="42944" y="4805"/>
                  </a:cubicBezTo>
                  <a:cubicBezTo>
                    <a:pt x="44371" y="5816"/>
                    <a:pt x="46135" y="7060"/>
                    <a:pt x="46561" y="8870"/>
                  </a:cubicBezTo>
                  <a:cubicBezTo>
                    <a:pt x="46737" y="9612"/>
                    <a:pt x="46670" y="10447"/>
                    <a:pt x="46291" y="11119"/>
                  </a:cubicBezTo>
                  <a:cubicBezTo>
                    <a:pt x="45875" y="11854"/>
                    <a:pt x="45167" y="12150"/>
                    <a:pt x="44371" y="12300"/>
                  </a:cubicBezTo>
                  <a:cubicBezTo>
                    <a:pt x="43620" y="12447"/>
                    <a:pt x="42798" y="12516"/>
                    <a:pt x="42172" y="13009"/>
                  </a:cubicBezTo>
                  <a:cubicBezTo>
                    <a:pt x="41800" y="13302"/>
                    <a:pt x="41547" y="13724"/>
                    <a:pt x="41420" y="14180"/>
                  </a:cubicBezTo>
                  <a:cubicBezTo>
                    <a:pt x="41151" y="15158"/>
                    <a:pt x="41347" y="16219"/>
                    <a:pt x="41397" y="17214"/>
                  </a:cubicBezTo>
                  <a:cubicBezTo>
                    <a:pt x="41450" y="18272"/>
                    <a:pt x="41374" y="19523"/>
                    <a:pt x="40286" y="20048"/>
                  </a:cubicBezTo>
                  <a:cubicBezTo>
                    <a:pt x="39761" y="20301"/>
                    <a:pt x="39191" y="20334"/>
                    <a:pt x="38615" y="20334"/>
                  </a:cubicBezTo>
                  <a:cubicBezTo>
                    <a:pt x="38408" y="20334"/>
                    <a:pt x="38200" y="20330"/>
                    <a:pt x="37993" y="20330"/>
                  </a:cubicBezTo>
                  <a:cubicBezTo>
                    <a:pt x="37414" y="20330"/>
                    <a:pt x="36842" y="20363"/>
                    <a:pt x="36314" y="20617"/>
                  </a:cubicBezTo>
                  <a:cubicBezTo>
                    <a:pt x="35010" y="21239"/>
                    <a:pt x="34976" y="22846"/>
                    <a:pt x="35209" y="24081"/>
                  </a:cubicBezTo>
                  <a:cubicBezTo>
                    <a:pt x="35369" y="24942"/>
                    <a:pt x="35642" y="25834"/>
                    <a:pt x="35499" y="26719"/>
                  </a:cubicBezTo>
                  <a:cubicBezTo>
                    <a:pt x="35379" y="27461"/>
                    <a:pt x="34847" y="28279"/>
                    <a:pt x="34051" y="28392"/>
                  </a:cubicBezTo>
                  <a:cubicBezTo>
                    <a:pt x="33992" y="28401"/>
                    <a:pt x="33934" y="28404"/>
                    <a:pt x="33877" y="28404"/>
                  </a:cubicBezTo>
                  <a:cubicBezTo>
                    <a:pt x="33180" y="28404"/>
                    <a:pt x="32676" y="27810"/>
                    <a:pt x="32252" y="27318"/>
                  </a:cubicBezTo>
                  <a:cubicBezTo>
                    <a:pt x="31829" y="26832"/>
                    <a:pt x="31407" y="26343"/>
                    <a:pt x="30788" y="26110"/>
                  </a:cubicBezTo>
                  <a:cubicBezTo>
                    <a:pt x="30467" y="25990"/>
                    <a:pt x="30136" y="25935"/>
                    <a:pt x="29805" y="25935"/>
                  </a:cubicBezTo>
                  <a:cubicBezTo>
                    <a:pt x="28836" y="25935"/>
                    <a:pt x="27875" y="26409"/>
                    <a:pt x="27215" y="27111"/>
                  </a:cubicBezTo>
                  <a:cubicBezTo>
                    <a:pt x="26110" y="28286"/>
                    <a:pt x="25718" y="29903"/>
                    <a:pt x="25415" y="31436"/>
                  </a:cubicBezTo>
                  <a:cubicBezTo>
                    <a:pt x="25219" y="32440"/>
                    <a:pt x="24868" y="35515"/>
                    <a:pt x="23426" y="35515"/>
                  </a:cubicBezTo>
                  <a:cubicBezTo>
                    <a:pt x="23229" y="35515"/>
                    <a:pt x="23011" y="35458"/>
                    <a:pt x="22770" y="35329"/>
                  </a:cubicBezTo>
                  <a:cubicBezTo>
                    <a:pt x="22075" y="34956"/>
                    <a:pt x="21669" y="34201"/>
                    <a:pt x="21379" y="33502"/>
                  </a:cubicBezTo>
                  <a:cubicBezTo>
                    <a:pt x="21000" y="32591"/>
                    <a:pt x="20817" y="31609"/>
                    <a:pt x="20837" y="30625"/>
                  </a:cubicBezTo>
                  <a:cubicBezTo>
                    <a:pt x="20857" y="29773"/>
                    <a:pt x="21007" y="28915"/>
                    <a:pt x="20864" y="28066"/>
                  </a:cubicBezTo>
                  <a:cubicBezTo>
                    <a:pt x="20744" y="27388"/>
                    <a:pt x="20461" y="26749"/>
                    <a:pt x="20035" y="26207"/>
                  </a:cubicBezTo>
                  <a:cubicBezTo>
                    <a:pt x="19157" y="25062"/>
                    <a:pt x="17783" y="24340"/>
                    <a:pt x="16399" y="24011"/>
                  </a:cubicBezTo>
                  <a:cubicBezTo>
                    <a:pt x="15743" y="23855"/>
                    <a:pt x="15074" y="23792"/>
                    <a:pt x="14402" y="23792"/>
                  </a:cubicBezTo>
                  <a:cubicBezTo>
                    <a:pt x="13427" y="23792"/>
                    <a:pt x="12446" y="23924"/>
                    <a:pt x="11492" y="24094"/>
                  </a:cubicBezTo>
                  <a:cubicBezTo>
                    <a:pt x="9531" y="24442"/>
                    <a:pt x="7460" y="24985"/>
                    <a:pt x="5436" y="24985"/>
                  </a:cubicBezTo>
                  <a:cubicBezTo>
                    <a:pt x="4227" y="24985"/>
                    <a:pt x="3035" y="24792"/>
                    <a:pt x="1894" y="24247"/>
                  </a:cubicBezTo>
                  <a:cubicBezTo>
                    <a:pt x="1208" y="23918"/>
                    <a:pt x="606" y="23492"/>
                    <a:pt x="110" y="22913"/>
                  </a:cubicBezTo>
                  <a:cubicBezTo>
                    <a:pt x="99" y="22901"/>
                    <a:pt x="86" y="22897"/>
                    <a:pt x="74" y="22897"/>
                  </a:cubicBezTo>
                  <a:cubicBezTo>
                    <a:pt x="35" y="22897"/>
                    <a:pt x="0" y="22943"/>
                    <a:pt x="31" y="22983"/>
                  </a:cubicBezTo>
                  <a:lnTo>
                    <a:pt x="24" y="22983"/>
                  </a:lnTo>
                  <a:cubicBezTo>
                    <a:pt x="1404" y="24636"/>
                    <a:pt x="3438" y="25156"/>
                    <a:pt x="5498" y="25156"/>
                  </a:cubicBezTo>
                  <a:cubicBezTo>
                    <a:pt x="6477" y="25156"/>
                    <a:pt x="7462" y="25038"/>
                    <a:pt x="8384" y="24869"/>
                  </a:cubicBezTo>
                  <a:cubicBezTo>
                    <a:pt x="10345" y="24509"/>
                    <a:pt x="12432" y="23947"/>
                    <a:pt x="14446" y="23947"/>
                  </a:cubicBezTo>
                  <a:cubicBezTo>
                    <a:pt x="15947" y="23947"/>
                    <a:pt x="17409" y="24260"/>
                    <a:pt x="18748" y="25202"/>
                  </a:cubicBezTo>
                  <a:cubicBezTo>
                    <a:pt x="19403" y="25658"/>
                    <a:pt x="19969" y="26250"/>
                    <a:pt x="20328" y="26965"/>
                  </a:cubicBezTo>
                  <a:cubicBezTo>
                    <a:pt x="20754" y="27810"/>
                    <a:pt x="20780" y="28708"/>
                    <a:pt x="20717" y="29633"/>
                  </a:cubicBezTo>
                  <a:cubicBezTo>
                    <a:pt x="20594" y="31353"/>
                    <a:pt x="20734" y="33126"/>
                    <a:pt x="21732" y="34597"/>
                  </a:cubicBezTo>
                  <a:cubicBezTo>
                    <a:pt x="22055" y="35076"/>
                    <a:pt x="22520" y="35548"/>
                    <a:pt x="23113" y="35665"/>
                  </a:cubicBezTo>
                  <a:cubicBezTo>
                    <a:pt x="23199" y="35682"/>
                    <a:pt x="23285" y="35690"/>
                    <a:pt x="23368" y="35690"/>
                  </a:cubicBezTo>
                  <a:cubicBezTo>
                    <a:pt x="23959" y="35690"/>
                    <a:pt x="24447" y="35276"/>
                    <a:pt x="24736" y="34757"/>
                  </a:cubicBezTo>
                  <a:cubicBezTo>
                    <a:pt x="25152" y="34021"/>
                    <a:pt x="25308" y="33143"/>
                    <a:pt x="25468" y="32321"/>
                  </a:cubicBezTo>
                  <a:cubicBezTo>
                    <a:pt x="25648" y="31406"/>
                    <a:pt x="25794" y="30485"/>
                    <a:pt x="26077" y="29597"/>
                  </a:cubicBezTo>
                  <a:cubicBezTo>
                    <a:pt x="26579" y="28010"/>
                    <a:pt x="27611" y="26413"/>
                    <a:pt x="29387" y="26147"/>
                  </a:cubicBezTo>
                  <a:cubicBezTo>
                    <a:pt x="29530" y="26125"/>
                    <a:pt x="29672" y="26114"/>
                    <a:pt x="29812" y="26114"/>
                  </a:cubicBezTo>
                  <a:cubicBezTo>
                    <a:pt x="30487" y="26114"/>
                    <a:pt x="31120" y="26365"/>
                    <a:pt x="31613" y="26859"/>
                  </a:cubicBezTo>
                  <a:cubicBezTo>
                    <a:pt x="32079" y="27324"/>
                    <a:pt x="32425" y="27917"/>
                    <a:pt x="32964" y="28309"/>
                  </a:cubicBezTo>
                  <a:cubicBezTo>
                    <a:pt x="33266" y="28529"/>
                    <a:pt x="33575" y="28625"/>
                    <a:pt x="33872" y="28625"/>
                  </a:cubicBezTo>
                  <a:cubicBezTo>
                    <a:pt x="34748" y="28625"/>
                    <a:pt x="35519" y="27794"/>
                    <a:pt x="35715" y="26865"/>
                  </a:cubicBezTo>
                  <a:cubicBezTo>
                    <a:pt x="36061" y="25218"/>
                    <a:pt x="34910" y="23608"/>
                    <a:pt x="35412" y="21958"/>
                  </a:cubicBezTo>
                  <a:cubicBezTo>
                    <a:pt x="35944" y="20211"/>
                    <a:pt x="37884" y="20614"/>
                    <a:pt x="39288" y="20494"/>
                  </a:cubicBezTo>
                  <a:cubicBezTo>
                    <a:pt x="40426" y="20398"/>
                    <a:pt x="41311" y="19789"/>
                    <a:pt x="41540" y="18641"/>
                  </a:cubicBezTo>
                  <a:cubicBezTo>
                    <a:pt x="41753" y="17570"/>
                    <a:pt x="41497" y="16465"/>
                    <a:pt x="41504" y="15384"/>
                  </a:cubicBezTo>
                  <a:cubicBezTo>
                    <a:pt x="41507" y="14872"/>
                    <a:pt x="41554" y="14330"/>
                    <a:pt x="41790" y="13867"/>
                  </a:cubicBezTo>
                  <a:cubicBezTo>
                    <a:pt x="42136" y="13202"/>
                    <a:pt x="42814" y="12922"/>
                    <a:pt x="43520" y="12799"/>
                  </a:cubicBezTo>
                  <a:cubicBezTo>
                    <a:pt x="44322" y="12659"/>
                    <a:pt x="45190" y="12636"/>
                    <a:pt x="45885" y="12160"/>
                  </a:cubicBezTo>
                  <a:cubicBezTo>
                    <a:pt x="46454" y="11774"/>
                    <a:pt x="46827" y="11159"/>
                    <a:pt x="46990" y="10497"/>
                  </a:cubicBezTo>
                  <a:cubicBezTo>
                    <a:pt x="47392" y="8827"/>
                    <a:pt x="46531" y="7286"/>
                    <a:pt x="45363" y="6149"/>
                  </a:cubicBezTo>
                  <a:cubicBezTo>
                    <a:pt x="44092" y="4908"/>
                    <a:pt x="42558" y="3883"/>
                    <a:pt x="41031" y="2982"/>
                  </a:cubicBezTo>
                  <a:cubicBezTo>
                    <a:pt x="39517" y="2087"/>
                    <a:pt x="37917" y="1345"/>
                    <a:pt x="36257" y="759"/>
                  </a:cubicBezTo>
                  <a:cubicBezTo>
                    <a:pt x="35435" y="473"/>
                    <a:pt x="34604" y="220"/>
                    <a:pt x="33762" y="7"/>
                  </a:cubicBezTo>
                  <a:cubicBezTo>
                    <a:pt x="33745" y="3"/>
                    <a:pt x="33728" y="1"/>
                    <a:pt x="33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3" name="Google Shape;7743;p30"/>
            <p:cNvSpPr/>
            <p:nvPr/>
          </p:nvSpPr>
          <p:spPr>
            <a:xfrm rot="2918932">
              <a:off x="6900323" y="-129092"/>
              <a:ext cx="1014319" cy="735882"/>
            </a:xfrm>
            <a:custGeom>
              <a:avLst/>
              <a:gdLst/>
              <a:ahLst/>
              <a:cxnLst/>
              <a:rect l="l" t="t" r="r" b="b"/>
              <a:pathLst>
                <a:path w="31726" h="23017" extrusionOk="0">
                  <a:moveTo>
                    <a:pt x="23033" y="1"/>
                  </a:moveTo>
                  <a:cubicBezTo>
                    <a:pt x="22811" y="1"/>
                    <a:pt x="22756" y="369"/>
                    <a:pt x="22982" y="447"/>
                  </a:cubicBezTo>
                  <a:cubicBezTo>
                    <a:pt x="23458" y="617"/>
                    <a:pt x="23917" y="843"/>
                    <a:pt x="24343" y="1113"/>
                  </a:cubicBezTo>
                  <a:cubicBezTo>
                    <a:pt x="24769" y="1379"/>
                    <a:pt x="25211" y="1605"/>
                    <a:pt x="25614" y="1901"/>
                  </a:cubicBezTo>
                  <a:cubicBezTo>
                    <a:pt x="26422" y="2493"/>
                    <a:pt x="27207" y="3089"/>
                    <a:pt x="27893" y="3824"/>
                  </a:cubicBezTo>
                  <a:cubicBezTo>
                    <a:pt x="29130" y="5148"/>
                    <a:pt x="30168" y="6778"/>
                    <a:pt x="30514" y="8582"/>
                  </a:cubicBezTo>
                  <a:cubicBezTo>
                    <a:pt x="30664" y="9367"/>
                    <a:pt x="30714" y="10225"/>
                    <a:pt x="30514" y="11007"/>
                  </a:cubicBezTo>
                  <a:cubicBezTo>
                    <a:pt x="30404" y="11433"/>
                    <a:pt x="30245" y="11845"/>
                    <a:pt x="30005" y="12218"/>
                  </a:cubicBezTo>
                  <a:cubicBezTo>
                    <a:pt x="29696" y="12697"/>
                    <a:pt x="29203" y="13173"/>
                    <a:pt x="28638" y="13302"/>
                  </a:cubicBezTo>
                  <a:cubicBezTo>
                    <a:pt x="28185" y="13402"/>
                    <a:pt x="27743" y="13419"/>
                    <a:pt x="27307" y="13602"/>
                  </a:cubicBezTo>
                  <a:cubicBezTo>
                    <a:pt x="26928" y="13765"/>
                    <a:pt x="26582" y="13991"/>
                    <a:pt x="26279" y="14274"/>
                  </a:cubicBezTo>
                  <a:cubicBezTo>
                    <a:pt x="25694" y="14826"/>
                    <a:pt x="25281" y="15568"/>
                    <a:pt x="25178" y="16370"/>
                  </a:cubicBezTo>
                  <a:cubicBezTo>
                    <a:pt x="25071" y="17188"/>
                    <a:pt x="25464" y="18376"/>
                    <a:pt x="24765" y="19011"/>
                  </a:cubicBezTo>
                  <a:cubicBezTo>
                    <a:pt x="24526" y="19229"/>
                    <a:pt x="24211" y="19319"/>
                    <a:pt x="23893" y="19319"/>
                  </a:cubicBezTo>
                  <a:cubicBezTo>
                    <a:pt x="23716" y="19319"/>
                    <a:pt x="23537" y="19291"/>
                    <a:pt x="23371" y="19241"/>
                  </a:cubicBezTo>
                  <a:cubicBezTo>
                    <a:pt x="22849" y="19085"/>
                    <a:pt x="22570" y="18702"/>
                    <a:pt x="22194" y="18346"/>
                  </a:cubicBezTo>
                  <a:cubicBezTo>
                    <a:pt x="21856" y="18027"/>
                    <a:pt x="21453" y="17906"/>
                    <a:pt x="21036" y="17906"/>
                  </a:cubicBezTo>
                  <a:cubicBezTo>
                    <a:pt x="20637" y="17906"/>
                    <a:pt x="20224" y="18017"/>
                    <a:pt x="19842" y="18170"/>
                  </a:cubicBezTo>
                  <a:cubicBezTo>
                    <a:pt x="19003" y="18509"/>
                    <a:pt x="18198" y="19061"/>
                    <a:pt x="17742" y="19863"/>
                  </a:cubicBezTo>
                  <a:cubicBezTo>
                    <a:pt x="17479" y="20329"/>
                    <a:pt x="17413" y="20811"/>
                    <a:pt x="17277" y="21317"/>
                  </a:cubicBezTo>
                  <a:cubicBezTo>
                    <a:pt x="17217" y="21540"/>
                    <a:pt x="17153" y="21776"/>
                    <a:pt x="17007" y="21962"/>
                  </a:cubicBezTo>
                  <a:cubicBezTo>
                    <a:pt x="16901" y="22095"/>
                    <a:pt x="16658" y="22285"/>
                    <a:pt x="16488" y="22325"/>
                  </a:cubicBezTo>
                  <a:cubicBezTo>
                    <a:pt x="16462" y="22331"/>
                    <a:pt x="16437" y="22334"/>
                    <a:pt x="16412" y="22334"/>
                  </a:cubicBezTo>
                  <a:cubicBezTo>
                    <a:pt x="16045" y="22334"/>
                    <a:pt x="15775" y="21681"/>
                    <a:pt x="15713" y="21413"/>
                  </a:cubicBezTo>
                  <a:cubicBezTo>
                    <a:pt x="15590" y="20884"/>
                    <a:pt x="15603" y="20312"/>
                    <a:pt x="15580" y="19773"/>
                  </a:cubicBezTo>
                  <a:cubicBezTo>
                    <a:pt x="15537" y="18835"/>
                    <a:pt x="15453" y="17790"/>
                    <a:pt x="14781" y="17065"/>
                  </a:cubicBezTo>
                  <a:cubicBezTo>
                    <a:pt x="14166" y="16400"/>
                    <a:pt x="13228" y="16170"/>
                    <a:pt x="12356" y="16114"/>
                  </a:cubicBezTo>
                  <a:cubicBezTo>
                    <a:pt x="12202" y="16104"/>
                    <a:pt x="12048" y="16099"/>
                    <a:pt x="11895" y="16099"/>
                  </a:cubicBezTo>
                  <a:cubicBezTo>
                    <a:pt x="10119" y="16099"/>
                    <a:pt x="8417" y="16731"/>
                    <a:pt x="6680" y="17019"/>
                  </a:cubicBezTo>
                  <a:cubicBezTo>
                    <a:pt x="6184" y="17100"/>
                    <a:pt x="5680" y="17153"/>
                    <a:pt x="5177" y="17153"/>
                  </a:cubicBezTo>
                  <a:cubicBezTo>
                    <a:pt x="4658" y="17153"/>
                    <a:pt x="4141" y="17097"/>
                    <a:pt x="3636" y="16959"/>
                  </a:cubicBezTo>
                  <a:cubicBezTo>
                    <a:pt x="2658" y="16689"/>
                    <a:pt x="1770" y="16167"/>
                    <a:pt x="1055" y="15445"/>
                  </a:cubicBezTo>
                  <a:cubicBezTo>
                    <a:pt x="699" y="15082"/>
                    <a:pt x="393" y="14676"/>
                    <a:pt x="146" y="14237"/>
                  </a:cubicBezTo>
                  <a:cubicBezTo>
                    <a:pt x="132" y="14213"/>
                    <a:pt x="109" y="14202"/>
                    <a:pt x="87" y="14202"/>
                  </a:cubicBezTo>
                  <a:cubicBezTo>
                    <a:pt x="43" y="14202"/>
                    <a:pt x="0" y="14243"/>
                    <a:pt x="27" y="14294"/>
                  </a:cubicBezTo>
                  <a:lnTo>
                    <a:pt x="23" y="14294"/>
                  </a:lnTo>
                  <a:cubicBezTo>
                    <a:pt x="948" y="15977"/>
                    <a:pt x="2675" y="17142"/>
                    <a:pt x="4591" y="17335"/>
                  </a:cubicBezTo>
                  <a:cubicBezTo>
                    <a:pt x="4822" y="17358"/>
                    <a:pt x="5051" y="17368"/>
                    <a:pt x="5281" y="17368"/>
                  </a:cubicBezTo>
                  <a:cubicBezTo>
                    <a:pt x="7074" y="17368"/>
                    <a:pt x="8825" y="16728"/>
                    <a:pt x="10586" y="16460"/>
                  </a:cubicBezTo>
                  <a:cubicBezTo>
                    <a:pt x="11042" y="16390"/>
                    <a:pt x="11519" y="16340"/>
                    <a:pt x="11994" y="16340"/>
                  </a:cubicBezTo>
                  <a:cubicBezTo>
                    <a:pt x="12608" y="16340"/>
                    <a:pt x="13219" y="16423"/>
                    <a:pt x="13780" y="16656"/>
                  </a:cubicBezTo>
                  <a:cubicBezTo>
                    <a:pt x="15057" y="17185"/>
                    <a:pt x="15297" y="18449"/>
                    <a:pt x="15340" y="19697"/>
                  </a:cubicBezTo>
                  <a:cubicBezTo>
                    <a:pt x="15367" y="20575"/>
                    <a:pt x="15274" y="21676"/>
                    <a:pt x="15833" y="22425"/>
                  </a:cubicBezTo>
                  <a:cubicBezTo>
                    <a:pt x="16052" y="22724"/>
                    <a:pt x="16418" y="22960"/>
                    <a:pt x="16787" y="23010"/>
                  </a:cubicBezTo>
                  <a:cubicBezTo>
                    <a:pt x="16820" y="23015"/>
                    <a:pt x="16852" y="23017"/>
                    <a:pt x="16884" y="23017"/>
                  </a:cubicBezTo>
                  <a:cubicBezTo>
                    <a:pt x="17330" y="23017"/>
                    <a:pt x="17748" y="22599"/>
                    <a:pt x="17962" y="22242"/>
                  </a:cubicBezTo>
                  <a:cubicBezTo>
                    <a:pt x="18251" y="21753"/>
                    <a:pt x="18308" y="21170"/>
                    <a:pt x="18454" y="20632"/>
                  </a:cubicBezTo>
                  <a:cubicBezTo>
                    <a:pt x="18584" y="20166"/>
                    <a:pt x="18777" y="19727"/>
                    <a:pt x="19066" y="19337"/>
                  </a:cubicBezTo>
                  <a:cubicBezTo>
                    <a:pt x="19495" y="18764"/>
                    <a:pt x="20335" y="18207"/>
                    <a:pt x="21113" y="18207"/>
                  </a:cubicBezTo>
                  <a:cubicBezTo>
                    <a:pt x="21422" y="18207"/>
                    <a:pt x="21721" y="18295"/>
                    <a:pt x="21981" y="18506"/>
                  </a:cubicBezTo>
                  <a:cubicBezTo>
                    <a:pt x="22337" y="18795"/>
                    <a:pt x="22600" y="19168"/>
                    <a:pt x="23015" y="19381"/>
                  </a:cubicBezTo>
                  <a:cubicBezTo>
                    <a:pt x="23297" y="19525"/>
                    <a:pt x="23608" y="19599"/>
                    <a:pt x="23922" y="19599"/>
                  </a:cubicBezTo>
                  <a:cubicBezTo>
                    <a:pt x="24028" y="19599"/>
                    <a:pt x="24134" y="19590"/>
                    <a:pt x="24240" y="19574"/>
                  </a:cubicBezTo>
                  <a:cubicBezTo>
                    <a:pt x="25121" y="19421"/>
                    <a:pt x="25484" y="18642"/>
                    <a:pt x="25491" y="17817"/>
                  </a:cubicBezTo>
                  <a:cubicBezTo>
                    <a:pt x="25494" y="17358"/>
                    <a:pt x="25427" y="16902"/>
                    <a:pt x="25477" y="16443"/>
                  </a:cubicBezTo>
                  <a:cubicBezTo>
                    <a:pt x="25534" y="15961"/>
                    <a:pt x="25704" y="15498"/>
                    <a:pt x="25973" y="15092"/>
                  </a:cubicBezTo>
                  <a:cubicBezTo>
                    <a:pt x="26529" y="14234"/>
                    <a:pt x="27460" y="13688"/>
                    <a:pt x="28485" y="13622"/>
                  </a:cubicBezTo>
                  <a:cubicBezTo>
                    <a:pt x="29047" y="13585"/>
                    <a:pt x="29556" y="13539"/>
                    <a:pt x="30025" y="13203"/>
                  </a:cubicBezTo>
                  <a:cubicBezTo>
                    <a:pt x="30438" y="12903"/>
                    <a:pt x="30774" y="12487"/>
                    <a:pt x="31030" y="12048"/>
                  </a:cubicBezTo>
                  <a:cubicBezTo>
                    <a:pt x="31476" y="11276"/>
                    <a:pt x="31725" y="10338"/>
                    <a:pt x="31695" y="9443"/>
                  </a:cubicBezTo>
                  <a:cubicBezTo>
                    <a:pt x="31619" y="7487"/>
                    <a:pt x="30767" y="5664"/>
                    <a:pt x="29599" y="4124"/>
                  </a:cubicBezTo>
                  <a:cubicBezTo>
                    <a:pt x="28352" y="2483"/>
                    <a:pt x="26595" y="880"/>
                    <a:pt x="24556" y="334"/>
                  </a:cubicBezTo>
                  <a:cubicBezTo>
                    <a:pt x="24070" y="204"/>
                    <a:pt x="23571" y="101"/>
                    <a:pt x="23075" y="5"/>
                  </a:cubicBezTo>
                  <a:cubicBezTo>
                    <a:pt x="23061" y="2"/>
                    <a:pt x="23047" y="1"/>
                    <a:pt x="23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4" name="Google Shape;7744;p30"/>
            <p:cNvSpPr/>
            <p:nvPr/>
          </p:nvSpPr>
          <p:spPr>
            <a:xfrm rot="2918932">
              <a:off x="7163812" y="82452"/>
              <a:ext cx="567362" cy="322846"/>
            </a:xfrm>
            <a:custGeom>
              <a:avLst/>
              <a:gdLst/>
              <a:ahLst/>
              <a:cxnLst/>
              <a:rect l="l" t="t" r="r" b="b"/>
              <a:pathLst>
                <a:path w="17746" h="10098" extrusionOk="0">
                  <a:moveTo>
                    <a:pt x="12843" y="1"/>
                  </a:moveTo>
                  <a:cubicBezTo>
                    <a:pt x="12753" y="1"/>
                    <a:pt x="12669" y="119"/>
                    <a:pt x="12748" y="193"/>
                  </a:cubicBezTo>
                  <a:cubicBezTo>
                    <a:pt x="14059" y="1401"/>
                    <a:pt x="16518" y="2089"/>
                    <a:pt x="16810" y="4109"/>
                  </a:cubicBezTo>
                  <a:cubicBezTo>
                    <a:pt x="16933" y="4954"/>
                    <a:pt x="16458" y="5656"/>
                    <a:pt x="15736" y="6052"/>
                  </a:cubicBezTo>
                  <a:cubicBezTo>
                    <a:pt x="15370" y="6251"/>
                    <a:pt x="14977" y="6401"/>
                    <a:pt x="14571" y="6497"/>
                  </a:cubicBezTo>
                  <a:cubicBezTo>
                    <a:pt x="14119" y="6607"/>
                    <a:pt x="13627" y="6610"/>
                    <a:pt x="13221" y="6863"/>
                  </a:cubicBezTo>
                  <a:cubicBezTo>
                    <a:pt x="12485" y="7316"/>
                    <a:pt x="12642" y="8271"/>
                    <a:pt x="12316" y="8959"/>
                  </a:cubicBezTo>
                  <a:cubicBezTo>
                    <a:pt x="12093" y="9433"/>
                    <a:pt x="11637" y="9809"/>
                    <a:pt x="11104" y="9809"/>
                  </a:cubicBezTo>
                  <a:cubicBezTo>
                    <a:pt x="11071" y="9809"/>
                    <a:pt x="11038" y="9807"/>
                    <a:pt x="11005" y="9804"/>
                  </a:cubicBezTo>
                  <a:cubicBezTo>
                    <a:pt x="10373" y="9751"/>
                    <a:pt x="10137" y="9252"/>
                    <a:pt x="9960" y="8716"/>
                  </a:cubicBezTo>
                  <a:cubicBezTo>
                    <a:pt x="9721" y="7988"/>
                    <a:pt x="9245" y="7549"/>
                    <a:pt x="8457" y="7542"/>
                  </a:cubicBezTo>
                  <a:cubicBezTo>
                    <a:pt x="8449" y="7542"/>
                    <a:pt x="8441" y="7542"/>
                    <a:pt x="8433" y="7542"/>
                  </a:cubicBezTo>
                  <a:cubicBezTo>
                    <a:pt x="7644" y="7542"/>
                    <a:pt x="6919" y="7867"/>
                    <a:pt x="6171" y="8074"/>
                  </a:cubicBezTo>
                  <a:cubicBezTo>
                    <a:pt x="5546" y="8249"/>
                    <a:pt x="4874" y="8349"/>
                    <a:pt x="4206" y="8349"/>
                  </a:cubicBezTo>
                  <a:cubicBezTo>
                    <a:pt x="2535" y="8349"/>
                    <a:pt x="891" y="7727"/>
                    <a:pt x="93" y="6111"/>
                  </a:cubicBezTo>
                  <a:cubicBezTo>
                    <a:pt x="84" y="6096"/>
                    <a:pt x="70" y="6089"/>
                    <a:pt x="56" y="6089"/>
                  </a:cubicBezTo>
                  <a:cubicBezTo>
                    <a:pt x="28" y="6089"/>
                    <a:pt x="1" y="6116"/>
                    <a:pt x="16" y="6151"/>
                  </a:cubicBezTo>
                  <a:lnTo>
                    <a:pt x="16" y="6148"/>
                  </a:lnTo>
                  <a:cubicBezTo>
                    <a:pt x="783" y="7832"/>
                    <a:pt x="2575" y="8577"/>
                    <a:pt x="4332" y="8577"/>
                  </a:cubicBezTo>
                  <a:cubicBezTo>
                    <a:pt x="4512" y="8577"/>
                    <a:pt x="4692" y="8569"/>
                    <a:pt x="4870" y="8553"/>
                  </a:cubicBezTo>
                  <a:cubicBezTo>
                    <a:pt x="5878" y="8464"/>
                    <a:pt x="6790" y="8074"/>
                    <a:pt x="7771" y="7881"/>
                  </a:cubicBezTo>
                  <a:cubicBezTo>
                    <a:pt x="7980" y="7840"/>
                    <a:pt x="8204" y="7807"/>
                    <a:pt x="8425" y="7807"/>
                  </a:cubicBezTo>
                  <a:cubicBezTo>
                    <a:pt x="8654" y="7807"/>
                    <a:pt x="8881" y="7843"/>
                    <a:pt x="9085" y="7945"/>
                  </a:cubicBezTo>
                  <a:cubicBezTo>
                    <a:pt x="9614" y="8207"/>
                    <a:pt x="9658" y="8803"/>
                    <a:pt x="9874" y="9289"/>
                  </a:cubicBezTo>
                  <a:cubicBezTo>
                    <a:pt x="10114" y="9818"/>
                    <a:pt x="10635" y="10098"/>
                    <a:pt x="11171" y="10098"/>
                  </a:cubicBezTo>
                  <a:cubicBezTo>
                    <a:pt x="11454" y="10098"/>
                    <a:pt x="11741" y="10020"/>
                    <a:pt x="11993" y="9861"/>
                  </a:cubicBezTo>
                  <a:cubicBezTo>
                    <a:pt x="12362" y="9618"/>
                    <a:pt x="12645" y="9262"/>
                    <a:pt x="12792" y="8843"/>
                  </a:cubicBezTo>
                  <a:cubicBezTo>
                    <a:pt x="12935" y="8444"/>
                    <a:pt x="12911" y="7851"/>
                    <a:pt x="13234" y="7542"/>
                  </a:cubicBezTo>
                  <a:cubicBezTo>
                    <a:pt x="13444" y="7342"/>
                    <a:pt x="13750" y="7379"/>
                    <a:pt x="14016" y="7366"/>
                  </a:cubicBezTo>
                  <a:cubicBezTo>
                    <a:pt x="14269" y="7356"/>
                    <a:pt x="14518" y="7332"/>
                    <a:pt x="14764" y="7296"/>
                  </a:cubicBezTo>
                  <a:cubicBezTo>
                    <a:pt x="15237" y="7223"/>
                    <a:pt x="15696" y="7080"/>
                    <a:pt x="16122" y="6867"/>
                  </a:cubicBezTo>
                  <a:cubicBezTo>
                    <a:pt x="16953" y="6444"/>
                    <a:pt x="17625" y="5689"/>
                    <a:pt x="17682" y="4721"/>
                  </a:cubicBezTo>
                  <a:cubicBezTo>
                    <a:pt x="17745" y="3633"/>
                    <a:pt x="17017" y="2628"/>
                    <a:pt x="16202" y="1989"/>
                  </a:cubicBezTo>
                  <a:cubicBezTo>
                    <a:pt x="15187" y="1194"/>
                    <a:pt x="13943" y="775"/>
                    <a:pt x="12901" y="20"/>
                  </a:cubicBezTo>
                  <a:cubicBezTo>
                    <a:pt x="12883" y="7"/>
                    <a:pt x="12863" y="1"/>
                    <a:pt x="12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45" name="Google Shape;7745;p30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746" name="Google Shape;7746;p30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7747" name="Google Shape;7747;p30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8" name="Google Shape;7748;p30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9" name="Google Shape;7749;p30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0" name="Google Shape;7750;p30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1" name="Google Shape;7751;p30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2" name="Google Shape;7752;p30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3" name="Google Shape;7753;p30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4" name="Google Shape;7754;p30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5" name="Google Shape;7755;p30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6" name="Google Shape;7756;p30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7" name="Google Shape;7757;p30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8" name="Google Shape;7758;p30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9" name="Google Shape;7759;p30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0" name="Google Shape;7760;p30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1" name="Google Shape;7761;p30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2" name="Google Shape;7762;p30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3" name="Google Shape;7763;p30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4" name="Google Shape;7764;p30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5" name="Google Shape;7765;p30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6" name="Google Shape;7766;p30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7" name="Google Shape;7767;p30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8" name="Google Shape;7768;p30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9" name="Google Shape;7769;p30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0" name="Google Shape;7770;p30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1" name="Google Shape;7771;p30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2" name="Google Shape;7772;p30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3" name="Google Shape;7773;p30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4" name="Google Shape;7774;p30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5" name="Google Shape;7775;p30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6" name="Google Shape;7776;p30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7" name="Google Shape;7777;p30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8" name="Google Shape;7778;p30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9" name="Google Shape;7779;p30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0" name="Google Shape;7780;p30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1" name="Google Shape;7781;p30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2" name="Google Shape;7782;p30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3" name="Google Shape;7783;p30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4" name="Google Shape;7784;p30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5" name="Google Shape;7785;p30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6" name="Google Shape;7786;p30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7" name="Google Shape;7787;p30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8" name="Google Shape;7788;p30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9" name="Google Shape;7789;p30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0" name="Google Shape;7790;p30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1" name="Google Shape;7791;p30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2" name="Google Shape;7792;p30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3" name="Google Shape;7793;p30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4" name="Google Shape;7794;p30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5" name="Google Shape;7795;p30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6" name="Google Shape;7796;p30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7" name="Google Shape;7797;p30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8" name="Google Shape;7798;p30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9" name="Google Shape;7799;p30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0" name="Google Shape;7800;p30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1" name="Google Shape;7801;p30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2" name="Google Shape;7802;p30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3" name="Google Shape;7803;p30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4" name="Google Shape;7804;p30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5" name="Google Shape;7805;p30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6" name="Google Shape;7806;p30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7" name="Google Shape;7807;p30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8" name="Google Shape;7808;p30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9" name="Google Shape;7809;p30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0" name="Google Shape;7810;p30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1" name="Google Shape;7811;p30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2" name="Google Shape;7812;p30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3" name="Google Shape;7813;p30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4" name="Google Shape;7814;p30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5" name="Google Shape;7815;p30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6" name="Google Shape;7816;p30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7" name="Google Shape;7817;p30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8" name="Google Shape;7818;p30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9" name="Google Shape;7819;p30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0" name="Google Shape;7820;p30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1" name="Google Shape;7821;p30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2" name="Google Shape;7822;p30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3" name="Google Shape;7823;p30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4" name="Google Shape;7824;p30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5" name="Google Shape;7825;p30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6" name="Google Shape;7826;p30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7" name="Google Shape;7827;p30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8" name="Google Shape;7828;p30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9" name="Google Shape;7829;p30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0" name="Google Shape;7830;p30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1" name="Google Shape;7831;p30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2" name="Google Shape;7832;p30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3" name="Google Shape;7833;p30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4" name="Google Shape;7834;p30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5" name="Google Shape;7835;p30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6" name="Google Shape;7836;p30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7" name="Google Shape;7837;p30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8" name="Google Shape;7838;p30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9" name="Google Shape;7839;p30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0" name="Google Shape;7840;p30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1" name="Google Shape;7841;p30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2" name="Google Shape;7842;p30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3" name="Google Shape;7843;p30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4" name="Google Shape;7844;p30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5" name="Google Shape;7845;p30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6" name="Google Shape;7846;p30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7" name="Google Shape;7847;p30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8" name="Google Shape;7848;p30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9" name="Google Shape;7849;p30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0" name="Google Shape;7850;p30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1" name="Google Shape;7851;p30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2" name="Google Shape;7852;p30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3" name="Google Shape;7853;p30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4" name="Google Shape;7854;p30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5" name="Google Shape;7855;p30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6" name="Google Shape;7856;p30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7" name="Google Shape;7857;p30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8" name="Google Shape;7858;p30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9" name="Google Shape;7859;p30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0" name="Google Shape;7860;p30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1" name="Google Shape;7861;p30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2" name="Google Shape;7862;p30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3" name="Google Shape;7863;p30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4" name="Google Shape;7864;p30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5" name="Google Shape;7865;p30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6" name="Google Shape;7866;p30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7" name="Google Shape;7867;p30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8" name="Google Shape;7868;p30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9" name="Google Shape;7869;p30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0" name="Google Shape;7870;p30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1" name="Google Shape;7871;p30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2" name="Google Shape;7872;p30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3" name="Google Shape;7873;p30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4" name="Google Shape;7874;p30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5" name="Google Shape;7875;p30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6" name="Google Shape;7876;p30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7" name="Google Shape;7877;p30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8" name="Google Shape;7878;p30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9" name="Google Shape;7879;p30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0" name="Google Shape;7880;p30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1" name="Google Shape;7881;p30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2" name="Google Shape;7882;p30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83" name="Google Shape;7883;p30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7884" name="Google Shape;7884;p30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5" name="Google Shape;7885;p30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6" name="Google Shape;7886;p30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7" name="Google Shape;7887;p30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8" name="Google Shape;7888;p30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9" name="Google Shape;7889;p30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0" name="Google Shape;7890;p30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1" name="Google Shape;7891;p30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2" name="Google Shape;7892;p30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3" name="Google Shape;7893;p30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4" name="Google Shape;7894;p30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5" name="Google Shape;7895;p30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6" name="Google Shape;7896;p30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7" name="Google Shape;7897;p30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8" name="Google Shape;7898;p30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9" name="Google Shape;7899;p30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0" name="Google Shape;7900;p30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1" name="Google Shape;7901;p30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2" name="Google Shape;7902;p30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3" name="Google Shape;7903;p30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4" name="Google Shape;7904;p30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5" name="Google Shape;7905;p30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6" name="Google Shape;7906;p30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7" name="Google Shape;7907;p30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8" name="Google Shape;7908;p30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9" name="Google Shape;7909;p30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0" name="Google Shape;7910;p30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1" name="Google Shape;7911;p30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2" name="Google Shape;7912;p30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3" name="Google Shape;7913;p30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4" name="Google Shape;7914;p30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5" name="Google Shape;7915;p30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6" name="Google Shape;7916;p30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7" name="Google Shape;7917;p30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8" name="Google Shape;7918;p30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9" name="Google Shape;7919;p30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0" name="Google Shape;7920;p30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1" name="Google Shape;7921;p30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2" name="Google Shape;7922;p30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3" name="Google Shape;7923;p30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4" name="Google Shape;7924;p30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5" name="Google Shape;7925;p30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6" name="Google Shape;7926;p30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7" name="Google Shape;7927;p30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8" name="Google Shape;7928;p30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9" name="Google Shape;7929;p30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0" name="Google Shape;7930;p30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1" name="Google Shape;7931;p30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2" name="Google Shape;7932;p30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3" name="Google Shape;7933;p30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4" name="Google Shape;7934;p30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5" name="Google Shape;7935;p30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6" name="Google Shape;7936;p30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7" name="Google Shape;7937;p30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8" name="Google Shape;7938;p30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9" name="Google Shape;7939;p30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0" name="Google Shape;7940;p30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1" name="Google Shape;7941;p30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2" name="Google Shape;7942;p30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3" name="Google Shape;7943;p30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4" name="Google Shape;7944;p30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5" name="Google Shape;7945;p30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6" name="Google Shape;7946;p30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7" name="Google Shape;7947;p30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8" name="Google Shape;7948;p30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9" name="Google Shape;7949;p30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0" name="Google Shape;7950;p30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1" name="Google Shape;7951;p30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2" name="Google Shape;7952;p30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3" name="Google Shape;7953;p30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4" name="Google Shape;7954;p30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5" name="Google Shape;7955;p30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6" name="Google Shape;7956;p30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7" name="Google Shape;7957;p30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8" name="Google Shape;7958;p30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9" name="Google Shape;7959;p30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0" name="Google Shape;7960;p30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1" name="Google Shape;7961;p30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2" name="Google Shape;7962;p30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3" name="Google Shape;7963;p30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4" name="Google Shape;7964;p30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5" name="Google Shape;7965;p30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6" name="Google Shape;7966;p30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7" name="Google Shape;7967;p30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8" name="Google Shape;7968;p30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9" name="Google Shape;7969;p30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0" name="Google Shape;7970;p30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1" name="Google Shape;7971;p30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2" name="Google Shape;7972;p30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3" name="Google Shape;7973;p30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4" name="Google Shape;7974;p30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5" name="Google Shape;7975;p30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6" name="Google Shape;7976;p30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7" name="Google Shape;7977;p30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8" name="Google Shape;7978;p30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9" name="Google Shape;7979;p30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0" name="Google Shape;7980;p30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1" name="Google Shape;7981;p30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2" name="Google Shape;7982;p30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3" name="Google Shape;7983;p30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4" name="Google Shape;7984;p30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5" name="Google Shape;7985;p30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6" name="Google Shape;7986;p30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7" name="Google Shape;7987;p30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8" name="Google Shape;7988;p30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9" name="Google Shape;7989;p30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0" name="Google Shape;7990;p30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1" name="Google Shape;7991;p30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2" name="Google Shape;7992;p30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3" name="Google Shape;7993;p30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4" name="Google Shape;7994;p30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5" name="Google Shape;7995;p30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6" name="Google Shape;7996;p30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7" name="Google Shape;7997;p30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8" name="Google Shape;7998;p30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9" name="Google Shape;7999;p30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0" name="Google Shape;8000;p30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1" name="Google Shape;8001;p30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2" name="Google Shape;8002;p30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3" name="Google Shape;8003;p30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4" name="Google Shape;8004;p30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5" name="Google Shape;8005;p30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6" name="Google Shape;8006;p30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7" name="Google Shape;8007;p30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8" name="Google Shape;8008;p30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9" name="Google Shape;8009;p30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0" name="Google Shape;8010;p30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1" name="Google Shape;8011;p30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2" name="Google Shape;8012;p30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3" name="Google Shape;8013;p30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4" name="Google Shape;8014;p30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5" name="Google Shape;8015;p30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6" name="Google Shape;8016;p30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7" name="Google Shape;8017;p30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8" name="Google Shape;8018;p30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9" name="Google Shape;8019;p30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20" name="Google Shape;8020;p30"/>
          <p:cNvSpPr txBox="1">
            <a:spLocks noGrp="1"/>
          </p:cNvSpPr>
          <p:nvPr>
            <p:ph type="subTitle" idx="1"/>
          </p:nvPr>
        </p:nvSpPr>
        <p:spPr>
          <a:xfrm>
            <a:off x="960000" y="3627767"/>
            <a:ext cx="3115200" cy="58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21" name="Google Shape;8021;p30"/>
          <p:cNvSpPr txBox="1">
            <a:spLocks noGrp="1"/>
          </p:cNvSpPr>
          <p:nvPr>
            <p:ph type="subTitle" idx="2"/>
          </p:nvPr>
        </p:nvSpPr>
        <p:spPr>
          <a:xfrm>
            <a:off x="960000" y="4216345"/>
            <a:ext cx="3115200" cy="109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22" name="Google Shape;8022;p30"/>
          <p:cNvSpPr txBox="1">
            <a:spLocks noGrp="1"/>
          </p:cNvSpPr>
          <p:nvPr>
            <p:ph type="subTitle" idx="3"/>
          </p:nvPr>
        </p:nvSpPr>
        <p:spPr>
          <a:xfrm>
            <a:off x="4544929" y="4216339"/>
            <a:ext cx="3112000" cy="109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23" name="Google Shape;8023;p30"/>
          <p:cNvSpPr txBox="1">
            <a:spLocks noGrp="1"/>
          </p:cNvSpPr>
          <p:nvPr>
            <p:ph type="subTitle" idx="4"/>
          </p:nvPr>
        </p:nvSpPr>
        <p:spPr>
          <a:xfrm>
            <a:off x="8123333" y="4216341"/>
            <a:ext cx="3112000" cy="109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24" name="Google Shape;8024;p30"/>
          <p:cNvSpPr txBox="1">
            <a:spLocks noGrp="1"/>
          </p:cNvSpPr>
          <p:nvPr>
            <p:ph type="subTitle" idx="5"/>
          </p:nvPr>
        </p:nvSpPr>
        <p:spPr>
          <a:xfrm>
            <a:off x="4543267" y="3627767"/>
            <a:ext cx="3112000" cy="58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25" name="Google Shape;8025;p30"/>
          <p:cNvSpPr txBox="1">
            <a:spLocks noGrp="1"/>
          </p:cNvSpPr>
          <p:nvPr>
            <p:ph type="subTitle" idx="6"/>
          </p:nvPr>
        </p:nvSpPr>
        <p:spPr>
          <a:xfrm>
            <a:off x="8123333" y="3627767"/>
            <a:ext cx="3112000" cy="58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47550774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8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27" name="Google Shape;8027;p31"/>
          <p:cNvGrpSpPr/>
          <p:nvPr/>
        </p:nvGrpSpPr>
        <p:grpSpPr>
          <a:xfrm rot="-5138900">
            <a:off x="9239692" y="-817617"/>
            <a:ext cx="1158707" cy="2256236"/>
            <a:chOff x="4928950" y="2923850"/>
            <a:chExt cx="434675" cy="846400"/>
          </a:xfrm>
        </p:grpSpPr>
        <p:sp>
          <p:nvSpPr>
            <p:cNvPr id="8028" name="Google Shape;8028;p31"/>
            <p:cNvSpPr/>
            <p:nvPr/>
          </p:nvSpPr>
          <p:spPr>
            <a:xfrm>
              <a:off x="5082575" y="2939475"/>
              <a:ext cx="264375" cy="819350"/>
            </a:xfrm>
            <a:custGeom>
              <a:avLst/>
              <a:gdLst/>
              <a:ahLst/>
              <a:cxnLst/>
              <a:rect l="l" t="t" r="r" b="b"/>
              <a:pathLst>
                <a:path w="10575" h="32774" extrusionOk="0">
                  <a:moveTo>
                    <a:pt x="9954" y="1"/>
                  </a:moveTo>
                  <a:cubicBezTo>
                    <a:pt x="9951" y="1"/>
                    <a:pt x="9948" y="1"/>
                    <a:pt x="9944" y="1"/>
                  </a:cubicBezTo>
                  <a:cubicBezTo>
                    <a:pt x="8514" y="134"/>
                    <a:pt x="7216" y="1379"/>
                    <a:pt x="6215" y="2317"/>
                  </a:cubicBezTo>
                  <a:cubicBezTo>
                    <a:pt x="5024" y="3431"/>
                    <a:pt x="3982" y="4689"/>
                    <a:pt x="3111" y="6066"/>
                  </a:cubicBezTo>
                  <a:cubicBezTo>
                    <a:pt x="1361" y="8838"/>
                    <a:pt x="306" y="12041"/>
                    <a:pt x="117" y="15315"/>
                  </a:cubicBezTo>
                  <a:cubicBezTo>
                    <a:pt x="0" y="17331"/>
                    <a:pt x="200" y="19354"/>
                    <a:pt x="552" y="21337"/>
                  </a:cubicBezTo>
                  <a:cubicBezTo>
                    <a:pt x="878" y="23170"/>
                    <a:pt x="1314" y="24926"/>
                    <a:pt x="2352" y="26497"/>
                  </a:cubicBezTo>
                  <a:cubicBezTo>
                    <a:pt x="4162" y="29235"/>
                    <a:pt x="6933" y="31949"/>
                    <a:pt x="10194" y="32765"/>
                  </a:cubicBezTo>
                  <a:cubicBezTo>
                    <a:pt x="10218" y="32771"/>
                    <a:pt x="10241" y="32773"/>
                    <a:pt x="10263" y="32773"/>
                  </a:cubicBezTo>
                  <a:cubicBezTo>
                    <a:pt x="10494" y="32773"/>
                    <a:pt x="10574" y="32458"/>
                    <a:pt x="10340" y="32342"/>
                  </a:cubicBezTo>
                  <a:cubicBezTo>
                    <a:pt x="7369" y="30862"/>
                    <a:pt x="4505" y="28742"/>
                    <a:pt x="2675" y="25924"/>
                  </a:cubicBezTo>
                  <a:cubicBezTo>
                    <a:pt x="1677" y="24387"/>
                    <a:pt x="1294" y="22624"/>
                    <a:pt x="992" y="20841"/>
                  </a:cubicBezTo>
                  <a:cubicBezTo>
                    <a:pt x="669" y="18965"/>
                    <a:pt x="502" y="17055"/>
                    <a:pt x="622" y="15152"/>
                  </a:cubicBezTo>
                  <a:cubicBezTo>
                    <a:pt x="822" y="12035"/>
                    <a:pt x="1870" y="8994"/>
                    <a:pt x="3557" y="6369"/>
                  </a:cubicBezTo>
                  <a:cubicBezTo>
                    <a:pt x="4348" y="5125"/>
                    <a:pt x="5283" y="3980"/>
                    <a:pt x="6341" y="2949"/>
                  </a:cubicBezTo>
                  <a:cubicBezTo>
                    <a:pt x="7386" y="1934"/>
                    <a:pt x="8657" y="757"/>
                    <a:pt x="10011" y="194"/>
                  </a:cubicBezTo>
                  <a:cubicBezTo>
                    <a:pt x="10124" y="146"/>
                    <a:pt x="10055" y="1"/>
                    <a:pt x="99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9" name="Google Shape;8029;p31"/>
            <p:cNvSpPr/>
            <p:nvPr/>
          </p:nvSpPr>
          <p:spPr>
            <a:xfrm>
              <a:off x="5139625" y="2978525"/>
              <a:ext cx="201700" cy="684825"/>
            </a:xfrm>
            <a:custGeom>
              <a:avLst/>
              <a:gdLst/>
              <a:ahLst/>
              <a:cxnLst/>
              <a:rect l="l" t="t" r="r" b="b"/>
              <a:pathLst>
                <a:path w="8068" h="27393" extrusionOk="0">
                  <a:moveTo>
                    <a:pt x="7821" y="0"/>
                  </a:moveTo>
                  <a:cubicBezTo>
                    <a:pt x="7784" y="0"/>
                    <a:pt x="7746" y="13"/>
                    <a:pt x="7709" y="43"/>
                  </a:cubicBezTo>
                  <a:cubicBezTo>
                    <a:pt x="3567" y="3393"/>
                    <a:pt x="672" y="8427"/>
                    <a:pt x="320" y="13796"/>
                  </a:cubicBezTo>
                  <a:cubicBezTo>
                    <a:pt x="0" y="18624"/>
                    <a:pt x="2006" y="24765"/>
                    <a:pt x="6361" y="27357"/>
                  </a:cubicBezTo>
                  <a:cubicBezTo>
                    <a:pt x="6403" y="27382"/>
                    <a:pt x="6446" y="27393"/>
                    <a:pt x="6488" y="27393"/>
                  </a:cubicBezTo>
                  <a:cubicBezTo>
                    <a:pt x="6672" y="27393"/>
                    <a:pt x="6827" y="27175"/>
                    <a:pt x="6677" y="27004"/>
                  </a:cubicBezTo>
                  <a:cubicBezTo>
                    <a:pt x="5004" y="25118"/>
                    <a:pt x="3334" y="23314"/>
                    <a:pt x="2273" y="20989"/>
                  </a:cubicBezTo>
                  <a:cubicBezTo>
                    <a:pt x="1235" y="18713"/>
                    <a:pt x="829" y="16175"/>
                    <a:pt x="1018" y="13683"/>
                  </a:cubicBezTo>
                  <a:cubicBezTo>
                    <a:pt x="1414" y="8506"/>
                    <a:pt x="4229" y="3822"/>
                    <a:pt x="7938" y="306"/>
                  </a:cubicBezTo>
                  <a:cubicBezTo>
                    <a:pt x="8067" y="182"/>
                    <a:pt x="7959" y="0"/>
                    <a:pt x="7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0" name="Google Shape;8030;p31"/>
            <p:cNvSpPr/>
            <p:nvPr/>
          </p:nvSpPr>
          <p:spPr>
            <a:xfrm>
              <a:off x="4928950" y="2923850"/>
              <a:ext cx="434675" cy="846400"/>
            </a:xfrm>
            <a:custGeom>
              <a:avLst/>
              <a:gdLst/>
              <a:ahLst/>
              <a:cxnLst/>
              <a:rect l="l" t="t" r="r" b="b"/>
              <a:pathLst>
                <a:path w="17387" h="33856" extrusionOk="0">
                  <a:moveTo>
                    <a:pt x="16328" y="0"/>
                  </a:moveTo>
                  <a:cubicBezTo>
                    <a:pt x="16299" y="0"/>
                    <a:pt x="16268" y="7"/>
                    <a:pt x="16236" y="24"/>
                  </a:cubicBezTo>
                  <a:cubicBezTo>
                    <a:pt x="12672" y="1847"/>
                    <a:pt x="9522" y="4326"/>
                    <a:pt x="6744" y="7200"/>
                  </a:cubicBezTo>
                  <a:cubicBezTo>
                    <a:pt x="4462" y="9559"/>
                    <a:pt x="2349" y="12360"/>
                    <a:pt x="1494" y="15581"/>
                  </a:cubicBezTo>
                  <a:cubicBezTo>
                    <a:pt x="672" y="18675"/>
                    <a:pt x="1368" y="21922"/>
                    <a:pt x="2845" y="24710"/>
                  </a:cubicBezTo>
                  <a:cubicBezTo>
                    <a:pt x="4232" y="27325"/>
                    <a:pt x="6195" y="29597"/>
                    <a:pt x="8690" y="31204"/>
                  </a:cubicBezTo>
                  <a:cubicBezTo>
                    <a:pt x="9918" y="31996"/>
                    <a:pt x="11239" y="32631"/>
                    <a:pt x="12626" y="33093"/>
                  </a:cubicBezTo>
                  <a:cubicBezTo>
                    <a:pt x="13602" y="33413"/>
                    <a:pt x="14869" y="33855"/>
                    <a:pt x="15989" y="33855"/>
                  </a:cubicBezTo>
                  <a:cubicBezTo>
                    <a:pt x="16267" y="33855"/>
                    <a:pt x="16535" y="33828"/>
                    <a:pt x="16788" y="33765"/>
                  </a:cubicBezTo>
                  <a:cubicBezTo>
                    <a:pt x="17317" y="33636"/>
                    <a:pt x="17387" y="32897"/>
                    <a:pt x="16864" y="32701"/>
                  </a:cubicBezTo>
                  <a:cubicBezTo>
                    <a:pt x="16142" y="32428"/>
                    <a:pt x="15381" y="32475"/>
                    <a:pt x="14625" y="32345"/>
                  </a:cubicBezTo>
                  <a:cubicBezTo>
                    <a:pt x="13887" y="32215"/>
                    <a:pt x="13158" y="32022"/>
                    <a:pt x="12453" y="31776"/>
                  </a:cubicBezTo>
                  <a:cubicBezTo>
                    <a:pt x="10969" y="31267"/>
                    <a:pt x="9568" y="30548"/>
                    <a:pt x="8294" y="29640"/>
                  </a:cubicBezTo>
                  <a:cubicBezTo>
                    <a:pt x="3314" y="26110"/>
                    <a:pt x="0" y="19836"/>
                    <a:pt x="2698" y="13857"/>
                  </a:cubicBezTo>
                  <a:cubicBezTo>
                    <a:pt x="4013" y="10940"/>
                    <a:pt x="6301" y="8498"/>
                    <a:pt x="8610" y="6335"/>
                  </a:cubicBezTo>
                  <a:cubicBezTo>
                    <a:pt x="10999" y="4100"/>
                    <a:pt x="13664" y="2150"/>
                    <a:pt x="16409" y="373"/>
                  </a:cubicBezTo>
                  <a:lnTo>
                    <a:pt x="16405" y="373"/>
                  </a:lnTo>
                  <a:cubicBezTo>
                    <a:pt x="16582" y="262"/>
                    <a:pt x="16497" y="0"/>
                    <a:pt x="16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031" name="Google Shape;8031;p31"/>
          <p:cNvGrpSpPr/>
          <p:nvPr/>
        </p:nvGrpSpPr>
        <p:grpSpPr>
          <a:xfrm rot="-869002" flipH="1">
            <a:off x="7818111" y="5619471"/>
            <a:ext cx="3293215" cy="2619279"/>
            <a:chOff x="2173200" y="3006475"/>
            <a:chExt cx="883975" cy="703075"/>
          </a:xfrm>
        </p:grpSpPr>
        <p:sp>
          <p:nvSpPr>
            <p:cNvPr id="8032" name="Google Shape;8032;p31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3" name="Google Shape;8033;p31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4" name="Google Shape;8034;p31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5" name="Google Shape;8035;p31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6" name="Google Shape;8036;p31"/>
          <p:cNvSpPr txBox="1">
            <a:spLocks noGrp="1"/>
          </p:cNvSpPr>
          <p:nvPr>
            <p:ph type="subTitle" idx="1"/>
          </p:nvPr>
        </p:nvSpPr>
        <p:spPr>
          <a:xfrm>
            <a:off x="2320961" y="1860567"/>
            <a:ext cx="3058000" cy="56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37" name="Google Shape;8037;p31"/>
          <p:cNvSpPr txBox="1">
            <a:spLocks noGrp="1"/>
          </p:cNvSpPr>
          <p:nvPr>
            <p:ph type="subTitle" idx="2"/>
          </p:nvPr>
        </p:nvSpPr>
        <p:spPr>
          <a:xfrm>
            <a:off x="2320961" y="2426367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38" name="Google Shape;8038;p31"/>
          <p:cNvSpPr txBox="1">
            <a:spLocks noGrp="1"/>
          </p:cNvSpPr>
          <p:nvPr>
            <p:ph type="subTitle" idx="3"/>
          </p:nvPr>
        </p:nvSpPr>
        <p:spPr>
          <a:xfrm>
            <a:off x="6848761" y="2426367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39" name="Google Shape;8039;p31"/>
          <p:cNvSpPr txBox="1">
            <a:spLocks noGrp="1"/>
          </p:cNvSpPr>
          <p:nvPr>
            <p:ph type="subTitle" idx="4"/>
          </p:nvPr>
        </p:nvSpPr>
        <p:spPr>
          <a:xfrm>
            <a:off x="2320961" y="4642033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40" name="Google Shape;8040;p31"/>
          <p:cNvSpPr txBox="1">
            <a:spLocks noGrp="1"/>
          </p:cNvSpPr>
          <p:nvPr>
            <p:ph type="subTitle" idx="5"/>
          </p:nvPr>
        </p:nvSpPr>
        <p:spPr>
          <a:xfrm>
            <a:off x="6848761" y="4642033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41" name="Google Shape;8041;p3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042" name="Google Shape;8042;p31"/>
          <p:cNvSpPr txBox="1">
            <a:spLocks noGrp="1"/>
          </p:cNvSpPr>
          <p:nvPr>
            <p:ph type="subTitle" idx="6"/>
          </p:nvPr>
        </p:nvSpPr>
        <p:spPr>
          <a:xfrm>
            <a:off x="2320961" y="4076033"/>
            <a:ext cx="3058000" cy="56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43" name="Google Shape;8043;p31"/>
          <p:cNvSpPr txBox="1">
            <a:spLocks noGrp="1"/>
          </p:cNvSpPr>
          <p:nvPr>
            <p:ph type="subTitle" idx="7"/>
          </p:nvPr>
        </p:nvSpPr>
        <p:spPr>
          <a:xfrm>
            <a:off x="6848760" y="1860567"/>
            <a:ext cx="3058000" cy="56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044" name="Google Shape;8044;p31"/>
          <p:cNvSpPr txBox="1">
            <a:spLocks noGrp="1"/>
          </p:cNvSpPr>
          <p:nvPr>
            <p:ph type="subTitle" idx="8"/>
          </p:nvPr>
        </p:nvSpPr>
        <p:spPr>
          <a:xfrm>
            <a:off x="6848760" y="4076033"/>
            <a:ext cx="3058000" cy="56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8045" name="Google Shape;8045;p31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8046" name="Google Shape;8046;p31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7" name="Google Shape;8047;p31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8" name="Google Shape;8048;p31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9" name="Google Shape;8049;p31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0" name="Google Shape;8050;p31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1" name="Google Shape;8051;p31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2" name="Google Shape;8052;p31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3" name="Google Shape;8053;p31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4" name="Google Shape;8054;p31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5" name="Google Shape;8055;p31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6" name="Google Shape;8056;p31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7" name="Google Shape;8057;p31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8" name="Google Shape;8058;p31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9" name="Google Shape;8059;p31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0" name="Google Shape;8060;p31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1" name="Google Shape;8061;p31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2" name="Google Shape;8062;p31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3" name="Google Shape;8063;p31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4" name="Google Shape;8064;p31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5" name="Google Shape;8065;p31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6" name="Google Shape;8066;p31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7" name="Google Shape;8067;p31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8" name="Google Shape;8068;p31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9" name="Google Shape;8069;p31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0" name="Google Shape;8070;p31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1" name="Google Shape;8071;p31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2" name="Google Shape;8072;p31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3" name="Google Shape;8073;p31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4" name="Google Shape;8074;p31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5" name="Google Shape;8075;p31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6" name="Google Shape;8076;p31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7" name="Google Shape;8077;p31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8" name="Google Shape;8078;p31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9" name="Google Shape;8079;p31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0" name="Google Shape;8080;p31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1" name="Google Shape;8081;p31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2" name="Google Shape;8082;p31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3" name="Google Shape;8083;p31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4" name="Google Shape;8084;p31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5" name="Google Shape;8085;p31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6" name="Google Shape;8086;p31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7" name="Google Shape;8087;p31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8" name="Google Shape;8088;p31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9" name="Google Shape;8089;p31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0" name="Google Shape;8090;p31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1" name="Google Shape;8091;p31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2" name="Google Shape;8092;p31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3" name="Google Shape;8093;p31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4" name="Google Shape;8094;p31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5" name="Google Shape;8095;p31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6" name="Google Shape;8096;p31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7" name="Google Shape;8097;p31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8" name="Google Shape;8098;p31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9" name="Google Shape;8099;p31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0" name="Google Shape;8100;p31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1" name="Google Shape;8101;p31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2" name="Google Shape;8102;p31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3" name="Google Shape;8103;p31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4" name="Google Shape;8104;p31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5" name="Google Shape;8105;p31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6" name="Google Shape;8106;p31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7" name="Google Shape;8107;p31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8" name="Google Shape;8108;p31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9" name="Google Shape;8109;p31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0" name="Google Shape;8110;p31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1" name="Google Shape;8111;p31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2" name="Google Shape;8112;p31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3" name="Google Shape;8113;p31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4" name="Google Shape;8114;p31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5" name="Google Shape;8115;p31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6" name="Google Shape;8116;p31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7" name="Google Shape;8117;p31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8" name="Google Shape;8118;p31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9" name="Google Shape;8119;p31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0" name="Google Shape;8120;p31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1" name="Google Shape;8121;p31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2" name="Google Shape;8122;p31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3" name="Google Shape;8123;p31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4" name="Google Shape;8124;p31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5" name="Google Shape;8125;p31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6" name="Google Shape;8126;p31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7" name="Google Shape;8127;p31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8" name="Google Shape;8128;p31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9" name="Google Shape;8129;p31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0" name="Google Shape;8130;p31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1" name="Google Shape;8131;p31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2" name="Google Shape;8132;p31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3" name="Google Shape;8133;p31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4" name="Google Shape;8134;p31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5" name="Google Shape;8135;p31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6" name="Google Shape;8136;p31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7" name="Google Shape;8137;p31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8" name="Google Shape;8138;p31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9" name="Google Shape;8139;p31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0" name="Google Shape;8140;p31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1" name="Google Shape;8141;p31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2" name="Google Shape;8142;p31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3" name="Google Shape;8143;p31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4" name="Google Shape;8144;p31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5" name="Google Shape;8145;p31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6" name="Google Shape;8146;p31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7" name="Google Shape;8147;p31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8" name="Google Shape;8148;p31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9" name="Google Shape;8149;p31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0" name="Google Shape;8150;p31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1" name="Google Shape;8151;p31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2" name="Google Shape;8152;p31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3" name="Google Shape;8153;p31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4" name="Google Shape;8154;p31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5" name="Google Shape;8155;p31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6" name="Google Shape;8156;p31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7" name="Google Shape;8157;p31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8" name="Google Shape;8158;p31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9" name="Google Shape;8159;p31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0" name="Google Shape;8160;p31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1" name="Google Shape;8161;p31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2" name="Google Shape;8162;p31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3" name="Google Shape;8163;p31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4" name="Google Shape;8164;p31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5" name="Google Shape;8165;p31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6" name="Google Shape;8166;p31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7" name="Google Shape;8167;p31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8" name="Google Shape;8168;p31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9" name="Google Shape;8169;p31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0" name="Google Shape;8170;p31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1" name="Google Shape;8171;p31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2" name="Google Shape;8172;p31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3" name="Google Shape;8173;p31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4" name="Google Shape;8174;p31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5" name="Google Shape;8175;p31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6" name="Google Shape;8176;p31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7" name="Google Shape;8177;p31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8" name="Google Shape;8178;p31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9" name="Google Shape;8179;p31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0" name="Google Shape;8180;p31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1" name="Google Shape;8181;p31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82" name="Google Shape;8182;p31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8183" name="Google Shape;8183;p31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4" name="Google Shape;8184;p31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5" name="Google Shape;8185;p31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6" name="Google Shape;8186;p31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7" name="Google Shape;8187;p31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8" name="Google Shape;8188;p31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9" name="Google Shape;8189;p31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0" name="Google Shape;8190;p31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1" name="Google Shape;8191;p31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2" name="Google Shape;8192;p31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3" name="Google Shape;8193;p31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4" name="Google Shape;8194;p31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5" name="Google Shape;8195;p31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6" name="Google Shape;8196;p31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7" name="Google Shape;8197;p31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8" name="Google Shape;8198;p31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9" name="Google Shape;8199;p31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0" name="Google Shape;8200;p31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1" name="Google Shape;8201;p31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2" name="Google Shape;8202;p31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3" name="Google Shape;8203;p31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4" name="Google Shape;8204;p31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5" name="Google Shape;8205;p31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6" name="Google Shape;8206;p31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7" name="Google Shape;8207;p31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8" name="Google Shape;8208;p31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9" name="Google Shape;8209;p31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0" name="Google Shape;8210;p31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1" name="Google Shape;8211;p31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2" name="Google Shape;8212;p31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3" name="Google Shape;8213;p31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4" name="Google Shape;8214;p31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5" name="Google Shape;8215;p31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6" name="Google Shape;8216;p31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7" name="Google Shape;8217;p31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8" name="Google Shape;8218;p31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9" name="Google Shape;8219;p31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0" name="Google Shape;8220;p31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1" name="Google Shape;8221;p31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2" name="Google Shape;8222;p31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3" name="Google Shape;8223;p31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4" name="Google Shape;8224;p31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5" name="Google Shape;8225;p31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6" name="Google Shape;8226;p31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7" name="Google Shape;8227;p31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8" name="Google Shape;8228;p31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9" name="Google Shape;8229;p31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0" name="Google Shape;8230;p31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1" name="Google Shape;8231;p31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2" name="Google Shape;8232;p31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3" name="Google Shape;8233;p31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4" name="Google Shape;8234;p31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5" name="Google Shape;8235;p31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6" name="Google Shape;8236;p31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7" name="Google Shape;8237;p31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8" name="Google Shape;8238;p31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9" name="Google Shape;8239;p31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0" name="Google Shape;8240;p31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1" name="Google Shape;8241;p31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2" name="Google Shape;8242;p31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3" name="Google Shape;8243;p31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4" name="Google Shape;8244;p31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5" name="Google Shape;8245;p31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6" name="Google Shape;8246;p31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7" name="Google Shape;8247;p31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8" name="Google Shape;8248;p31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9" name="Google Shape;8249;p31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0" name="Google Shape;8250;p31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1" name="Google Shape;8251;p31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2" name="Google Shape;8252;p31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3" name="Google Shape;8253;p31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4" name="Google Shape;8254;p31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5" name="Google Shape;8255;p31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6" name="Google Shape;8256;p31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7" name="Google Shape;8257;p31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8" name="Google Shape;8258;p31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9" name="Google Shape;8259;p31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0" name="Google Shape;8260;p31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1" name="Google Shape;8261;p31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2" name="Google Shape;8262;p31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3" name="Google Shape;8263;p31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4" name="Google Shape;8264;p31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5" name="Google Shape;8265;p31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6" name="Google Shape;8266;p31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7" name="Google Shape;8267;p31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8" name="Google Shape;8268;p31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9" name="Google Shape;8269;p31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0" name="Google Shape;8270;p31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1" name="Google Shape;8271;p31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2" name="Google Shape;8272;p31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3" name="Google Shape;8273;p31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4" name="Google Shape;8274;p31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5" name="Google Shape;8275;p31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6" name="Google Shape;8276;p31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7" name="Google Shape;8277;p31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8" name="Google Shape;8278;p31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9" name="Google Shape;8279;p31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0" name="Google Shape;8280;p31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1" name="Google Shape;8281;p31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2" name="Google Shape;8282;p31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3" name="Google Shape;8283;p31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4" name="Google Shape;8284;p31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5" name="Google Shape;8285;p31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6" name="Google Shape;8286;p31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7" name="Google Shape;8287;p31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8" name="Google Shape;8288;p31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9" name="Google Shape;8289;p31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0" name="Google Shape;8290;p31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1" name="Google Shape;8291;p31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2" name="Google Shape;8292;p31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3" name="Google Shape;8293;p31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4" name="Google Shape;8294;p31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5" name="Google Shape;8295;p31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6" name="Google Shape;8296;p31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7" name="Google Shape;8297;p31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8" name="Google Shape;8298;p31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9" name="Google Shape;8299;p31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0" name="Google Shape;8300;p31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1" name="Google Shape;8301;p31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2" name="Google Shape;8302;p31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3" name="Google Shape;8303;p31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4" name="Google Shape;8304;p31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5" name="Google Shape;8305;p31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6" name="Google Shape;8306;p31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7" name="Google Shape;8307;p31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8" name="Google Shape;8308;p31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9" name="Google Shape;8309;p31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0" name="Google Shape;8310;p31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1" name="Google Shape;8311;p31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2" name="Google Shape;8312;p31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3" name="Google Shape;8313;p31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4" name="Google Shape;8314;p31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5" name="Google Shape;8315;p31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6" name="Google Shape;8316;p31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7" name="Google Shape;8317;p31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8" name="Google Shape;8318;p31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5166144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8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20" name="Google Shape;8320;p32"/>
          <p:cNvGrpSpPr/>
          <p:nvPr/>
        </p:nvGrpSpPr>
        <p:grpSpPr>
          <a:xfrm rot="-9853490" flipH="1">
            <a:off x="8138170" y="-1663436"/>
            <a:ext cx="2942423" cy="2719720"/>
            <a:chOff x="5491850" y="3225350"/>
            <a:chExt cx="850875" cy="786475"/>
          </a:xfrm>
        </p:grpSpPr>
        <p:sp>
          <p:nvSpPr>
            <p:cNvPr id="8321" name="Google Shape;8321;p32"/>
            <p:cNvSpPr/>
            <p:nvPr/>
          </p:nvSpPr>
          <p:spPr>
            <a:xfrm>
              <a:off x="5491850" y="3225350"/>
              <a:ext cx="850875" cy="786475"/>
            </a:xfrm>
            <a:custGeom>
              <a:avLst/>
              <a:gdLst/>
              <a:ahLst/>
              <a:cxnLst/>
              <a:rect l="l" t="t" r="r" b="b"/>
              <a:pathLst>
                <a:path w="34035" h="31459" extrusionOk="0">
                  <a:moveTo>
                    <a:pt x="17863" y="1"/>
                  </a:moveTo>
                  <a:cubicBezTo>
                    <a:pt x="15960" y="1"/>
                    <a:pt x="14109" y="678"/>
                    <a:pt x="12420" y="1548"/>
                  </a:cubicBezTo>
                  <a:cubicBezTo>
                    <a:pt x="11289" y="2130"/>
                    <a:pt x="10204" y="2795"/>
                    <a:pt x="9093" y="3418"/>
                  </a:cubicBezTo>
                  <a:cubicBezTo>
                    <a:pt x="8075" y="3986"/>
                    <a:pt x="6991" y="4462"/>
                    <a:pt x="6039" y="5141"/>
                  </a:cubicBezTo>
                  <a:cubicBezTo>
                    <a:pt x="5567" y="5477"/>
                    <a:pt x="5141" y="5873"/>
                    <a:pt x="4771" y="6322"/>
                  </a:cubicBezTo>
                  <a:cubicBezTo>
                    <a:pt x="4399" y="6784"/>
                    <a:pt x="4080" y="7287"/>
                    <a:pt x="3780" y="7799"/>
                  </a:cubicBezTo>
                  <a:cubicBezTo>
                    <a:pt x="3128" y="8904"/>
                    <a:pt x="2546" y="10048"/>
                    <a:pt x="2030" y="11222"/>
                  </a:cubicBezTo>
                  <a:cubicBezTo>
                    <a:pt x="1025" y="13528"/>
                    <a:pt x="307" y="15980"/>
                    <a:pt x="77" y="18488"/>
                  </a:cubicBezTo>
                  <a:cubicBezTo>
                    <a:pt x="24" y="19107"/>
                    <a:pt x="1" y="19726"/>
                    <a:pt x="4" y="20345"/>
                  </a:cubicBezTo>
                  <a:cubicBezTo>
                    <a:pt x="7" y="20360"/>
                    <a:pt x="20" y="20367"/>
                    <a:pt x="32" y="20367"/>
                  </a:cubicBezTo>
                  <a:cubicBezTo>
                    <a:pt x="44" y="20367"/>
                    <a:pt x="56" y="20360"/>
                    <a:pt x="57" y="20345"/>
                  </a:cubicBezTo>
                  <a:lnTo>
                    <a:pt x="61" y="20345"/>
                  </a:lnTo>
                  <a:cubicBezTo>
                    <a:pt x="81" y="17836"/>
                    <a:pt x="586" y="15351"/>
                    <a:pt x="1431" y="12996"/>
                  </a:cubicBezTo>
                  <a:cubicBezTo>
                    <a:pt x="1864" y="11798"/>
                    <a:pt x="2373" y="10634"/>
                    <a:pt x="2958" y="9502"/>
                  </a:cubicBezTo>
                  <a:cubicBezTo>
                    <a:pt x="3241" y="8950"/>
                    <a:pt x="3541" y="8408"/>
                    <a:pt x="3853" y="7869"/>
                  </a:cubicBezTo>
                  <a:cubicBezTo>
                    <a:pt x="4163" y="7343"/>
                    <a:pt x="4489" y="6821"/>
                    <a:pt x="4881" y="6352"/>
                  </a:cubicBezTo>
                  <a:cubicBezTo>
                    <a:pt x="5636" y="5447"/>
                    <a:pt x="6635" y="4865"/>
                    <a:pt x="7673" y="4339"/>
                  </a:cubicBezTo>
                  <a:cubicBezTo>
                    <a:pt x="8744" y="3793"/>
                    <a:pt x="9798" y="3221"/>
                    <a:pt x="10850" y="2639"/>
                  </a:cubicBezTo>
                  <a:cubicBezTo>
                    <a:pt x="12899" y="1505"/>
                    <a:pt x="15038" y="340"/>
                    <a:pt x="17430" y="224"/>
                  </a:cubicBezTo>
                  <a:cubicBezTo>
                    <a:pt x="17545" y="218"/>
                    <a:pt x="17658" y="215"/>
                    <a:pt x="17772" y="215"/>
                  </a:cubicBezTo>
                  <a:cubicBezTo>
                    <a:pt x="18921" y="215"/>
                    <a:pt x="20033" y="498"/>
                    <a:pt x="21117" y="879"/>
                  </a:cubicBezTo>
                  <a:cubicBezTo>
                    <a:pt x="22351" y="1312"/>
                    <a:pt x="23565" y="1804"/>
                    <a:pt x="24786" y="2270"/>
                  </a:cubicBezTo>
                  <a:cubicBezTo>
                    <a:pt x="26017" y="2739"/>
                    <a:pt x="27261" y="3185"/>
                    <a:pt x="28479" y="3694"/>
                  </a:cubicBezTo>
                  <a:cubicBezTo>
                    <a:pt x="29504" y="4126"/>
                    <a:pt x="30472" y="4665"/>
                    <a:pt x="31274" y="5450"/>
                  </a:cubicBezTo>
                  <a:cubicBezTo>
                    <a:pt x="32667" y="6808"/>
                    <a:pt x="33536" y="8697"/>
                    <a:pt x="33699" y="10637"/>
                  </a:cubicBezTo>
                  <a:cubicBezTo>
                    <a:pt x="33902" y="13095"/>
                    <a:pt x="32857" y="15418"/>
                    <a:pt x="31776" y="17560"/>
                  </a:cubicBezTo>
                  <a:cubicBezTo>
                    <a:pt x="29537" y="21975"/>
                    <a:pt x="26829" y="26137"/>
                    <a:pt x="23698" y="29976"/>
                  </a:cubicBezTo>
                  <a:cubicBezTo>
                    <a:pt x="23316" y="30442"/>
                    <a:pt x="22936" y="30921"/>
                    <a:pt x="22534" y="31373"/>
                  </a:cubicBezTo>
                  <a:cubicBezTo>
                    <a:pt x="22503" y="31409"/>
                    <a:pt x="22535" y="31459"/>
                    <a:pt x="22571" y="31459"/>
                  </a:cubicBezTo>
                  <a:cubicBezTo>
                    <a:pt x="22582" y="31459"/>
                    <a:pt x="22594" y="31454"/>
                    <a:pt x="22604" y="31443"/>
                  </a:cubicBezTo>
                  <a:cubicBezTo>
                    <a:pt x="23023" y="30968"/>
                    <a:pt x="23452" y="30505"/>
                    <a:pt x="23861" y="30019"/>
                  </a:cubicBezTo>
                  <a:cubicBezTo>
                    <a:pt x="24274" y="29537"/>
                    <a:pt x="24676" y="29051"/>
                    <a:pt x="25072" y="28556"/>
                  </a:cubicBezTo>
                  <a:cubicBezTo>
                    <a:pt x="25851" y="27581"/>
                    <a:pt x="26606" y="26583"/>
                    <a:pt x="27321" y="25561"/>
                  </a:cubicBezTo>
                  <a:cubicBezTo>
                    <a:pt x="28768" y="23489"/>
                    <a:pt x="30089" y="21333"/>
                    <a:pt x="31277" y="19104"/>
                  </a:cubicBezTo>
                  <a:cubicBezTo>
                    <a:pt x="31886" y="17963"/>
                    <a:pt x="32481" y="16805"/>
                    <a:pt x="32977" y="15607"/>
                  </a:cubicBezTo>
                  <a:cubicBezTo>
                    <a:pt x="33459" y="14430"/>
                    <a:pt x="33839" y="13199"/>
                    <a:pt x="33918" y="11924"/>
                  </a:cubicBezTo>
                  <a:cubicBezTo>
                    <a:pt x="34035" y="9942"/>
                    <a:pt x="33473" y="7982"/>
                    <a:pt x="32321" y="6365"/>
                  </a:cubicBezTo>
                  <a:cubicBezTo>
                    <a:pt x="31759" y="5573"/>
                    <a:pt x="31054" y="4891"/>
                    <a:pt x="30242" y="4359"/>
                  </a:cubicBezTo>
                  <a:cubicBezTo>
                    <a:pt x="29168" y="3657"/>
                    <a:pt x="27937" y="3235"/>
                    <a:pt x="26746" y="2779"/>
                  </a:cubicBezTo>
                  <a:cubicBezTo>
                    <a:pt x="25478" y="2290"/>
                    <a:pt x="24211" y="1807"/>
                    <a:pt x="22943" y="1322"/>
                  </a:cubicBezTo>
                  <a:cubicBezTo>
                    <a:pt x="21702" y="849"/>
                    <a:pt x="20458" y="334"/>
                    <a:pt x="19144" y="107"/>
                  </a:cubicBezTo>
                  <a:cubicBezTo>
                    <a:pt x="18715" y="34"/>
                    <a:pt x="18288" y="1"/>
                    <a:pt x="1786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2" name="Google Shape;8322;p32"/>
            <p:cNvSpPr/>
            <p:nvPr/>
          </p:nvSpPr>
          <p:spPr>
            <a:xfrm>
              <a:off x="5578825" y="3382175"/>
              <a:ext cx="234025" cy="284700"/>
            </a:xfrm>
            <a:custGeom>
              <a:avLst/>
              <a:gdLst/>
              <a:ahLst/>
              <a:cxnLst/>
              <a:rect l="l" t="t" r="r" b="b"/>
              <a:pathLst>
                <a:path w="9361" h="11388" extrusionOk="0">
                  <a:moveTo>
                    <a:pt x="6303" y="1"/>
                  </a:moveTo>
                  <a:cubicBezTo>
                    <a:pt x="5144" y="1"/>
                    <a:pt x="4019" y="828"/>
                    <a:pt x="3192" y="1679"/>
                  </a:cubicBezTo>
                  <a:cubicBezTo>
                    <a:pt x="1622" y="3303"/>
                    <a:pt x="561" y="5275"/>
                    <a:pt x="18" y="7461"/>
                  </a:cubicBezTo>
                  <a:cubicBezTo>
                    <a:pt x="0" y="7535"/>
                    <a:pt x="61" y="7582"/>
                    <a:pt x="120" y="7582"/>
                  </a:cubicBezTo>
                  <a:cubicBezTo>
                    <a:pt x="160" y="7582"/>
                    <a:pt x="200" y="7561"/>
                    <a:pt x="215" y="7511"/>
                  </a:cubicBezTo>
                  <a:cubicBezTo>
                    <a:pt x="770" y="5721"/>
                    <a:pt x="1702" y="4028"/>
                    <a:pt x="2956" y="2627"/>
                  </a:cubicBezTo>
                  <a:cubicBezTo>
                    <a:pt x="3746" y="1745"/>
                    <a:pt x="5014" y="552"/>
                    <a:pt x="6256" y="552"/>
                  </a:cubicBezTo>
                  <a:cubicBezTo>
                    <a:pt x="6723" y="552"/>
                    <a:pt x="7187" y="721"/>
                    <a:pt x="7620" y="1140"/>
                  </a:cubicBezTo>
                  <a:cubicBezTo>
                    <a:pt x="8911" y="2388"/>
                    <a:pt x="8675" y="4607"/>
                    <a:pt x="8326" y="6197"/>
                  </a:cubicBezTo>
                  <a:cubicBezTo>
                    <a:pt x="7923" y="8017"/>
                    <a:pt x="7025" y="9504"/>
                    <a:pt x="6093" y="11091"/>
                  </a:cubicBezTo>
                  <a:cubicBezTo>
                    <a:pt x="6006" y="11243"/>
                    <a:pt x="6135" y="11387"/>
                    <a:pt x="6276" y="11387"/>
                  </a:cubicBezTo>
                  <a:cubicBezTo>
                    <a:pt x="6323" y="11387"/>
                    <a:pt x="6371" y="11371"/>
                    <a:pt x="6413" y="11334"/>
                  </a:cubicBezTo>
                  <a:cubicBezTo>
                    <a:pt x="7993" y="9906"/>
                    <a:pt x="8841" y="7614"/>
                    <a:pt x="9121" y="5552"/>
                  </a:cubicBezTo>
                  <a:cubicBezTo>
                    <a:pt x="9360" y="3798"/>
                    <a:pt x="9317" y="1583"/>
                    <a:pt x="7707" y="458"/>
                  </a:cubicBezTo>
                  <a:cubicBezTo>
                    <a:pt x="7245" y="136"/>
                    <a:pt x="6771" y="1"/>
                    <a:pt x="630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3" name="Google Shape;8323;p32"/>
            <p:cNvSpPr/>
            <p:nvPr/>
          </p:nvSpPr>
          <p:spPr>
            <a:xfrm>
              <a:off x="5793975" y="3403775"/>
              <a:ext cx="223050" cy="340525"/>
            </a:xfrm>
            <a:custGeom>
              <a:avLst/>
              <a:gdLst/>
              <a:ahLst/>
              <a:cxnLst/>
              <a:rect l="l" t="t" r="r" b="b"/>
              <a:pathLst>
                <a:path w="8922" h="13621" extrusionOk="0">
                  <a:moveTo>
                    <a:pt x="4761" y="0"/>
                  </a:moveTo>
                  <a:cubicBezTo>
                    <a:pt x="4165" y="0"/>
                    <a:pt x="3557" y="140"/>
                    <a:pt x="2980" y="419"/>
                  </a:cubicBezTo>
                  <a:cubicBezTo>
                    <a:pt x="1097" y="1331"/>
                    <a:pt x="215" y="3290"/>
                    <a:pt x="6" y="5273"/>
                  </a:cubicBezTo>
                  <a:cubicBezTo>
                    <a:pt x="0" y="5335"/>
                    <a:pt x="46" y="5365"/>
                    <a:pt x="94" y="5365"/>
                  </a:cubicBezTo>
                  <a:cubicBezTo>
                    <a:pt x="137" y="5365"/>
                    <a:pt x="183" y="5342"/>
                    <a:pt x="199" y="5296"/>
                  </a:cubicBezTo>
                  <a:lnTo>
                    <a:pt x="199" y="5293"/>
                  </a:lnTo>
                  <a:cubicBezTo>
                    <a:pt x="791" y="3650"/>
                    <a:pt x="1613" y="1813"/>
                    <a:pt x="3293" y="1038"/>
                  </a:cubicBezTo>
                  <a:cubicBezTo>
                    <a:pt x="3760" y="822"/>
                    <a:pt x="4231" y="719"/>
                    <a:pt x="4684" y="719"/>
                  </a:cubicBezTo>
                  <a:cubicBezTo>
                    <a:pt x="5917" y="719"/>
                    <a:pt x="7013" y="1478"/>
                    <a:pt x="7524" y="2768"/>
                  </a:cubicBezTo>
                  <a:cubicBezTo>
                    <a:pt x="8220" y="4511"/>
                    <a:pt x="7628" y="6438"/>
                    <a:pt x="6962" y="8098"/>
                  </a:cubicBezTo>
                  <a:cubicBezTo>
                    <a:pt x="6230" y="9921"/>
                    <a:pt x="5179" y="11558"/>
                    <a:pt x="4364" y="13338"/>
                  </a:cubicBezTo>
                  <a:cubicBezTo>
                    <a:pt x="4302" y="13473"/>
                    <a:pt x="4407" y="13620"/>
                    <a:pt x="4529" y="13620"/>
                  </a:cubicBezTo>
                  <a:cubicBezTo>
                    <a:pt x="4572" y="13620"/>
                    <a:pt x="4616" y="13602"/>
                    <a:pt x="4657" y="13560"/>
                  </a:cubicBezTo>
                  <a:cubicBezTo>
                    <a:pt x="6293" y="11870"/>
                    <a:pt x="7418" y="9422"/>
                    <a:pt x="8160" y="7206"/>
                  </a:cubicBezTo>
                  <a:cubicBezTo>
                    <a:pt x="8799" y="5293"/>
                    <a:pt x="8922" y="3057"/>
                    <a:pt x="7611" y="1391"/>
                  </a:cubicBezTo>
                  <a:cubicBezTo>
                    <a:pt x="6882" y="462"/>
                    <a:pt x="5842" y="0"/>
                    <a:pt x="476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4" name="Google Shape;8324;p32"/>
            <p:cNvSpPr/>
            <p:nvPr/>
          </p:nvSpPr>
          <p:spPr>
            <a:xfrm>
              <a:off x="5993850" y="3419550"/>
              <a:ext cx="228125" cy="496950"/>
            </a:xfrm>
            <a:custGeom>
              <a:avLst/>
              <a:gdLst/>
              <a:ahLst/>
              <a:cxnLst/>
              <a:rect l="l" t="t" r="r" b="b"/>
              <a:pathLst>
                <a:path w="9125" h="19878" extrusionOk="0">
                  <a:moveTo>
                    <a:pt x="4983" y="1"/>
                  </a:moveTo>
                  <a:cubicBezTo>
                    <a:pt x="4852" y="1"/>
                    <a:pt x="4717" y="9"/>
                    <a:pt x="4580" y="24"/>
                  </a:cubicBezTo>
                  <a:cubicBezTo>
                    <a:pt x="2084" y="317"/>
                    <a:pt x="810" y="2666"/>
                    <a:pt x="48" y="4785"/>
                  </a:cubicBezTo>
                  <a:cubicBezTo>
                    <a:pt x="0" y="4919"/>
                    <a:pt x="121" y="5016"/>
                    <a:pt x="239" y="5016"/>
                  </a:cubicBezTo>
                  <a:cubicBezTo>
                    <a:pt x="300" y="5016"/>
                    <a:pt x="361" y="4990"/>
                    <a:pt x="398" y="4928"/>
                  </a:cubicBezTo>
                  <a:lnTo>
                    <a:pt x="394" y="4928"/>
                  </a:lnTo>
                  <a:cubicBezTo>
                    <a:pt x="1388" y="3193"/>
                    <a:pt x="2636" y="743"/>
                    <a:pt x="4944" y="743"/>
                  </a:cubicBezTo>
                  <a:cubicBezTo>
                    <a:pt x="4994" y="743"/>
                    <a:pt x="5044" y="744"/>
                    <a:pt x="5095" y="746"/>
                  </a:cubicBezTo>
                  <a:cubicBezTo>
                    <a:pt x="7637" y="859"/>
                    <a:pt x="8100" y="4170"/>
                    <a:pt x="8056" y="6109"/>
                  </a:cubicBezTo>
                  <a:cubicBezTo>
                    <a:pt x="8006" y="8435"/>
                    <a:pt x="7557" y="10770"/>
                    <a:pt x="6852" y="12986"/>
                  </a:cubicBezTo>
                  <a:cubicBezTo>
                    <a:pt x="6107" y="15328"/>
                    <a:pt x="4899" y="17367"/>
                    <a:pt x="3858" y="19567"/>
                  </a:cubicBezTo>
                  <a:cubicBezTo>
                    <a:pt x="3788" y="19713"/>
                    <a:pt x="3909" y="19878"/>
                    <a:pt x="4042" y="19878"/>
                  </a:cubicBezTo>
                  <a:cubicBezTo>
                    <a:pt x="4087" y="19878"/>
                    <a:pt x="4133" y="19858"/>
                    <a:pt x="4174" y="19813"/>
                  </a:cubicBezTo>
                  <a:cubicBezTo>
                    <a:pt x="5970" y="17773"/>
                    <a:pt x="7075" y="14906"/>
                    <a:pt x="7817" y="12327"/>
                  </a:cubicBezTo>
                  <a:cubicBezTo>
                    <a:pt x="8559" y="9742"/>
                    <a:pt x="9124" y="6778"/>
                    <a:pt x="8692" y="4093"/>
                  </a:cubicBezTo>
                  <a:cubicBezTo>
                    <a:pt x="8375" y="2117"/>
                    <a:pt x="7152" y="1"/>
                    <a:pt x="498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5" name="Google Shape;8325;p32"/>
            <p:cNvSpPr/>
            <p:nvPr/>
          </p:nvSpPr>
          <p:spPr>
            <a:xfrm>
              <a:off x="5966225" y="3403950"/>
              <a:ext cx="112350" cy="42550"/>
            </a:xfrm>
            <a:custGeom>
              <a:avLst/>
              <a:gdLst/>
              <a:ahLst/>
              <a:cxnLst/>
              <a:rect l="l" t="t" r="r" b="b"/>
              <a:pathLst>
                <a:path w="4494" h="1702" extrusionOk="0">
                  <a:moveTo>
                    <a:pt x="2202" y="1"/>
                  </a:moveTo>
                  <a:cubicBezTo>
                    <a:pt x="1327" y="1"/>
                    <a:pt x="445" y="489"/>
                    <a:pt x="62" y="1284"/>
                  </a:cubicBezTo>
                  <a:cubicBezTo>
                    <a:pt x="0" y="1396"/>
                    <a:pt x="92" y="1506"/>
                    <a:pt x="194" y="1506"/>
                  </a:cubicBezTo>
                  <a:cubicBezTo>
                    <a:pt x="228" y="1506"/>
                    <a:pt x="264" y="1493"/>
                    <a:pt x="295" y="1463"/>
                  </a:cubicBezTo>
                  <a:cubicBezTo>
                    <a:pt x="774" y="1041"/>
                    <a:pt x="1263" y="632"/>
                    <a:pt x="1912" y="539"/>
                  </a:cubicBezTo>
                  <a:cubicBezTo>
                    <a:pt x="2010" y="524"/>
                    <a:pt x="2108" y="516"/>
                    <a:pt x="2205" y="516"/>
                  </a:cubicBezTo>
                  <a:cubicBezTo>
                    <a:pt x="2417" y="516"/>
                    <a:pt x="2627" y="551"/>
                    <a:pt x="2827" y="622"/>
                  </a:cubicBezTo>
                  <a:cubicBezTo>
                    <a:pt x="3046" y="698"/>
                    <a:pt x="3852" y="1114"/>
                    <a:pt x="3768" y="1470"/>
                  </a:cubicBezTo>
                  <a:cubicBezTo>
                    <a:pt x="3745" y="1560"/>
                    <a:pt x="3798" y="1650"/>
                    <a:pt x="3888" y="1676"/>
                  </a:cubicBezTo>
                  <a:lnTo>
                    <a:pt x="3945" y="1693"/>
                  </a:lnTo>
                  <a:cubicBezTo>
                    <a:pt x="3965" y="1699"/>
                    <a:pt x="3984" y="1702"/>
                    <a:pt x="4003" y="1702"/>
                  </a:cubicBezTo>
                  <a:cubicBezTo>
                    <a:pt x="4105" y="1702"/>
                    <a:pt x="4191" y="1625"/>
                    <a:pt x="4224" y="1527"/>
                  </a:cubicBezTo>
                  <a:cubicBezTo>
                    <a:pt x="4494" y="742"/>
                    <a:pt x="3103" y="106"/>
                    <a:pt x="2521" y="23"/>
                  </a:cubicBezTo>
                  <a:cubicBezTo>
                    <a:pt x="2415" y="8"/>
                    <a:pt x="2309" y="1"/>
                    <a:pt x="2202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6" name="Google Shape;8326;p32"/>
            <p:cNvSpPr/>
            <p:nvPr/>
          </p:nvSpPr>
          <p:spPr>
            <a:xfrm>
              <a:off x="5774925" y="3382300"/>
              <a:ext cx="107875" cy="44525"/>
            </a:xfrm>
            <a:custGeom>
              <a:avLst/>
              <a:gdLst/>
              <a:ahLst/>
              <a:cxnLst/>
              <a:rect l="l" t="t" r="r" b="b"/>
              <a:pathLst>
                <a:path w="4315" h="1781" extrusionOk="0">
                  <a:moveTo>
                    <a:pt x="1818" y="1"/>
                  </a:moveTo>
                  <a:cubicBezTo>
                    <a:pt x="941" y="1"/>
                    <a:pt x="0" y="512"/>
                    <a:pt x="102" y="1508"/>
                  </a:cubicBezTo>
                  <a:cubicBezTo>
                    <a:pt x="110" y="1569"/>
                    <a:pt x="161" y="1605"/>
                    <a:pt x="210" y="1605"/>
                  </a:cubicBezTo>
                  <a:cubicBezTo>
                    <a:pt x="249" y="1605"/>
                    <a:pt x="287" y="1583"/>
                    <a:pt x="302" y="1531"/>
                  </a:cubicBezTo>
                  <a:cubicBezTo>
                    <a:pt x="512" y="781"/>
                    <a:pt x="1107" y="418"/>
                    <a:pt x="1790" y="418"/>
                  </a:cubicBezTo>
                  <a:cubicBezTo>
                    <a:pt x="1992" y="418"/>
                    <a:pt x="2201" y="450"/>
                    <a:pt x="2411" y="513"/>
                  </a:cubicBezTo>
                  <a:cubicBezTo>
                    <a:pt x="3113" y="723"/>
                    <a:pt x="3329" y="1128"/>
                    <a:pt x="3652" y="1731"/>
                  </a:cubicBezTo>
                  <a:cubicBezTo>
                    <a:pt x="3672" y="1764"/>
                    <a:pt x="3707" y="1781"/>
                    <a:pt x="3742" y="1781"/>
                  </a:cubicBezTo>
                  <a:cubicBezTo>
                    <a:pt x="3777" y="1781"/>
                    <a:pt x="3812" y="1764"/>
                    <a:pt x="3832" y="1731"/>
                  </a:cubicBezTo>
                  <a:cubicBezTo>
                    <a:pt x="4314" y="836"/>
                    <a:pt x="2844" y="144"/>
                    <a:pt x="2178" y="31"/>
                  </a:cubicBezTo>
                  <a:cubicBezTo>
                    <a:pt x="2061" y="11"/>
                    <a:pt x="1940" y="1"/>
                    <a:pt x="1818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7" name="Google Shape;8327;p32"/>
            <p:cNvSpPr/>
            <p:nvPr/>
          </p:nvSpPr>
          <p:spPr>
            <a:xfrm>
              <a:off x="6031375" y="3381575"/>
              <a:ext cx="136050" cy="67550"/>
            </a:xfrm>
            <a:custGeom>
              <a:avLst/>
              <a:gdLst/>
              <a:ahLst/>
              <a:cxnLst/>
              <a:rect l="l" t="t" r="r" b="b"/>
              <a:pathLst>
                <a:path w="5442" h="2702" extrusionOk="0">
                  <a:moveTo>
                    <a:pt x="2333" y="0"/>
                  </a:moveTo>
                  <a:cubicBezTo>
                    <a:pt x="1462" y="0"/>
                    <a:pt x="611" y="323"/>
                    <a:pt x="88" y="1028"/>
                  </a:cubicBezTo>
                  <a:cubicBezTo>
                    <a:pt x="1" y="1144"/>
                    <a:pt x="122" y="1292"/>
                    <a:pt x="246" y="1292"/>
                  </a:cubicBezTo>
                  <a:cubicBezTo>
                    <a:pt x="273" y="1292"/>
                    <a:pt x="302" y="1284"/>
                    <a:pt x="327" y="1267"/>
                  </a:cubicBezTo>
                  <a:cubicBezTo>
                    <a:pt x="996" y="815"/>
                    <a:pt x="1672" y="456"/>
                    <a:pt x="2443" y="456"/>
                  </a:cubicBezTo>
                  <a:cubicBezTo>
                    <a:pt x="2658" y="456"/>
                    <a:pt x="2880" y="484"/>
                    <a:pt x="3112" y="545"/>
                  </a:cubicBezTo>
                  <a:cubicBezTo>
                    <a:pt x="4210" y="838"/>
                    <a:pt x="4632" y="1696"/>
                    <a:pt x="5105" y="2615"/>
                  </a:cubicBezTo>
                  <a:cubicBezTo>
                    <a:pt x="5136" y="2675"/>
                    <a:pt x="5193" y="2702"/>
                    <a:pt x="5250" y="2702"/>
                  </a:cubicBezTo>
                  <a:cubicBezTo>
                    <a:pt x="5345" y="2702"/>
                    <a:pt x="5442" y="2631"/>
                    <a:pt x="5437" y="2522"/>
                  </a:cubicBezTo>
                  <a:cubicBezTo>
                    <a:pt x="5368" y="941"/>
                    <a:pt x="3822" y="0"/>
                    <a:pt x="2333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8" name="Google Shape;8328;p32"/>
            <p:cNvSpPr/>
            <p:nvPr/>
          </p:nvSpPr>
          <p:spPr>
            <a:xfrm>
              <a:off x="5828075" y="3352900"/>
              <a:ext cx="141725" cy="77825"/>
            </a:xfrm>
            <a:custGeom>
              <a:avLst/>
              <a:gdLst/>
              <a:ahLst/>
              <a:cxnLst/>
              <a:rect l="l" t="t" r="r" b="b"/>
              <a:pathLst>
                <a:path w="5669" h="3113" extrusionOk="0">
                  <a:moveTo>
                    <a:pt x="2783" y="1"/>
                  </a:moveTo>
                  <a:cubicBezTo>
                    <a:pt x="1693" y="1"/>
                    <a:pt x="0" y="497"/>
                    <a:pt x="372" y="1656"/>
                  </a:cubicBezTo>
                  <a:cubicBezTo>
                    <a:pt x="387" y="1704"/>
                    <a:pt x="438" y="1735"/>
                    <a:pt x="487" y="1735"/>
                  </a:cubicBezTo>
                  <a:cubicBezTo>
                    <a:pt x="523" y="1735"/>
                    <a:pt x="558" y="1718"/>
                    <a:pt x="578" y="1679"/>
                  </a:cubicBezTo>
                  <a:lnTo>
                    <a:pt x="575" y="1676"/>
                  </a:lnTo>
                  <a:cubicBezTo>
                    <a:pt x="957" y="875"/>
                    <a:pt x="1771" y="427"/>
                    <a:pt x="2614" y="427"/>
                  </a:cubicBezTo>
                  <a:cubicBezTo>
                    <a:pt x="2973" y="427"/>
                    <a:pt x="3337" y="508"/>
                    <a:pt x="3675" y="678"/>
                  </a:cubicBezTo>
                  <a:cubicBezTo>
                    <a:pt x="4208" y="944"/>
                    <a:pt x="4627" y="1433"/>
                    <a:pt x="4840" y="1982"/>
                  </a:cubicBezTo>
                  <a:cubicBezTo>
                    <a:pt x="4979" y="2338"/>
                    <a:pt x="4946" y="2717"/>
                    <a:pt x="5132" y="3053"/>
                  </a:cubicBezTo>
                  <a:cubicBezTo>
                    <a:pt x="5156" y="3093"/>
                    <a:pt x="5196" y="3113"/>
                    <a:pt x="5238" y="3113"/>
                  </a:cubicBezTo>
                  <a:cubicBezTo>
                    <a:pt x="5279" y="3113"/>
                    <a:pt x="5320" y="3093"/>
                    <a:pt x="5345" y="3053"/>
                  </a:cubicBezTo>
                  <a:cubicBezTo>
                    <a:pt x="5668" y="2504"/>
                    <a:pt x="5292" y="1699"/>
                    <a:pt x="4969" y="1220"/>
                  </a:cubicBezTo>
                  <a:cubicBezTo>
                    <a:pt x="4587" y="648"/>
                    <a:pt x="4008" y="235"/>
                    <a:pt x="3343" y="59"/>
                  </a:cubicBezTo>
                  <a:cubicBezTo>
                    <a:pt x="3194" y="21"/>
                    <a:pt x="3000" y="1"/>
                    <a:pt x="2783" y="1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9" name="Google Shape;8329;p32"/>
            <p:cNvSpPr/>
            <p:nvPr/>
          </p:nvSpPr>
          <p:spPr>
            <a:xfrm>
              <a:off x="5926700" y="3337950"/>
              <a:ext cx="129825" cy="56050"/>
            </a:xfrm>
            <a:custGeom>
              <a:avLst/>
              <a:gdLst/>
              <a:ahLst/>
              <a:cxnLst/>
              <a:rect l="l" t="t" r="r" b="b"/>
              <a:pathLst>
                <a:path w="5193" h="2242" extrusionOk="0">
                  <a:moveTo>
                    <a:pt x="2167" y="0"/>
                  </a:moveTo>
                  <a:cubicBezTo>
                    <a:pt x="1279" y="0"/>
                    <a:pt x="444" y="296"/>
                    <a:pt x="63" y="946"/>
                  </a:cubicBezTo>
                  <a:cubicBezTo>
                    <a:pt x="1" y="1053"/>
                    <a:pt x="93" y="1160"/>
                    <a:pt x="193" y="1160"/>
                  </a:cubicBezTo>
                  <a:cubicBezTo>
                    <a:pt x="227" y="1160"/>
                    <a:pt x="262" y="1148"/>
                    <a:pt x="292" y="1119"/>
                  </a:cubicBezTo>
                  <a:lnTo>
                    <a:pt x="292" y="1123"/>
                  </a:lnTo>
                  <a:cubicBezTo>
                    <a:pt x="812" y="632"/>
                    <a:pt x="1372" y="427"/>
                    <a:pt x="1990" y="427"/>
                  </a:cubicBezTo>
                  <a:cubicBezTo>
                    <a:pt x="2291" y="427"/>
                    <a:pt x="2606" y="476"/>
                    <a:pt x="2937" y="564"/>
                  </a:cubicBezTo>
                  <a:cubicBezTo>
                    <a:pt x="3899" y="823"/>
                    <a:pt x="4448" y="1276"/>
                    <a:pt x="4874" y="2157"/>
                  </a:cubicBezTo>
                  <a:cubicBezTo>
                    <a:pt x="4902" y="2217"/>
                    <a:pt x="4954" y="2242"/>
                    <a:pt x="5007" y="2242"/>
                  </a:cubicBezTo>
                  <a:cubicBezTo>
                    <a:pt x="5097" y="2242"/>
                    <a:pt x="5193" y="2170"/>
                    <a:pt x="5193" y="2067"/>
                  </a:cubicBezTo>
                  <a:cubicBezTo>
                    <a:pt x="5179" y="774"/>
                    <a:pt x="3603" y="0"/>
                    <a:pt x="2167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0" name="Google Shape;8330;p32"/>
            <p:cNvSpPr/>
            <p:nvPr/>
          </p:nvSpPr>
          <p:spPr>
            <a:xfrm>
              <a:off x="5683400" y="3464725"/>
              <a:ext cx="73850" cy="73725"/>
            </a:xfrm>
            <a:custGeom>
              <a:avLst/>
              <a:gdLst/>
              <a:ahLst/>
              <a:cxnLst/>
              <a:rect l="l" t="t" r="r" b="b"/>
              <a:pathLst>
                <a:path w="2954" h="2949" extrusionOk="0">
                  <a:moveTo>
                    <a:pt x="1268" y="0"/>
                  </a:moveTo>
                  <a:cubicBezTo>
                    <a:pt x="968" y="0"/>
                    <a:pt x="673" y="111"/>
                    <a:pt x="460" y="357"/>
                  </a:cubicBezTo>
                  <a:cubicBezTo>
                    <a:pt x="337" y="486"/>
                    <a:pt x="250" y="643"/>
                    <a:pt x="204" y="816"/>
                  </a:cubicBezTo>
                  <a:lnTo>
                    <a:pt x="202" y="826"/>
                  </a:lnTo>
                  <a:lnTo>
                    <a:pt x="202" y="826"/>
                  </a:lnTo>
                  <a:cubicBezTo>
                    <a:pt x="147" y="942"/>
                    <a:pt x="107" y="1069"/>
                    <a:pt x="80" y="1208"/>
                  </a:cubicBezTo>
                  <a:cubicBezTo>
                    <a:pt x="27" y="1468"/>
                    <a:pt x="1" y="1731"/>
                    <a:pt x="1" y="1993"/>
                  </a:cubicBezTo>
                  <a:cubicBezTo>
                    <a:pt x="1" y="2419"/>
                    <a:pt x="313" y="2775"/>
                    <a:pt x="709" y="2895"/>
                  </a:cubicBezTo>
                  <a:cubicBezTo>
                    <a:pt x="832" y="2931"/>
                    <a:pt x="953" y="2948"/>
                    <a:pt x="1071" y="2948"/>
                  </a:cubicBezTo>
                  <a:cubicBezTo>
                    <a:pt x="2159" y="2948"/>
                    <a:pt x="2954" y="1499"/>
                    <a:pt x="2329" y="556"/>
                  </a:cubicBezTo>
                  <a:cubicBezTo>
                    <a:pt x="2097" y="207"/>
                    <a:pt x="1678" y="0"/>
                    <a:pt x="1268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1" name="Google Shape;8331;p32"/>
            <p:cNvSpPr/>
            <p:nvPr/>
          </p:nvSpPr>
          <p:spPr>
            <a:xfrm>
              <a:off x="5830875" y="3475300"/>
              <a:ext cx="123025" cy="123525"/>
            </a:xfrm>
            <a:custGeom>
              <a:avLst/>
              <a:gdLst/>
              <a:ahLst/>
              <a:cxnLst/>
              <a:rect l="l" t="t" r="r" b="b"/>
              <a:pathLst>
                <a:path w="4921" h="4941" extrusionOk="0">
                  <a:moveTo>
                    <a:pt x="2851" y="0"/>
                  </a:moveTo>
                  <a:cubicBezTo>
                    <a:pt x="2760" y="0"/>
                    <a:pt x="2669" y="6"/>
                    <a:pt x="2578" y="17"/>
                  </a:cubicBezTo>
                  <a:cubicBezTo>
                    <a:pt x="1231" y="178"/>
                    <a:pt x="511" y="1288"/>
                    <a:pt x="376" y="2494"/>
                  </a:cubicBezTo>
                  <a:lnTo>
                    <a:pt x="376" y="2494"/>
                  </a:lnTo>
                  <a:cubicBezTo>
                    <a:pt x="284" y="2691"/>
                    <a:pt x="216" y="2897"/>
                    <a:pt x="176" y="3104"/>
                  </a:cubicBezTo>
                  <a:cubicBezTo>
                    <a:pt x="1" y="4039"/>
                    <a:pt x="608" y="4941"/>
                    <a:pt x="1606" y="4941"/>
                  </a:cubicBezTo>
                  <a:cubicBezTo>
                    <a:pt x="1610" y="4941"/>
                    <a:pt x="1613" y="4941"/>
                    <a:pt x="1617" y="4941"/>
                  </a:cubicBezTo>
                  <a:cubicBezTo>
                    <a:pt x="2479" y="4937"/>
                    <a:pt x="3387" y="4342"/>
                    <a:pt x="3926" y="3706"/>
                  </a:cubicBezTo>
                  <a:cubicBezTo>
                    <a:pt x="4488" y="3048"/>
                    <a:pt x="4921" y="2146"/>
                    <a:pt x="4671" y="1264"/>
                  </a:cubicBezTo>
                  <a:cubicBezTo>
                    <a:pt x="4438" y="439"/>
                    <a:pt x="3661" y="0"/>
                    <a:pt x="2851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2" name="Google Shape;8332;p32"/>
            <p:cNvSpPr/>
            <p:nvPr/>
          </p:nvSpPr>
          <p:spPr>
            <a:xfrm>
              <a:off x="6019825" y="3490050"/>
              <a:ext cx="156325" cy="171400"/>
            </a:xfrm>
            <a:custGeom>
              <a:avLst/>
              <a:gdLst/>
              <a:ahLst/>
              <a:cxnLst/>
              <a:rect l="l" t="t" r="r" b="b"/>
              <a:pathLst>
                <a:path w="6253" h="6856" extrusionOk="0">
                  <a:moveTo>
                    <a:pt x="2826" y="0"/>
                  </a:moveTo>
                  <a:cubicBezTo>
                    <a:pt x="1876" y="0"/>
                    <a:pt x="1027" y="629"/>
                    <a:pt x="600" y="1589"/>
                  </a:cubicBezTo>
                  <a:cubicBezTo>
                    <a:pt x="1" y="2940"/>
                    <a:pt x="144" y="4534"/>
                    <a:pt x="606" y="5898"/>
                  </a:cubicBezTo>
                  <a:cubicBezTo>
                    <a:pt x="647" y="6020"/>
                    <a:pt x="743" y="6073"/>
                    <a:pt x="839" y="6073"/>
                  </a:cubicBezTo>
                  <a:cubicBezTo>
                    <a:pt x="898" y="6073"/>
                    <a:pt x="956" y="6053"/>
                    <a:pt x="1002" y="6018"/>
                  </a:cubicBezTo>
                  <a:lnTo>
                    <a:pt x="1002" y="6018"/>
                  </a:lnTo>
                  <a:cubicBezTo>
                    <a:pt x="1415" y="6521"/>
                    <a:pt x="1993" y="6855"/>
                    <a:pt x="2697" y="6855"/>
                  </a:cubicBezTo>
                  <a:cubicBezTo>
                    <a:pt x="2895" y="6855"/>
                    <a:pt x="3104" y="6829"/>
                    <a:pt x="3321" y="6773"/>
                  </a:cubicBezTo>
                  <a:cubicBezTo>
                    <a:pt x="5963" y="6084"/>
                    <a:pt x="6252" y="1526"/>
                    <a:pt x="3933" y="288"/>
                  </a:cubicBezTo>
                  <a:cubicBezTo>
                    <a:pt x="3562" y="91"/>
                    <a:pt x="3187" y="0"/>
                    <a:pt x="2826" y="0"/>
                  </a:cubicBez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333" name="Google Shape;8333;p32"/>
          <p:cNvSpPr txBox="1">
            <a:spLocks noGrp="1"/>
          </p:cNvSpPr>
          <p:nvPr>
            <p:ph type="subTitle" idx="1"/>
          </p:nvPr>
        </p:nvSpPr>
        <p:spPr>
          <a:xfrm>
            <a:off x="2434533" y="1699599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334" name="Google Shape;8334;p32"/>
          <p:cNvSpPr txBox="1">
            <a:spLocks noGrp="1"/>
          </p:cNvSpPr>
          <p:nvPr>
            <p:ph type="subTitle" idx="2"/>
          </p:nvPr>
        </p:nvSpPr>
        <p:spPr>
          <a:xfrm>
            <a:off x="5497633" y="1699601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335" name="Google Shape;8335;p32"/>
          <p:cNvSpPr txBox="1">
            <a:spLocks noGrp="1"/>
          </p:cNvSpPr>
          <p:nvPr>
            <p:ph type="subTitle" idx="3"/>
          </p:nvPr>
        </p:nvSpPr>
        <p:spPr>
          <a:xfrm>
            <a:off x="5501033" y="2828423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336" name="Google Shape;8336;p32"/>
          <p:cNvSpPr txBox="1">
            <a:spLocks noGrp="1"/>
          </p:cNvSpPr>
          <p:nvPr>
            <p:ph type="subTitle" idx="4"/>
          </p:nvPr>
        </p:nvSpPr>
        <p:spPr>
          <a:xfrm>
            <a:off x="5499333" y="4018244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337" name="Google Shape;8337;p32"/>
          <p:cNvSpPr txBox="1">
            <a:spLocks noGrp="1"/>
          </p:cNvSpPr>
          <p:nvPr>
            <p:ph type="subTitle" idx="5"/>
          </p:nvPr>
        </p:nvSpPr>
        <p:spPr>
          <a:xfrm>
            <a:off x="5502735" y="5208069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338" name="Google Shape;8338;p32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339" name="Google Shape;8339;p32"/>
          <p:cNvSpPr txBox="1">
            <a:spLocks noGrp="1"/>
          </p:cNvSpPr>
          <p:nvPr>
            <p:ph type="subTitle" idx="6"/>
          </p:nvPr>
        </p:nvSpPr>
        <p:spPr>
          <a:xfrm>
            <a:off x="2434533" y="4038587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340" name="Google Shape;8340;p32"/>
          <p:cNvSpPr txBox="1">
            <a:spLocks noGrp="1"/>
          </p:cNvSpPr>
          <p:nvPr>
            <p:ph type="subTitle" idx="7"/>
          </p:nvPr>
        </p:nvSpPr>
        <p:spPr>
          <a:xfrm>
            <a:off x="2439633" y="2869077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341" name="Google Shape;8341;p32"/>
          <p:cNvSpPr txBox="1">
            <a:spLocks noGrp="1"/>
          </p:cNvSpPr>
          <p:nvPr>
            <p:ph type="subTitle" idx="8"/>
          </p:nvPr>
        </p:nvSpPr>
        <p:spPr>
          <a:xfrm>
            <a:off x="2439633" y="5208064"/>
            <a:ext cx="3058000" cy="8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8342" name="Google Shape;8342;p32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8343" name="Google Shape;8343;p32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4" name="Google Shape;8344;p32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5" name="Google Shape;8345;p32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6" name="Google Shape;8346;p32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7" name="Google Shape;8347;p32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8" name="Google Shape;8348;p32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9" name="Google Shape;8349;p32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0" name="Google Shape;8350;p32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1" name="Google Shape;8351;p32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2" name="Google Shape;8352;p32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3" name="Google Shape;8353;p32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4" name="Google Shape;8354;p32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5" name="Google Shape;8355;p32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6" name="Google Shape;8356;p32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7" name="Google Shape;8357;p32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8" name="Google Shape;8358;p32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9" name="Google Shape;8359;p32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0" name="Google Shape;8360;p32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1" name="Google Shape;8361;p32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2" name="Google Shape;8362;p32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3" name="Google Shape;8363;p32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4" name="Google Shape;8364;p32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5" name="Google Shape;8365;p32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6" name="Google Shape;8366;p32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7" name="Google Shape;8367;p32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8" name="Google Shape;8368;p32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9" name="Google Shape;8369;p32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0" name="Google Shape;8370;p32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1" name="Google Shape;8371;p32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2" name="Google Shape;8372;p32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3" name="Google Shape;8373;p32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4" name="Google Shape;8374;p32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5" name="Google Shape;8375;p32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6" name="Google Shape;8376;p32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7" name="Google Shape;8377;p32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8" name="Google Shape;8378;p32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9" name="Google Shape;8379;p32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0" name="Google Shape;8380;p32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1" name="Google Shape;8381;p32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2" name="Google Shape;8382;p32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3" name="Google Shape;8383;p32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4" name="Google Shape;8384;p32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5" name="Google Shape;8385;p32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6" name="Google Shape;8386;p32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7" name="Google Shape;8387;p32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8" name="Google Shape;8388;p32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9" name="Google Shape;8389;p32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0" name="Google Shape;8390;p32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1" name="Google Shape;8391;p32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2" name="Google Shape;8392;p32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3" name="Google Shape;8393;p32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4" name="Google Shape;8394;p32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5" name="Google Shape;8395;p32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6" name="Google Shape;8396;p32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7" name="Google Shape;8397;p32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8" name="Google Shape;8398;p32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9" name="Google Shape;8399;p32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0" name="Google Shape;8400;p32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1" name="Google Shape;8401;p32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2" name="Google Shape;8402;p32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3" name="Google Shape;8403;p32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4" name="Google Shape;8404;p32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5" name="Google Shape;8405;p32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6" name="Google Shape;8406;p32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7" name="Google Shape;8407;p32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8" name="Google Shape;8408;p32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9" name="Google Shape;8409;p32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0" name="Google Shape;8410;p32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1" name="Google Shape;8411;p32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2" name="Google Shape;8412;p32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3" name="Google Shape;8413;p32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4" name="Google Shape;8414;p32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5" name="Google Shape;8415;p32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6" name="Google Shape;8416;p32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7" name="Google Shape;8417;p32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8" name="Google Shape;8418;p32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9" name="Google Shape;8419;p32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0" name="Google Shape;8420;p32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1" name="Google Shape;8421;p32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2" name="Google Shape;8422;p32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3" name="Google Shape;8423;p32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4" name="Google Shape;8424;p32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5" name="Google Shape;8425;p32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6" name="Google Shape;8426;p32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7" name="Google Shape;8427;p32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8" name="Google Shape;8428;p32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9" name="Google Shape;8429;p32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0" name="Google Shape;8430;p32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1" name="Google Shape;8431;p32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2" name="Google Shape;8432;p32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3" name="Google Shape;8433;p32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4" name="Google Shape;8434;p32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5" name="Google Shape;8435;p32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6" name="Google Shape;8436;p32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7" name="Google Shape;8437;p32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8" name="Google Shape;8438;p32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9" name="Google Shape;8439;p32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0" name="Google Shape;8440;p32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1" name="Google Shape;8441;p32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2" name="Google Shape;8442;p32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3" name="Google Shape;8443;p32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4" name="Google Shape;8444;p32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5" name="Google Shape;8445;p32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6" name="Google Shape;8446;p32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7" name="Google Shape;8447;p32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8" name="Google Shape;8448;p32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9" name="Google Shape;8449;p32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0" name="Google Shape;8450;p32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1" name="Google Shape;8451;p32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2" name="Google Shape;8452;p32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3" name="Google Shape;8453;p32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4" name="Google Shape;8454;p32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5" name="Google Shape;8455;p32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6" name="Google Shape;8456;p32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7" name="Google Shape;8457;p32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8" name="Google Shape;8458;p32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9" name="Google Shape;8459;p32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0" name="Google Shape;8460;p32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1" name="Google Shape;8461;p32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2" name="Google Shape;8462;p32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3" name="Google Shape;8463;p32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4" name="Google Shape;8464;p32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5" name="Google Shape;8465;p32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6" name="Google Shape;8466;p32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7" name="Google Shape;8467;p32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8" name="Google Shape;8468;p32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9" name="Google Shape;8469;p32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0" name="Google Shape;8470;p32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1" name="Google Shape;8471;p32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2" name="Google Shape;8472;p32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3" name="Google Shape;8473;p32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4" name="Google Shape;8474;p32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5" name="Google Shape;8475;p32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6" name="Google Shape;8476;p32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7" name="Google Shape;8477;p32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8" name="Google Shape;8478;p32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479" name="Google Shape;8479;p32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8480" name="Google Shape;8480;p32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1" name="Google Shape;8481;p32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2" name="Google Shape;8482;p32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3" name="Google Shape;8483;p32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4" name="Google Shape;8484;p32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5" name="Google Shape;8485;p32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6" name="Google Shape;8486;p32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7" name="Google Shape;8487;p32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8" name="Google Shape;8488;p32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9" name="Google Shape;8489;p32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0" name="Google Shape;8490;p32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1" name="Google Shape;8491;p32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2" name="Google Shape;8492;p32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3" name="Google Shape;8493;p32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4" name="Google Shape;8494;p32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5" name="Google Shape;8495;p32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6" name="Google Shape;8496;p32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7" name="Google Shape;8497;p32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8" name="Google Shape;8498;p32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9" name="Google Shape;8499;p32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0" name="Google Shape;8500;p32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1" name="Google Shape;8501;p32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2" name="Google Shape;8502;p32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3" name="Google Shape;8503;p32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4" name="Google Shape;8504;p32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5" name="Google Shape;8505;p32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6" name="Google Shape;8506;p32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7" name="Google Shape;8507;p32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8" name="Google Shape;8508;p32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9" name="Google Shape;8509;p32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0" name="Google Shape;8510;p32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1" name="Google Shape;8511;p32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2" name="Google Shape;8512;p32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3" name="Google Shape;8513;p32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4" name="Google Shape;8514;p32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5" name="Google Shape;8515;p32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6" name="Google Shape;8516;p32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7" name="Google Shape;8517;p32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8" name="Google Shape;8518;p32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9" name="Google Shape;8519;p32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0" name="Google Shape;8520;p32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1" name="Google Shape;8521;p32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2" name="Google Shape;8522;p32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3" name="Google Shape;8523;p32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4" name="Google Shape;8524;p32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5" name="Google Shape;8525;p32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6" name="Google Shape;8526;p32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7" name="Google Shape;8527;p32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8" name="Google Shape;8528;p32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9" name="Google Shape;8529;p32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0" name="Google Shape;8530;p32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1" name="Google Shape;8531;p32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2" name="Google Shape;8532;p32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3" name="Google Shape;8533;p32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4" name="Google Shape;8534;p32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5" name="Google Shape;8535;p32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6" name="Google Shape;8536;p32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7" name="Google Shape;8537;p32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8" name="Google Shape;8538;p32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9" name="Google Shape;8539;p32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0" name="Google Shape;8540;p32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1" name="Google Shape;8541;p32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2" name="Google Shape;8542;p32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3" name="Google Shape;8543;p32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4" name="Google Shape;8544;p32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5" name="Google Shape;8545;p32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6" name="Google Shape;8546;p32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7" name="Google Shape;8547;p32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8" name="Google Shape;8548;p32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9" name="Google Shape;8549;p32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0" name="Google Shape;8550;p32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1" name="Google Shape;8551;p32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2" name="Google Shape;8552;p32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3" name="Google Shape;8553;p32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4" name="Google Shape;8554;p32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5" name="Google Shape;8555;p32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6" name="Google Shape;8556;p32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7" name="Google Shape;8557;p32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8" name="Google Shape;8558;p32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9" name="Google Shape;8559;p32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0" name="Google Shape;8560;p32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1" name="Google Shape;8561;p32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2" name="Google Shape;8562;p32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3" name="Google Shape;8563;p32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4" name="Google Shape;8564;p32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5" name="Google Shape;8565;p32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6" name="Google Shape;8566;p32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7" name="Google Shape;8567;p32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8" name="Google Shape;8568;p32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9" name="Google Shape;8569;p32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0" name="Google Shape;8570;p32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1" name="Google Shape;8571;p32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2" name="Google Shape;8572;p32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3" name="Google Shape;8573;p32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4" name="Google Shape;8574;p32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5" name="Google Shape;8575;p32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6" name="Google Shape;8576;p32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7" name="Google Shape;8577;p32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8" name="Google Shape;8578;p32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9" name="Google Shape;8579;p32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0" name="Google Shape;8580;p32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1" name="Google Shape;8581;p32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2" name="Google Shape;8582;p32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3" name="Google Shape;8583;p32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4" name="Google Shape;8584;p32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5" name="Google Shape;8585;p32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6" name="Google Shape;8586;p32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7" name="Google Shape;8587;p32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8" name="Google Shape;8588;p32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9" name="Google Shape;8589;p32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0" name="Google Shape;8590;p32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1" name="Google Shape;8591;p32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2" name="Google Shape;8592;p32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3" name="Google Shape;8593;p32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4" name="Google Shape;8594;p32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5" name="Google Shape;8595;p32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6" name="Google Shape;8596;p32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7" name="Google Shape;8597;p32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8" name="Google Shape;8598;p32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9" name="Google Shape;8599;p32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0" name="Google Shape;8600;p32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1" name="Google Shape;8601;p32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2" name="Google Shape;8602;p32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3" name="Google Shape;8603;p32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4" name="Google Shape;8604;p32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5" name="Google Shape;8605;p32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6" name="Google Shape;8606;p32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7" name="Google Shape;8607;p32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8" name="Google Shape;8608;p32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9" name="Google Shape;8609;p32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0" name="Google Shape;8610;p32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1" name="Google Shape;8611;p32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2" name="Google Shape;8612;p32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3" name="Google Shape;8613;p32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4" name="Google Shape;8614;p32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5" name="Google Shape;8615;p32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2030463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8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17" name="Google Shape;8617;p33"/>
          <p:cNvGrpSpPr/>
          <p:nvPr/>
        </p:nvGrpSpPr>
        <p:grpSpPr>
          <a:xfrm rot="3586291" flipH="1">
            <a:off x="9057065" y="4901484"/>
            <a:ext cx="2737799" cy="1640960"/>
            <a:chOff x="3911500" y="3122300"/>
            <a:chExt cx="597375" cy="358050"/>
          </a:xfrm>
        </p:grpSpPr>
        <p:sp>
          <p:nvSpPr>
            <p:cNvPr id="8618" name="Google Shape;8618;p33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9" name="Google Shape;8619;p33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0" name="Google Shape;8620;p33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1" name="Google Shape;8621;p33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2" name="Google Shape;8622;p33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3" name="Google Shape;8623;p33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4" name="Google Shape;8624;p33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5" name="Google Shape;8625;p33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6" name="Google Shape;8626;p33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7" name="Google Shape;8627;p33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8" name="Google Shape;8628;p33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9" name="Google Shape;8629;p33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0" name="Google Shape;8630;p33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1" name="Google Shape;8631;p33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2" name="Google Shape;8632;p33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3" name="Google Shape;8633;p33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4" name="Google Shape;8634;p33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5" name="Google Shape;8635;p33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6" name="Google Shape;8636;p33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7" name="Google Shape;8637;p33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8" name="Google Shape;8638;p33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9" name="Google Shape;8639;p33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0" name="Google Shape;8640;p33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1" name="Google Shape;8641;p33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2" name="Google Shape;8642;p33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3" name="Google Shape;8643;p33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4" name="Google Shape;8644;p33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5" name="Google Shape;8645;p33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6" name="Google Shape;8646;p33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7" name="Google Shape;8647;p33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8" name="Google Shape;8648;p33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649" name="Google Shape;8649;p33"/>
          <p:cNvGrpSpPr/>
          <p:nvPr/>
        </p:nvGrpSpPr>
        <p:grpSpPr>
          <a:xfrm rot="7213709">
            <a:off x="9113931" y="-275732"/>
            <a:ext cx="2737799" cy="1640960"/>
            <a:chOff x="3911500" y="3122300"/>
            <a:chExt cx="597375" cy="358050"/>
          </a:xfrm>
        </p:grpSpPr>
        <p:sp>
          <p:nvSpPr>
            <p:cNvPr id="8650" name="Google Shape;8650;p33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1" name="Google Shape;8651;p33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2" name="Google Shape;8652;p33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3" name="Google Shape;8653;p33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4" name="Google Shape;8654;p33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5" name="Google Shape;8655;p33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6" name="Google Shape;8656;p33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7" name="Google Shape;8657;p33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8" name="Google Shape;8658;p33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9" name="Google Shape;8659;p33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0" name="Google Shape;8660;p33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1" name="Google Shape;8661;p33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2" name="Google Shape;8662;p33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3" name="Google Shape;8663;p33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4" name="Google Shape;8664;p33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5" name="Google Shape;8665;p33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6" name="Google Shape;8666;p33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7" name="Google Shape;8667;p33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8" name="Google Shape;8668;p33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9" name="Google Shape;8669;p33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0" name="Google Shape;8670;p33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1" name="Google Shape;8671;p33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2" name="Google Shape;8672;p33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3" name="Google Shape;8673;p33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4" name="Google Shape;8674;p33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5" name="Google Shape;8675;p33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6" name="Google Shape;8676;p33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7" name="Google Shape;8677;p33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8" name="Google Shape;8678;p33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9" name="Google Shape;8679;p33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0" name="Google Shape;8680;p33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681" name="Google Shape;8681;p3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682" name="Google Shape;8682;p33"/>
          <p:cNvSpPr txBox="1">
            <a:spLocks noGrp="1"/>
          </p:cNvSpPr>
          <p:nvPr>
            <p:ph type="subTitle" idx="1"/>
          </p:nvPr>
        </p:nvSpPr>
        <p:spPr>
          <a:xfrm>
            <a:off x="960000" y="3006813"/>
            <a:ext cx="3025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83" name="Google Shape;8683;p33"/>
          <p:cNvSpPr txBox="1">
            <a:spLocks noGrp="1"/>
          </p:cNvSpPr>
          <p:nvPr>
            <p:ph type="subTitle" idx="2"/>
          </p:nvPr>
        </p:nvSpPr>
        <p:spPr>
          <a:xfrm>
            <a:off x="4267000" y="3006813"/>
            <a:ext cx="3025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84" name="Google Shape;8684;p33"/>
          <p:cNvSpPr txBox="1">
            <a:spLocks noGrp="1"/>
          </p:cNvSpPr>
          <p:nvPr>
            <p:ph type="subTitle" idx="3"/>
          </p:nvPr>
        </p:nvSpPr>
        <p:spPr>
          <a:xfrm>
            <a:off x="7568167" y="3006813"/>
            <a:ext cx="30192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85" name="Google Shape;8685;p33"/>
          <p:cNvSpPr txBox="1">
            <a:spLocks noGrp="1"/>
          </p:cNvSpPr>
          <p:nvPr>
            <p:ph type="subTitle" idx="4"/>
          </p:nvPr>
        </p:nvSpPr>
        <p:spPr>
          <a:xfrm>
            <a:off x="960000" y="5498267"/>
            <a:ext cx="3025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86" name="Google Shape;8686;p33"/>
          <p:cNvSpPr txBox="1">
            <a:spLocks noGrp="1"/>
          </p:cNvSpPr>
          <p:nvPr>
            <p:ph type="subTitle" idx="5"/>
          </p:nvPr>
        </p:nvSpPr>
        <p:spPr>
          <a:xfrm>
            <a:off x="4267000" y="5498267"/>
            <a:ext cx="3025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87" name="Google Shape;8687;p33"/>
          <p:cNvSpPr txBox="1">
            <a:spLocks noGrp="1"/>
          </p:cNvSpPr>
          <p:nvPr>
            <p:ph type="subTitle" idx="6"/>
          </p:nvPr>
        </p:nvSpPr>
        <p:spPr>
          <a:xfrm>
            <a:off x="7568167" y="5498267"/>
            <a:ext cx="30192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88" name="Google Shape;8688;p33"/>
          <p:cNvSpPr txBox="1">
            <a:spLocks noGrp="1"/>
          </p:cNvSpPr>
          <p:nvPr>
            <p:ph type="subTitle" idx="7"/>
          </p:nvPr>
        </p:nvSpPr>
        <p:spPr>
          <a:xfrm>
            <a:off x="960000" y="2432867"/>
            <a:ext cx="3025600" cy="57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89" name="Google Shape;8689;p33"/>
          <p:cNvSpPr txBox="1">
            <a:spLocks noGrp="1"/>
          </p:cNvSpPr>
          <p:nvPr>
            <p:ph type="subTitle" idx="8"/>
          </p:nvPr>
        </p:nvSpPr>
        <p:spPr>
          <a:xfrm>
            <a:off x="4267000" y="2432867"/>
            <a:ext cx="3025600" cy="57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90" name="Google Shape;8690;p33"/>
          <p:cNvSpPr txBox="1">
            <a:spLocks noGrp="1"/>
          </p:cNvSpPr>
          <p:nvPr>
            <p:ph type="subTitle" idx="9"/>
          </p:nvPr>
        </p:nvSpPr>
        <p:spPr>
          <a:xfrm>
            <a:off x="7568167" y="2432867"/>
            <a:ext cx="3019200" cy="57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91" name="Google Shape;8691;p33"/>
          <p:cNvSpPr txBox="1">
            <a:spLocks noGrp="1"/>
          </p:cNvSpPr>
          <p:nvPr>
            <p:ph type="subTitle" idx="13"/>
          </p:nvPr>
        </p:nvSpPr>
        <p:spPr>
          <a:xfrm>
            <a:off x="960000" y="4918416"/>
            <a:ext cx="3025600" cy="57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92" name="Google Shape;8692;p33"/>
          <p:cNvSpPr txBox="1">
            <a:spLocks noGrp="1"/>
          </p:cNvSpPr>
          <p:nvPr>
            <p:ph type="subTitle" idx="14"/>
          </p:nvPr>
        </p:nvSpPr>
        <p:spPr>
          <a:xfrm>
            <a:off x="4267000" y="4918416"/>
            <a:ext cx="3025600" cy="57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693" name="Google Shape;8693;p33"/>
          <p:cNvSpPr txBox="1">
            <a:spLocks noGrp="1"/>
          </p:cNvSpPr>
          <p:nvPr>
            <p:ph type="subTitle" idx="15"/>
          </p:nvPr>
        </p:nvSpPr>
        <p:spPr>
          <a:xfrm>
            <a:off x="7568167" y="4918416"/>
            <a:ext cx="3019200" cy="57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8694" name="Google Shape;8694;p33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8695" name="Google Shape;8695;p3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6" name="Google Shape;8696;p3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7" name="Google Shape;8697;p3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8" name="Google Shape;8698;p3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9" name="Google Shape;8699;p3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0" name="Google Shape;8700;p3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1" name="Google Shape;8701;p3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2" name="Google Shape;8702;p3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3" name="Google Shape;8703;p3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4" name="Google Shape;8704;p3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5" name="Google Shape;8705;p3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6" name="Google Shape;8706;p3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7" name="Google Shape;8707;p3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8" name="Google Shape;8708;p3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9" name="Google Shape;8709;p3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0" name="Google Shape;8710;p3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1" name="Google Shape;8711;p3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2" name="Google Shape;8712;p3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3" name="Google Shape;8713;p3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4" name="Google Shape;8714;p3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5" name="Google Shape;8715;p3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6" name="Google Shape;8716;p3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7" name="Google Shape;8717;p3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8" name="Google Shape;8718;p3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9" name="Google Shape;8719;p3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0" name="Google Shape;8720;p3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1" name="Google Shape;8721;p3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2" name="Google Shape;8722;p3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3" name="Google Shape;8723;p3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4" name="Google Shape;8724;p3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5" name="Google Shape;8725;p3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6" name="Google Shape;8726;p3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7" name="Google Shape;8727;p3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8" name="Google Shape;8728;p3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9" name="Google Shape;8729;p3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0" name="Google Shape;8730;p3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1" name="Google Shape;8731;p3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2" name="Google Shape;8732;p3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3" name="Google Shape;8733;p3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4" name="Google Shape;8734;p3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5" name="Google Shape;8735;p3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6" name="Google Shape;8736;p3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7" name="Google Shape;8737;p3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8" name="Google Shape;8738;p3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9" name="Google Shape;8739;p3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0" name="Google Shape;8740;p3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1" name="Google Shape;8741;p3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2" name="Google Shape;8742;p3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3" name="Google Shape;8743;p3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4" name="Google Shape;8744;p3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5" name="Google Shape;8745;p3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6" name="Google Shape;8746;p3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7" name="Google Shape;8747;p3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8" name="Google Shape;8748;p3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9" name="Google Shape;8749;p3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0" name="Google Shape;8750;p3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1" name="Google Shape;8751;p3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2" name="Google Shape;8752;p3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3" name="Google Shape;8753;p3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4" name="Google Shape;8754;p3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5" name="Google Shape;8755;p3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6" name="Google Shape;8756;p3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7" name="Google Shape;8757;p3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8" name="Google Shape;8758;p3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9" name="Google Shape;8759;p3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0" name="Google Shape;8760;p3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1" name="Google Shape;8761;p3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2" name="Google Shape;8762;p3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3" name="Google Shape;8763;p3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4" name="Google Shape;8764;p3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5" name="Google Shape;8765;p3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6" name="Google Shape;8766;p3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7" name="Google Shape;8767;p3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8" name="Google Shape;8768;p3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9" name="Google Shape;8769;p3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0" name="Google Shape;8770;p3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1" name="Google Shape;8771;p3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2" name="Google Shape;8772;p3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3" name="Google Shape;8773;p3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4" name="Google Shape;8774;p3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5" name="Google Shape;8775;p3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6" name="Google Shape;8776;p3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7" name="Google Shape;8777;p3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8" name="Google Shape;8778;p3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9" name="Google Shape;8779;p3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0" name="Google Shape;8780;p3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1" name="Google Shape;8781;p3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2" name="Google Shape;8782;p3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3" name="Google Shape;8783;p3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4" name="Google Shape;8784;p3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5" name="Google Shape;8785;p3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6" name="Google Shape;8786;p3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7" name="Google Shape;8787;p3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8" name="Google Shape;8788;p3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9" name="Google Shape;8789;p3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0" name="Google Shape;8790;p3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1" name="Google Shape;8791;p3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2" name="Google Shape;8792;p3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3" name="Google Shape;8793;p3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4" name="Google Shape;8794;p3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5" name="Google Shape;8795;p3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6" name="Google Shape;8796;p3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7" name="Google Shape;8797;p3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8" name="Google Shape;8798;p3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9" name="Google Shape;8799;p3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0" name="Google Shape;8800;p3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1" name="Google Shape;8801;p3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2" name="Google Shape;8802;p3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3" name="Google Shape;8803;p3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4" name="Google Shape;8804;p3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5" name="Google Shape;8805;p3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6" name="Google Shape;8806;p3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7" name="Google Shape;8807;p3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8" name="Google Shape;8808;p3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9" name="Google Shape;8809;p3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0" name="Google Shape;8810;p3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1" name="Google Shape;8811;p3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2" name="Google Shape;8812;p3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3" name="Google Shape;8813;p3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4" name="Google Shape;8814;p3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5" name="Google Shape;8815;p3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6" name="Google Shape;8816;p3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7" name="Google Shape;8817;p3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8" name="Google Shape;8818;p3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9" name="Google Shape;8819;p3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0" name="Google Shape;8820;p3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1" name="Google Shape;8821;p3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2" name="Google Shape;8822;p3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3" name="Google Shape;8823;p3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4" name="Google Shape;8824;p3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5" name="Google Shape;8825;p3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6" name="Google Shape;8826;p3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7" name="Google Shape;8827;p3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8" name="Google Shape;8828;p3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9" name="Google Shape;8829;p3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0" name="Google Shape;8830;p3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31" name="Google Shape;8831;p33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8832" name="Google Shape;8832;p33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3" name="Google Shape;8833;p33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4" name="Google Shape;8834;p33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5" name="Google Shape;8835;p33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6" name="Google Shape;8836;p33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7" name="Google Shape;8837;p33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8" name="Google Shape;8838;p33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9" name="Google Shape;8839;p33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0" name="Google Shape;8840;p33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1" name="Google Shape;8841;p33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2" name="Google Shape;8842;p33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3" name="Google Shape;8843;p33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4" name="Google Shape;8844;p33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5" name="Google Shape;8845;p33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6" name="Google Shape;8846;p33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7" name="Google Shape;8847;p33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8" name="Google Shape;8848;p33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9" name="Google Shape;8849;p33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0" name="Google Shape;8850;p33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1" name="Google Shape;8851;p33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2" name="Google Shape;8852;p33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3" name="Google Shape;8853;p33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4" name="Google Shape;8854;p33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5" name="Google Shape;8855;p33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6" name="Google Shape;8856;p33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7" name="Google Shape;8857;p33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8" name="Google Shape;8858;p33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9" name="Google Shape;8859;p33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0" name="Google Shape;8860;p33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1" name="Google Shape;8861;p33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2" name="Google Shape;8862;p33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3" name="Google Shape;8863;p33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4" name="Google Shape;8864;p33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5" name="Google Shape;8865;p33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6" name="Google Shape;8866;p33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7" name="Google Shape;8867;p33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8" name="Google Shape;8868;p33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9" name="Google Shape;8869;p33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0" name="Google Shape;8870;p33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1" name="Google Shape;8871;p33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2" name="Google Shape;8872;p33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3" name="Google Shape;8873;p33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4" name="Google Shape;8874;p33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5" name="Google Shape;8875;p33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6" name="Google Shape;8876;p33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7" name="Google Shape;8877;p33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8" name="Google Shape;8878;p33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9" name="Google Shape;8879;p33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0" name="Google Shape;8880;p33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1" name="Google Shape;8881;p33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2" name="Google Shape;8882;p33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3" name="Google Shape;8883;p33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4" name="Google Shape;8884;p33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5" name="Google Shape;8885;p33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6" name="Google Shape;8886;p33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7" name="Google Shape;8887;p33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8" name="Google Shape;8888;p33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9" name="Google Shape;8889;p33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0" name="Google Shape;8890;p33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1" name="Google Shape;8891;p33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2" name="Google Shape;8892;p33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3" name="Google Shape;8893;p33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4" name="Google Shape;8894;p33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5" name="Google Shape;8895;p33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6" name="Google Shape;8896;p33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7" name="Google Shape;8897;p33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8" name="Google Shape;8898;p33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9" name="Google Shape;8899;p33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0" name="Google Shape;8900;p33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1" name="Google Shape;8901;p33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2" name="Google Shape;8902;p33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3" name="Google Shape;8903;p33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4" name="Google Shape;8904;p33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5" name="Google Shape;8905;p33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6" name="Google Shape;8906;p33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7" name="Google Shape;8907;p33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8" name="Google Shape;8908;p33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9" name="Google Shape;8909;p33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0" name="Google Shape;8910;p33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1" name="Google Shape;8911;p33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2" name="Google Shape;8912;p33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3" name="Google Shape;8913;p33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4" name="Google Shape;8914;p33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5" name="Google Shape;8915;p33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6" name="Google Shape;8916;p33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7" name="Google Shape;8917;p33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8" name="Google Shape;8918;p33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9" name="Google Shape;8919;p33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0" name="Google Shape;8920;p33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1" name="Google Shape;8921;p33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2" name="Google Shape;8922;p33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3" name="Google Shape;8923;p33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4" name="Google Shape;8924;p33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5" name="Google Shape;8925;p33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6" name="Google Shape;8926;p33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7" name="Google Shape;8927;p33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8" name="Google Shape;8928;p33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9" name="Google Shape;8929;p33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0" name="Google Shape;8930;p33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1" name="Google Shape;8931;p33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2" name="Google Shape;8932;p33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3" name="Google Shape;8933;p33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4" name="Google Shape;8934;p33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5" name="Google Shape;8935;p33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6" name="Google Shape;8936;p33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7" name="Google Shape;8937;p33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8" name="Google Shape;8938;p33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9" name="Google Shape;8939;p33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0" name="Google Shape;8940;p33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1" name="Google Shape;8941;p33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2" name="Google Shape;8942;p33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3" name="Google Shape;8943;p33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4" name="Google Shape;8944;p33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5" name="Google Shape;8945;p33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6" name="Google Shape;8946;p33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7" name="Google Shape;8947;p33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8" name="Google Shape;8948;p33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9" name="Google Shape;8949;p33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0" name="Google Shape;8950;p33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1" name="Google Shape;8951;p33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2" name="Google Shape;8952;p33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3" name="Google Shape;8953;p33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4" name="Google Shape;8954;p33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5" name="Google Shape;8955;p33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6" name="Google Shape;8956;p33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7" name="Google Shape;8957;p33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8" name="Google Shape;8958;p33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9" name="Google Shape;8959;p33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0" name="Google Shape;8960;p33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1" name="Google Shape;8961;p33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2" name="Google Shape;8962;p33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3" name="Google Shape;8963;p33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4" name="Google Shape;8964;p33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5" name="Google Shape;8965;p33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6" name="Google Shape;8966;p33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7" name="Google Shape;8967;p33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9649253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8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69" name="Google Shape;8969;p34"/>
          <p:cNvGrpSpPr/>
          <p:nvPr/>
        </p:nvGrpSpPr>
        <p:grpSpPr>
          <a:xfrm rot="-5138900">
            <a:off x="6006125" y="-1177983"/>
            <a:ext cx="1158707" cy="2256236"/>
            <a:chOff x="4928950" y="2923850"/>
            <a:chExt cx="434675" cy="846400"/>
          </a:xfrm>
        </p:grpSpPr>
        <p:sp>
          <p:nvSpPr>
            <p:cNvPr id="8970" name="Google Shape;8970;p34"/>
            <p:cNvSpPr/>
            <p:nvPr/>
          </p:nvSpPr>
          <p:spPr>
            <a:xfrm>
              <a:off x="5082575" y="2939475"/>
              <a:ext cx="264375" cy="819350"/>
            </a:xfrm>
            <a:custGeom>
              <a:avLst/>
              <a:gdLst/>
              <a:ahLst/>
              <a:cxnLst/>
              <a:rect l="l" t="t" r="r" b="b"/>
              <a:pathLst>
                <a:path w="10575" h="32774" extrusionOk="0">
                  <a:moveTo>
                    <a:pt x="9954" y="1"/>
                  </a:moveTo>
                  <a:cubicBezTo>
                    <a:pt x="9951" y="1"/>
                    <a:pt x="9948" y="1"/>
                    <a:pt x="9944" y="1"/>
                  </a:cubicBezTo>
                  <a:cubicBezTo>
                    <a:pt x="8514" y="134"/>
                    <a:pt x="7216" y="1379"/>
                    <a:pt x="6215" y="2317"/>
                  </a:cubicBezTo>
                  <a:cubicBezTo>
                    <a:pt x="5024" y="3431"/>
                    <a:pt x="3982" y="4689"/>
                    <a:pt x="3111" y="6066"/>
                  </a:cubicBezTo>
                  <a:cubicBezTo>
                    <a:pt x="1361" y="8838"/>
                    <a:pt x="306" y="12041"/>
                    <a:pt x="117" y="15315"/>
                  </a:cubicBezTo>
                  <a:cubicBezTo>
                    <a:pt x="0" y="17331"/>
                    <a:pt x="200" y="19354"/>
                    <a:pt x="552" y="21337"/>
                  </a:cubicBezTo>
                  <a:cubicBezTo>
                    <a:pt x="878" y="23170"/>
                    <a:pt x="1314" y="24926"/>
                    <a:pt x="2352" y="26497"/>
                  </a:cubicBezTo>
                  <a:cubicBezTo>
                    <a:pt x="4162" y="29235"/>
                    <a:pt x="6933" y="31949"/>
                    <a:pt x="10194" y="32765"/>
                  </a:cubicBezTo>
                  <a:cubicBezTo>
                    <a:pt x="10218" y="32771"/>
                    <a:pt x="10241" y="32773"/>
                    <a:pt x="10263" y="32773"/>
                  </a:cubicBezTo>
                  <a:cubicBezTo>
                    <a:pt x="10494" y="32773"/>
                    <a:pt x="10574" y="32458"/>
                    <a:pt x="10340" y="32342"/>
                  </a:cubicBezTo>
                  <a:cubicBezTo>
                    <a:pt x="7369" y="30862"/>
                    <a:pt x="4505" y="28742"/>
                    <a:pt x="2675" y="25924"/>
                  </a:cubicBezTo>
                  <a:cubicBezTo>
                    <a:pt x="1677" y="24387"/>
                    <a:pt x="1294" y="22624"/>
                    <a:pt x="992" y="20841"/>
                  </a:cubicBezTo>
                  <a:cubicBezTo>
                    <a:pt x="669" y="18965"/>
                    <a:pt x="502" y="17055"/>
                    <a:pt x="622" y="15152"/>
                  </a:cubicBezTo>
                  <a:cubicBezTo>
                    <a:pt x="822" y="12035"/>
                    <a:pt x="1870" y="8994"/>
                    <a:pt x="3557" y="6369"/>
                  </a:cubicBezTo>
                  <a:cubicBezTo>
                    <a:pt x="4348" y="5125"/>
                    <a:pt x="5283" y="3980"/>
                    <a:pt x="6341" y="2949"/>
                  </a:cubicBezTo>
                  <a:cubicBezTo>
                    <a:pt x="7386" y="1934"/>
                    <a:pt x="8657" y="757"/>
                    <a:pt x="10011" y="194"/>
                  </a:cubicBezTo>
                  <a:cubicBezTo>
                    <a:pt x="10124" y="146"/>
                    <a:pt x="10055" y="1"/>
                    <a:pt x="99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1" name="Google Shape;8971;p34"/>
            <p:cNvSpPr/>
            <p:nvPr/>
          </p:nvSpPr>
          <p:spPr>
            <a:xfrm>
              <a:off x="5139625" y="2978525"/>
              <a:ext cx="201700" cy="684825"/>
            </a:xfrm>
            <a:custGeom>
              <a:avLst/>
              <a:gdLst/>
              <a:ahLst/>
              <a:cxnLst/>
              <a:rect l="l" t="t" r="r" b="b"/>
              <a:pathLst>
                <a:path w="8068" h="27393" extrusionOk="0">
                  <a:moveTo>
                    <a:pt x="7821" y="0"/>
                  </a:moveTo>
                  <a:cubicBezTo>
                    <a:pt x="7784" y="0"/>
                    <a:pt x="7746" y="13"/>
                    <a:pt x="7709" y="43"/>
                  </a:cubicBezTo>
                  <a:cubicBezTo>
                    <a:pt x="3567" y="3393"/>
                    <a:pt x="672" y="8427"/>
                    <a:pt x="320" y="13796"/>
                  </a:cubicBezTo>
                  <a:cubicBezTo>
                    <a:pt x="0" y="18624"/>
                    <a:pt x="2006" y="24765"/>
                    <a:pt x="6361" y="27357"/>
                  </a:cubicBezTo>
                  <a:cubicBezTo>
                    <a:pt x="6403" y="27382"/>
                    <a:pt x="6446" y="27393"/>
                    <a:pt x="6488" y="27393"/>
                  </a:cubicBezTo>
                  <a:cubicBezTo>
                    <a:pt x="6672" y="27393"/>
                    <a:pt x="6827" y="27175"/>
                    <a:pt x="6677" y="27004"/>
                  </a:cubicBezTo>
                  <a:cubicBezTo>
                    <a:pt x="5004" y="25118"/>
                    <a:pt x="3334" y="23314"/>
                    <a:pt x="2273" y="20989"/>
                  </a:cubicBezTo>
                  <a:cubicBezTo>
                    <a:pt x="1235" y="18713"/>
                    <a:pt x="829" y="16175"/>
                    <a:pt x="1018" y="13683"/>
                  </a:cubicBezTo>
                  <a:cubicBezTo>
                    <a:pt x="1414" y="8506"/>
                    <a:pt x="4229" y="3822"/>
                    <a:pt x="7938" y="306"/>
                  </a:cubicBezTo>
                  <a:cubicBezTo>
                    <a:pt x="8067" y="182"/>
                    <a:pt x="7959" y="0"/>
                    <a:pt x="7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2" name="Google Shape;8972;p34"/>
            <p:cNvSpPr/>
            <p:nvPr/>
          </p:nvSpPr>
          <p:spPr>
            <a:xfrm>
              <a:off x="4928950" y="2923850"/>
              <a:ext cx="434675" cy="846400"/>
            </a:xfrm>
            <a:custGeom>
              <a:avLst/>
              <a:gdLst/>
              <a:ahLst/>
              <a:cxnLst/>
              <a:rect l="l" t="t" r="r" b="b"/>
              <a:pathLst>
                <a:path w="17387" h="33856" extrusionOk="0">
                  <a:moveTo>
                    <a:pt x="16328" y="0"/>
                  </a:moveTo>
                  <a:cubicBezTo>
                    <a:pt x="16299" y="0"/>
                    <a:pt x="16268" y="7"/>
                    <a:pt x="16236" y="24"/>
                  </a:cubicBezTo>
                  <a:cubicBezTo>
                    <a:pt x="12672" y="1847"/>
                    <a:pt x="9522" y="4326"/>
                    <a:pt x="6744" y="7200"/>
                  </a:cubicBezTo>
                  <a:cubicBezTo>
                    <a:pt x="4462" y="9559"/>
                    <a:pt x="2349" y="12360"/>
                    <a:pt x="1494" y="15581"/>
                  </a:cubicBezTo>
                  <a:cubicBezTo>
                    <a:pt x="672" y="18675"/>
                    <a:pt x="1368" y="21922"/>
                    <a:pt x="2845" y="24710"/>
                  </a:cubicBezTo>
                  <a:cubicBezTo>
                    <a:pt x="4232" y="27325"/>
                    <a:pt x="6195" y="29597"/>
                    <a:pt x="8690" y="31204"/>
                  </a:cubicBezTo>
                  <a:cubicBezTo>
                    <a:pt x="9918" y="31996"/>
                    <a:pt x="11239" y="32631"/>
                    <a:pt x="12626" y="33093"/>
                  </a:cubicBezTo>
                  <a:cubicBezTo>
                    <a:pt x="13602" y="33413"/>
                    <a:pt x="14869" y="33855"/>
                    <a:pt x="15989" y="33855"/>
                  </a:cubicBezTo>
                  <a:cubicBezTo>
                    <a:pt x="16267" y="33855"/>
                    <a:pt x="16535" y="33828"/>
                    <a:pt x="16788" y="33765"/>
                  </a:cubicBezTo>
                  <a:cubicBezTo>
                    <a:pt x="17317" y="33636"/>
                    <a:pt x="17387" y="32897"/>
                    <a:pt x="16864" y="32701"/>
                  </a:cubicBezTo>
                  <a:cubicBezTo>
                    <a:pt x="16142" y="32428"/>
                    <a:pt x="15381" y="32475"/>
                    <a:pt x="14625" y="32345"/>
                  </a:cubicBezTo>
                  <a:cubicBezTo>
                    <a:pt x="13887" y="32215"/>
                    <a:pt x="13158" y="32022"/>
                    <a:pt x="12453" y="31776"/>
                  </a:cubicBezTo>
                  <a:cubicBezTo>
                    <a:pt x="10969" y="31267"/>
                    <a:pt x="9568" y="30548"/>
                    <a:pt x="8294" y="29640"/>
                  </a:cubicBezTo>
                  <a:cubicBezTo>
                    <a:pt x="3314" y="26110"/>
                    <a:pt x="0" y="19836"/>
                    <a:pt x="2698" y="13857"/>
                  </a:cubicBezTo>
                  <a:cubicBezTo>
                    <a:pt x="4013" y="10940"/>
                    <a:pt x="6301" y="8498"/>
                    <a:pt x="8610" y="6335"/>
                  </a:cubicBezTo>
                  <a:cubicBezTo>
                    <a:pt x="10999" y="4100"/>
                    <a:pt x="13664" y="2150"/>
                    <a:pt x="16409" y="373"/>
                  </a:cubicBezTo>
                  <a:lnTo>
                    <a:pt x="16405" y="373"/>
                  </a:lnTo>
                  <a:cubicBezTo>
                    <a:pt x="16582" y="262"/>
                    <a:pt x="16497" y="0"/>
                    <a:pt x="16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973" name="Google Shape;8973;p34"/>
          <p:cNvSpPr txBox="1">
            <a:spLocks noGrp="1"/>
          </p:cNvSpPr>
          <p:nvPr>
            <p:ph type="title" hasCustomPrompt="1"/>
          </p:nvPr>
        </p:nvSpPr>
        <p:spPr>
          <a:xfrm>
            <a:off x="953500" y="720000"/>
            <a:ext cx="6334400" cy="110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8974" name="Google Shape;8974;p34"/>
          <p:cNvSpPr txBox="1">
            <a:spLocks noGrp="1"/>
          </p:cNvSpPr>
          <p:nvPr>
            <p:ph type="subTitle" idx="1"/>
          </p:nvPr>
        </p:nvSpPr>
        <p:spPr>
          <a:xfrm>
            <a:off x="953467" y="1824400"/>
            <a:ext cx="6334400" cy="39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975" name="Google Shape;8975;p34"/>
          <p:cNvSpPr txBox="1">
            <a:spLocks noGrp="1"/>
          </p:cNvSpPr>
          <p:nvPr>
            <p:ph type="title" idx="2" hasCustomPrompt="1"/>
          </p:nvPr>
        </p:nvSpPr>
        <p:spPr>
          <a:xfrm>
            <a:off x="953467" y="2634121"/>
            <a:ext cx="6334400" cy="110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8976" name="Google Shape;8976;p34"/>
          <p:cNvSpPr txBox="1">
            <a:spLocks noGrp="1"/>
          </p:cNvSpPr>
          <p:nvPr>
            <p:ph type="subTitle" idx="3"/>
          </p:nvPr>
        </p:nvSpPr>
        <p:spPr>
          <a:xfrm>
            <a:off x="953467" y="3738531"/>
            <a:ext cx="6334400" cy="39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8977" name="Google Shape;8977;p34"/>
          <p:cNvSpPr txBox="1">
            <a:spLocks noGrp="1"/>
          </p:cNvSpPr>
          <p:nvPr>
            <p:ph type="title" idx="4" hasCustomPrompt="1"/>
          </p:nvPr>
        </p:nvSpPr>
        <p:spPr>
          <a:xfrm>
            <a:off x="953467" y="4548261"/>
            <a:ext cx="6334400" cy="110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8978" name="Google Shape;8978;p34"/>
          <p:cNvSpPr txBox="1">
            <a:spLocks noGrp="1"/>
          </p:cNvSpPr>
          <p:nvPr>
            <p:ph type="subTitle" idx="5"/>
          </p:nvPr>
        </p:nvSpPr>
        <p:spPr>
          <a:xfrm>
            <a:off x="953467" y="5652667"/>
            <a:ext cx="6334400" cy="39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8979" name="Google Shape;8979;p34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8980" name="Google Shape;8980;p3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1" name="Google Shape;8981;p3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2" name="Google Shape;8982;p3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3" name="Google Shape;8983;p3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4" name="Google Shape;8984;p3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5" name="Google Shape;8985;p3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6" name="Google Shape;8986;p3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7" name="Google Shape;8987;p3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8" name="Google Shape;8988;p3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9" name="Google Shape;8989;p3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0" name="Google Shape;8990;p3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1" name="Google Shape;8991;p3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2" name="Google Shape;8992;p3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3" name="Google Shape;8993;p3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4" name="Google Shape;8994;p3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5" name="Google Shape;8995;p3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6" name="Google Shape;8996;p3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7" name="Google Shape;8997;p3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8" name="Google Shape;8998;p3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9" name="Google Shape;8999;p3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0" name="Google Shape;9000;p3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1" name="Google Shape;9001;p3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2" name="Google Shape;9002;p3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3" name="Google Shape;9003;p3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4" name="Google Shape;9004;p3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5" name="Google Shape;9005;p3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6" name="Google Shape;9006;p3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7" name="Google Shape;9007;p3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8" name="Google Shape;9008;p3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9" name="Google Shape;9009;p3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0" name="Google Shape;9010;p3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1" name="Google Shape;9011;p3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2" name="Google Shape;9012;p3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3" name="Google Shape;9013;p3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4" name="Google Shape;9014;p3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5" name="Google Shape;9015;p3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6" name="Google Shape;9016;p3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7" name="Google Shape;9017;p3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8" name="Google Shape;9018;p3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9" name="Google Shape;9019;p3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0" name="Google Shape;9020;p3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1" name="Google Shape;9021;p3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2" name="Google Shape;9022;p3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3" name="Google Shape;9023;p3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4" name="Google Shape;9024;p3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5" name="Google Shape;9025;p3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6" name="Google Shape;9026;p3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7" name="Google Shape;9027;p3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8" name="Google Shape;9028;p3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9" name="Google Shape;9029;p3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0" name="Google Shape;9030;p3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1" name="Google Shape;9031;p3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2" name="Google Shape;9032;p3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3" name="Google Shape;9033;p3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4" name="Google Shape;9034;p3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5" name="Google Shape;9035;p3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6" name="Google Shape;9036;p3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7" name="Google Shape;9037;p3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8" name="Google Shape;9038;p3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9" name="Google Shape;9039;p3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0" name="Google Shape;9040;p3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1" name="Google Shape;9041;p3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2" name="Google Shape;9042;p3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3" name="Google Shape;9043;p3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4" name="Google Shape;9044;p3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5" name="Google Shape;9045;p3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6" name="Google Shape;9046;p3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7" name="Google Shape;9047;p3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8" name="Google Shape;9048;p3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9" name="Google Shape;9049;p3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0" name="Google Shape;9050;p3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1" name="Google Shape;9051;p3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2" name="Google Shape;9052;p3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3" name="Google Shape;9053;p3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4" name="Google Shape;9054;p3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5" name="Google Shape;9055;p3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6" name="Google Shape;9056;p3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7" name="Google Shape;9057;p3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8" name="Google Shape;9058;p3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9" name="Google Shape;9059;p3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0" name="Google Shape;9060;p3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1" name="Google Shape;9061;p3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2" name="Google Shape;9062;p3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3" name="Google Shape;9063;p3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4" name="Google Shape;9064;p3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5" name="Google Shape;9065;p3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6" name="Google Shape;9066;p3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7" name="Google Shape;9067;p3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8" name="Google Shape;9068;p3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9" name="Google Shape;9069;p3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0" name="Google Shape;9070;p3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1" name="Google Shape;9071;p3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2" name="Google Shape;9072;p3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3" name="Google Shape;9073;p3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4" name="Google Shape;9074;p3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5" name="Google Shape;9075;p3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6" name="Google Shape;9076;p3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7" name="Google Shape;9077;p3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8" name="Google Shape;9078;p3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9" name="Google Shape;9079;p3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0" name="Google Shape;9080;p3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1" name="Google Shape;9081;p3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2" name="Google Shape;9082;p3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3" name="Google Shape;9083;p3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4" name="Google Shape;9084;p3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5" name="Google Shape;9085;p3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6" name="Google Shape;9086;p3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7" name="Google Shape;9087;p3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8" name="Google Shape;9088;p3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9" name="Google Shape;9089;p3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0" name="Google Shape;9090;p3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1" name="Google Shape;9091;p3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2" name="Google Shape;9092;p3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3" name="Google Shape;9093;p3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4" name="Google Shape;9094;p3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5" name="Google Shape;9095;p3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6" name="Google Shape;9096;p3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7" name="Google Shape;9097;p3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8" name="Google Shape;9098;p3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9" name="Google Shape;9099;p3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0" name="Google Shape;9100;p3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1" name="Google Shape;9101;p3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2" name="Google Shape;9102;p3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3" name="Google Shape;9103;p3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4" name="Google Shape;9104;p3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5" name="Google Shape;9105;p3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6" name="Google Shape;9106;p3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7" name="Google Shape;9107;p3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8" name="Google Shape;9108;p3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9" name="Google Shape;9109;p3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0" name="Google Shape;9110;p3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1" name="Google Shape;9111;p3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2" name="Google Shape;9112;p3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3" name="Google Shape;9113;p3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4" name="Google Shape;9114;p3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5" name="Google Shape;9115;p3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116" name="Google Shape;9116;p34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9117" name="Google Shape;9117;p34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8" name="Google Shape;9118;p34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9" name="Google Shape;9119;p34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0" name="Google Shape;9120;p34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1" name="Google Shape;9121;p34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2" name="Google Shape;9122;p34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3" name="Google Shape;9123;p34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4" name="Google Shape;9124;p34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5" name="Google Shape;9125;p34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6" name="Google Shape;9126;p34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7" name="Google Shape;9127;p34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8" name="Google Shape;9128;p34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9" name="Google Shape;9129;p34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0" name="Google Shape;9130;p34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1" name="Google Shape;9131;p34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2" name="Google Shape;9132;p34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3" name="Google Shape;9133;p34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4" name="Google Shape;9134;p34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5" name="Google Shape;9135;p34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6" name="Google Shape;9136;p34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7" name="Google Shape;9137;p34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8" name="Google Shape;9138;p34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9" name="Google Shape;9139;p34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0" name="Google Shape;9140;p34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1" name="Google Shape;9141;p34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2" name="Google Shape;9142;p34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3" name="Google Shape;9143;p34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4" name="Google Shape;9144;p34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5" name="Google Shape;9145;p34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6" name="Google Shape;9146;p34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7" name="Google Shape;9147;p34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8" name="Google Shape;9148;p34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9" name="Google Shape;9149;p34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0" name="Google Shape;9150;p34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1" name="Google Shape;9151;p34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2" name="Google Shape;9152;p34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3" name="Google Shape;9153;p34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4" name="Google Shape;9154;p34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5" name="Google Shape;9155;p34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6" name="Google Shape;9156;p34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7" name="Google Shape;9157;p34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8" name="Google Shape;9158;p34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9" name="Google Shape;9159;p34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0" name="Google Shape;9160;p34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1" name="Google Shape;9161;p34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2" name="Google Shape;9162;p34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3" name="Google Shape;9163;p34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4" name="Google Shape;9164;p34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5" name="Google Shape;9165;p34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6" name="Google Shape;9166;p34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7" name="Google Shape;9167;p34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8" name="Google Shape;9168;p34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9" name="Google Shape;9169;p34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0" name="Google Shape;9170;p34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1" name="Google Shape;9171;p34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2" name="Google Shape;9172;p34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3" name="Google Shape;9173;p34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4" name="Google Shape;9174;p34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5" name="Google Shape;9175;p34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6" name="Google Shape;9176;p34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7" name="Google Shape;9177;p34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8" name="Google Shape;9178;p34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9" name="Google Shape;9179;p34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0" name="Google Shape;9180;p34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1" name="Google Shape;9181;p34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2" name="Google Shape;9182;p34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3" name="Google Shape;9183;p34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4" name="Google Shape;9184;p34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5" name="Google Shape;9185;p34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6" name="Google Shape;9186;p34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7" name="Google Shape;9187;p34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8" name="Google Shape;9188;p34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9" name="Google Shape;9189;p34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0" name="Google Shape;9190;p34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1" name="Google Shape;9191;p34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2" name="Google Shape;9192;p34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3" name="Google Shape;9193;p34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4" name="Google Shape;9194;p34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5" name="Google Shape;9195;p34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6" name="Google Shape;9196;p34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7" name="Google Shape;9197;p34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8" name="Google Shape;9198;p34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9" name="Google Shape;9199;p34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0" name="Google Shape;9200;p34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1" name="Google Shape;9201;p34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2" name="Google Shape;9202;p34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3" name="Google Shape;9203;p34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4" name="Google Shape;9204;p34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5" name="Google Shape;9205;p34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6" name="Google Shape;9206;p34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7" name="Google Shape;9207;p34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8" name="Google Shape;9208;p34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9" name="Google Shape;9209;p34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0" name="Google Shape;9210;p34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1" name="Google Shape;9211;p34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2" name="Google Shape;9212;p34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3" name="Google Shape;9213;p34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4" name="Google Shape;9214;p34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5" name="Google Shape;9215;p34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6" name="Google Shape;9216;p34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7" name="Google Shape;9217;p34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8" name="Google Shape;9218;p34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9" name="Google Shape;9219;p34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0" name="Google Shape;9220;p34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1" name="Google Shape;9221;p34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2" name="Google Shape;9222;p34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3" name="Google Shape;9223;p34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4" name="Google Shape;9224;p34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5" name="Google Shape;9225;p34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6" name="Google Shape;9226;p34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7" name="Google Shape;9227;p34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8" name="Google Shape;9228;p34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9" name="Google Shape;9229;p34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0" name="Google Shape;9230;p34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1" name="Google Shape;9231;p34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2" name="Google Shape;9232;p34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3" name="Google Shape;9233;p34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4" name="Google Shape;9234;p34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5" name="Google Shape;9235;p34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6" name="Google Shape;9236;p34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7" name="Google Shape;9237;p34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8" name="Google Shape;9238;p34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9" name="Google Shape;9239;p34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0" name="Google Shape;9240;p34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1" name="Google Shape;9241;p34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2" name="Google Shape;9242;p34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3" name="Google Shape;9243;p34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4" name="Google Shape;9244;p34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5" name="Google Shape;9245;p34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6" name="Google Shape;9246;p34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7" name="Google Shape;9247;p34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8" name="Google Shape;9248;p34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9" name="Google Shape;9249;p34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0" name="Google Shape;9250;p34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1" name="Google Shape;9251;p34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2" name="Google Shape;9252;p34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8154559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9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54" name="Google Shape;9254;p35"/>
          <p:cNvGrpSpPr/>
          <p:nvPr/>
        </p:nvGrpSpPr>
        <p:grpSpPr>
          <a:xfrm rot="10167469">
            <a:off x="7356307" y="-1089888"/>
            <a:ext cx="3293175" cy="2619247"/>
            <a:chOff x="2173200" y="3006475"/>
            <a:chExt cx="883975" cy="703075"/>
          </a:xfrm>
        </p:grpSpPr>
        <p:sp>
          <p:nvSpPr>
            <p:cNvPr id="9255" name="Google Shape;9255;p35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6" name="Google Shape;9256;p35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7" name="Google Shape;9257;p35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8" name="Google Shape;9258;p35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259" name="Google Shape;9259;p35"/>
          <p:cNvSpPr txBox="1">
            <a:spLocks noGrp="1"/>
          </p:cNvSpPr>
          <p:nvPr>
            <p:ph type="title" hasCustomPrompt="1"/>
          </p:nvPr>
        </p:nvSpPr>
        <p:spPr>
          <a:xfrm>
            <a:off x="942167" y="3267633"/>
            <a:ext cx="3115200" cy="8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4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9260" name="Google Shape;9260;p35"/>
          <p:cNvSpPr txBox="1">
            <a:spLocks noGrp="1"/>
          </p:cNvSpPr>
          <p:nvPr>
            <p:ph type="subTitle" idx="1"/>
          </p:nvPr>
        </p:nvSpPr>
        <p:spPr>
          <a:xfrm>
            <a:off x="942167" y="4724067"/>
            <a:ext cx="3115200" cy="93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261" name="Google Shape;9261;p35"/>
          <p:cNvSpPr txBox="1">
            <a:spLocks noGrp="1"/>
          </p:cNvSpPr>
          <p:nvPr>
            <p:ph type="title" idx="2" hasCustomPrompt="1"/>
          </p:nvPr>
        </p:nvSpPr>
        <p:spPr>
          <a:xfrm>
            <a:off x="8134700" y="3274469"/>
            <a:ext cx="3115200" cy="8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4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9262" name="Google Shape;9262;p35"/>
          <p:cNvSpPr txBox="1">
            <a:spLocks noGrp="1"/>
          </p:cNvSpPr>
          <p:nvPr>
            <p:ph type="subTitle" idx="3"/>
          </p:nvPr>
        </p:nvSpPr>
        <p:spPr>
          <a:xfrm>
            <a:off x="8134700" y="4724067"/>
            <a:ext cx="3115200" cy="93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263" name="Google Shape;9263;p35"/>
          <p:cNvSpPr txBox="1">
            <a:spLocks noGrp="1"/>
          </p:cNvSpPr>
          <p:nvPr>
            <p:ph type="title" idx="4" hasCustomPrompt="1"/>
          </p:nvPr>
        </p:nvSpPr>
        <p:spPr>
          <a:xfrm>
            <a:off x="4538433" y="3267600"/>
            <a:ext cx="3115200" cy="8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4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9264" name="Google Shape;9264;p35"/>
          <p:cNvSpPr txBox="1">
            <a:spLocks noGrp="1"/>
          </p:cNvSpPr>
          <p:nvPr>
            <p:ph type="subTitle" idx="5"/>
          </p:nvPr>
        </p:nvSpPr>
        <p:spPr>
          <a:xfrm>
            <a:off x="4538417" y="4724067"/>
            <a:ext cx="3115200" cy="93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265" name="Google Shape;9265;p35"/>
          <p:cNvSpPr txBox="1">
            <a:spLocks noGrp="1"/>
          </p:cNvSpPr>
          <p:nvPr>
            <p:ph type="subTitle" idx="6"/>
          </p:nvPr>
        </p:nvSpPr>
        <p:spPr>
          <a:xfrm>
            <a:off x="942167" y="4130467"/>
            <a:ext cx="3115200" cy="59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266" name="Google Shape;9266;p35"/>
          <p:cNvSpPr txBox="1">
            <a:spLocks noGrp="1"/>
          </p:cNvSpPr>
          <p:nvPr>
            <p:ph type="subTitle" idx="7"/>
          </p:nvPr>
        </p:nvSpPr>
        <p:spPr>
          <a:xfrm>
            <a:off x="4538417" y="4130467"/>
            <a:ext cx="3115200" cy="59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267" name="Google Shape;9267;p35"/>
          <p:cNvSpPr txBox="1">
            <a:spLocks noGrp="1"/>
          </p:cNvSpPr>
          <p:nvPr>
            <p:ph type="subTitle" idx="8"/>
          </p:nvPr>
        </p:nvSpPr>
        <p:spPr>
          <a:xfrm>
            <a:off x="8134700" y="4130467"/>
            <a:ext cx="3115200" cy="59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lt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268" name="Google Shape;9268;p35"/>
          <p:cNvSpPr txBox="1">
            <a:spLocks noGrp="1"/>
          </p:cNvSpPr>
          <p:nvPr>
            <p:ph type="title" idx="9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9269" name="Google Shape;9269;p35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9270" name="Google Shape;9270;p3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1" name="Google Shape;9271;p3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2" name="Google Shape;9272;p3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3" name="Google Shape;9273;p3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4" name="Google Shape;9274;p3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5" name="Google Shape;9275;p3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6" name="Google Shape;9276;p3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7" name="Google Shape;9277;p3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8" name="Google Shape;9278;p3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9" name="Google Shape;9279;p3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0" name="Google Shape;9280;p3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1" name="Google Shape;9281;p3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2" name="Google Shape;9282;p3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3" name="Google Shape;9283;p3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4" name="Google Shape;9284;p3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5" name="Google Shape;9285;p3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6" name="Google Shape;9286;p3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7" name="Google Shape;9287;p3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8" name="Google Shape;9288;p3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9" name="Google Shape;9289;p3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0" name="Google Shape;9290;p3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1" name="Google Shape;9291;p3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2" name="Google Shape;9292;p3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3" name="Google Shape;9293;p3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4" name="Google Shape;9294;p3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5" name="Google Shape;9295;p3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6" name="Google Shape;9296;p3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7" name="Google Shape;9297;p3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8" name="Google Shape;9298;p3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9" name="Google Shape;9299;p3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0" name="Google Shape;9300;p3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1" name="Google Shape;9301;p3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2" name="Google Shape;9302;p3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3" name="Google Shape;9303;p3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4" name="Google Shape;9304;p3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5" name="Google Shape;9305;p3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6" name="Google Shape;9306;p3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7" name="Google Shape;9307;p3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8" name="Google Shape;9308;p3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9" name="Google Shape;9309;p3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0" name="Google Shape;9310;p3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1" name="Google Shape;9311;p3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2" name="Google Shape;9312;p3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3" name="Google Shape;9313;p3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4" name="Google Shape;9314;p3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5" name="Google Shape;9315;p3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6" name="Google Shape;9316;p3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7" name="Google Shape;9317;p3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8" name="Google Shape;9318;p3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9" name="Google Shape;9319;p3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0" name="Google Shape;9320;p3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1" name="Google Shape;9321;p3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2" name="Google Shape;9322;p3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3" name="Google Shape;9323;p3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4" name="Google Shape;9324;p3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5" name="Google Shape;9325;p3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6" name="Google Shape;9326;p3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7" name="Google Shape;9327;p3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8" name="Google Shape;9328;p3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9" name="Google Shape;9329;p3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0" name="Google Shape;9330;p3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1" name="Google Shape;9331;p3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2" name="Google Shape;9332;p3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3" name="Google Shape;9333;p3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4" name="Google Shape;9334;p3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5" name="Google Shape;9335;p3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6" name="Google Shape;9336;p3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7" name="Google Shape;9337;p3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8" name="Google Shape;9338;p3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9" name="Google Shape;9339;p3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0" name="Google Shape;9340;p3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1" name="Google Shape;9341;p3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2" name="Google Shape;9342;p3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3" name="Google Shape;9343;p3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4" name="Google Shape;9344;p3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5" name="Google Shape;9345;p3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6" name="Google Shape;9346;p3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7" name="Google Shape;9347;p3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8" name="Google Shape;9348;p3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9" name="Google Shape;9349;p3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0" name="Google Shape;9350;p3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1" name="Google Shape;9351;p3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2" name="Google Shape;9352;p3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3" name="Google Shape;9353;p3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4" name="Google Shape;9354;p3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5" name="Google Shape;9355;p3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6" name="Google Shape;9356;p3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7" name="Google Shape;9357;p3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8" name="Google Shape;9358;p3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9" name="Google Shape;9359;p3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0" name="Google Shape;9360;p3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1" name="Google Shape;9361;p3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2" name="Google Shape;9362;p3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3" name="Google Shape;9363;p3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4" name="Google Shape;9364;p3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5" name="Google Shape;9365;p3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6" name="Google Shape;9366;p3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7" name="Google Shape;9367;p3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8" name="Google Shape;9368;p3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9" name="Google Shape;9369;p3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0" name="Google Shape;9370;p3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1" name="Google Shape;9371;p3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2" name="Google Shape;9372;p3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3" name="Google Shape;9373;p3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4" name="Google Shape;9374;p3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5" name="Google Shape;9375;p3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6" name="Google Shape;9376;p3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7" name="Google Shape;9377;p3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8" name="Google Shape;9378;p3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9" name="Google Shape;9379;p3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0" name="Google Shape;9380;p3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1" name="Google Shape;9381;p3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2" name="Google Shape;9382;p3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3" name="Google Shape;9383;p3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4" name="Google Shape;9384;p3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5" name="Google Shape;9385;p3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6" name="Google Shape;9386;p3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7" name="Google Shape;9387;p3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8" name="Google Shape;9388;p3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9" name="Google Shape;9389;p3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0" name="Google Shape;9390;p3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1" name="Google Shape;9391;p3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2" name="Google Shape;9392;p3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3" name="Google Shape;9393;p3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4" name="Google Shape;9394;p3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5" name="Google Shape;9395;p3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6" name="Google Shape;9396;p3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7" name="Google Shape;9397;p3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8" name="Google Shape;9398;p3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9" name="Google Shape;9399;p3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0" name="Google Shape;9400;p3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1" name="Google Shape;9401;p3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2" name="Google Shape;9402;p3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3" name="Google Shape;9403;p3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4" name="Google Shape;9404;p3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5" name="Google Shape;9405;p3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06" name="Google Shape;9406;p35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9407" name="Google Shape;9407;p35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8" name="Google Shape;9408;p35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9" name="Google Shape;9409;p35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0" name="Google Shape;9410;p35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1" name="Google Shape;9411;p35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2" name="Google Shape;9412;p35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3" name="Google Shape;9413;p35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4" name="Google Shape;9414;p35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5" name="Google Shape;9415;p35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6" name="Google Shape;9416;p35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7" name="Google Shape;9417;p35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8" name="Google Shape;9418;p35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9" name="Google Shape;9419;p35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0" name="Google Shape;9420;p35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1" name="Google Shape;9421;p35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2" name="Google Shape;9422;p35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3" name="Google Shape;9423;p35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4" name="Google Shape;9424;p35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5" name="Google Shape;9425;p35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6" name="Google Shape;9426;p35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7" name="Google Shape;9427;p35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8" name="Google Shape;9428;p35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9" name="Google Shape;9429;p35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0" name="Google Shape;9430;p35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1" name="Google Shape;9431;p35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2" name="Google Shape;9432;p35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3" name="Google Shape;9433;p35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4" name="Google Shape;9434;p35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5" name="Google Shape;9435;p35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6" name="Google Shape;9436;p35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7" name="Google Shape;9437;p35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8" name="Google Shape;9438;p35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9" name="Google Shape;9439;p35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0" name="Google Shape;9440;p35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1" name="Google Shape;9441;p35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2" name="Google Shape;9442;p35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3" name="Google Shape;9443;p35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4" name="Google Shape;9444;p35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5" name="Google Shape;9445;p35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6" name="Google Shape;9446;p35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7" name="Google Shape;9447;p35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8" name="Google Shape;9448;p35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9" name="Google Shape;9449;p35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0" name="Google Shape;9450;p35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1" name="Google Shape;9451;p35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2" name="Google Shape;9452;p35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3" name="Google Shape;9453;p35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4" name="Google Shape;9454;p35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5" name="Google Shape;9455;p35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6" name="Google Shape;9456;p35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7" name="Google Shape;9457;p35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8" name="Google Shape;9458;p35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9" name="Google Shape;9459;p35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0" name="Google Shape;9460;p35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1" name="Google Shape;9461;p35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2" name="Google Shape;9462;p35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3" name="Google Shape;9463;p35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4" name="Google Shape;9464;p35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5" name="Google Shape;9465;p35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6" name="Google Shape;9466;p35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7" name="Google Shape;9467;p35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8" name="Google Shape;9468;p35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9" name="Google Shape;9469;p35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0" name="Google Shape;9470;p35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1" name="Google Shape;9471;p35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2" name="Google Shape;9472;p35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3" name="Google Shape;9473;p35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4" name="Google Shape;9474;p35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5" name="Google Shape;9475;p35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6" name="Google Shape;9476;p35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7" name="Google Shape;9477;p35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8" name="Google Shape;9478;p35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9" name="Google Shape;9479;p35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0" name="Google Shape;9480;p35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1" name="Google Shape;9481;p35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2" name="Google Shape;9482;p35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3" name="Google Shape;9483;p35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4" name="Google Shape;9484;p35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5" name="Google Shape;9485;p35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6" name="Google Shape;9486;p35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7" name="Google Shape;9487;p35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8" name="Google Shape;9488;p35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9" name="Google Shape;9489;p35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0" name="Google Shape;9490;p35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1" name="Google Shape;9491;p35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2" name="Google Shape;9492;p35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3" name="Google Shape;9493;p35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4" name="Google Shape;9494;p35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5" name="Google Shape;9495;p35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6" name="Google Shape;9496;p35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7" name="Google Shape;9497;p35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8" name="Google Shape;9498;p35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9" name="Google Shape;9499;p35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0" name="Google Shape;9500;p35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1" name="Google Shape;9501;p35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2" name="Google Shape;9502;p35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3" name="Google Shape;9503;p35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4" name="Google Shape;9504;p35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5" name="Google Shape;9505;p35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6" name="Google Shape;9506;p35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7" name="Google Shape;9507;p35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8" name="Google Shape;9508;p35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9" name="Google Shape;9509;p35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0" name="Google Shape;9510;p35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1" name="Google Shape;9511;p35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2" name="Google Shape;9512;p35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3" name="Google Shape;9513;p35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4" name="Google Shape;9514;p35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5" name="Google Shape;9515;p35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6" name="Google Shape;9516;p35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7" name="Google Shape;9517;p35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8" name="Google Shape;9518;p35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9" name="Google Shape;9519;p35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0" name="Google Shape;9520;p35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1" name="Google Shape;9521;p35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2" name="Google Shape;9522;p35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3" name="Google Shape;9523;p35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4" name="Google Shape;9524;p35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5" name="Google Shape;9525;p35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6" name="Google Shape;9526;p35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7" name="Google Shape;9527;p35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8" name="Google Shape;9528;p35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9" name="Google Shape;9529;p35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0" name="Google Shape;9530;p35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1" name="Google Shape;9531;p35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2" name="Google Shape;9532;p35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3" name="Google Shape;9533;p35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4" name="Google Shape;9534;p35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5" name="Google Shape;9535;p35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6" name="Google Shape;9536;p35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7" name="Google Shape;9537;p35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8" name="Google Shape;9538;p35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9" name="Google Shape;9539;p35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0" name="Google Shape;9540;p35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1" name="Google Shape;9541;p35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2" name="Google Shape;9542;p35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8202066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9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44" name="Google Shape;9544;p36"/>
          <p:cNvGrpSpPr/>
          <p:nvPr/>
        </p:nvGrpSpPr>
        <p:grpSpPr>
          <a:xfrm rot="7213709">
            <a:off x="9470898" y="404735"/>
            <a:ext cx="2737799" cy="1640960"/>
            <a:chOff x="3911500" y="3122300"/>
            <a:chExt cx="597375" cy="358050"/>
          </a:xfrm>
        </p:grpSpPr>
        <p:sp>
          <p:nvSpPr>
            <p:cNvPr id="9545" name="Google Shape;9545;p36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6" name="Google Shape;9546;p36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7" name="Google Shape;9547;p36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8" name="Google Shape;9548;p36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9" name="Google Shape;9549;p36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0" name="Google Shape;9550;p36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1" name="Google Shape;9551;p36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2" name="Google Shape;9552;p36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3" name="Google Shape;9553;p36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4" name="Google Shape;9554;p36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5" name="Google Shape;9555;p36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6" name="Google Shape;9556;p36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7" name="Google Shape;9557;p36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8" name="Google Shape;9558;p36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9" name="Google Shape;9559;p36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0" name="Google Shape;9560;p36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1" name="Google Shape;9561;p36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2" name="Google Shape;9562;p36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3" name="Google Shape;9563;p36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4" name="Google Shape;9564;p36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5" name="Google Shape;9565;p36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6" name="Google Shape;9566;p36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7" name="Google Shape;9567;p36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8" name="Google Shape;9568;p36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9" name="Google Shape;9569;p36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0" name="Google Shape;9570;p36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1" name="Google Shape;9571;p36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2" name="Google Shape;9572;p36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3" name="Google Shape;9573;p36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4" name="Google Shape;9574;p36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5" name="Google Shape;9575;p36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576" name="Google Shape;9576;p36"/>
          <p:cNvSpPr txBox="1">
            <a:spLocks noGrp="1"/>
          </p:cNvSpPr>
          <p:nvPr>
            <p:ph type="ctrTitle"/>
          </p:nvPr>
        </p:nvSpPr>
        <p:spPr>
          <a:xfrm>
            <a:off x="5918600" y="713333"/>
            <a:ext cx="5169600" cy="104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577" name="Google Shape;9577;p36"/>
          <p:cNvSpPr txBox="1">
            <a:spLocks noGrp="1"/>
          </p:cNvSpPr>
          <p:nvPr>
            <p:ph type="subTitle" idx="1"/>
          </p:nvPr>
        </p:nvSpPr>
        <p:spPr>
          <a:xfrm>
            <a:off x="5918600" y="1756221"/>
            <a:ext cx="5181600" cy="1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9578" name="Google Shape;9578;p36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9579" name="Google Shape;9579;p3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0" name="Google Shape;9580;p3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1" name="Google Shape;9581;p3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2" name="Google Shape;9582;p3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3" name="Google Shape;9583;p3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4" name="Google Shape;9584;p3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5" name="Google Shape;9585;p3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6" name="Google Shape;9586;p3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7" name="Google Shape;9587;p3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8" name="Google Shape;9588;p3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9" name="Google Shape;9589;p3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0" name="Google Shape;9590;p3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1" name="Google Shape;9591;p3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2" name="Google Shape;9592;p3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3" name="Google Shape;9593;p3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4" name="Google Shape;9594;p3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5" name="Google Shape;9595;p3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6" name="Google Shape;9596;p3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7" name="Google Shape;9597;p3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8" name="Google Shape;9598;p3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9" name="Google Shape;9599;p3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0" name="Google Shape;9600;p3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1" name="Google Shape;9601;p3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2" name="Google Shape;9602;p3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3" name="Google Shape;9603;p3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4" name="Google Shape;9604;p3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5" name="Google Shape;9605;p3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6" name="Google Shape;9606;p3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7" name="Google Shape;9607;p3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8" name="Google Shape;9608;p3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9" name="Google Shape;9609;p3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0" name="Google Shape;9610;p3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1" name="Google Shape;9611;p3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2" name="Google Shape;9612;p3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3" name="Google Shape;9613;p3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4" name="Google Shape;9614;p3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5" name="Google Shape;9615;p3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6" name="Google Shape;9616;p3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7" name="Google Shape;9617;p3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8" name="Google Shape;9618;p3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9" name="Google Shape;9619;p3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0" name="Google Shape;9620;p3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1" name="Google Shape;9621;p3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2" name="Google Shape;9622;p3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3" name="Google Shape;9623;p3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4" name="Google Shape;9624;p3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5" name="Google Shape;9625;p3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6" name="Google Shape;9626;p3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7" name="Google Shape;9627;p3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8" name="Google Shape;9628;p3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9" name="Google Shape;9629;p3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0" name="Google Shape;9630;p3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1" name="Google Shape;9631;p3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2" name="Google Shape;9632;p3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3" name="Google Shape;9633;p3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4" name="Google Shape;9634;p3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5" name="Google Shape;9635;p3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6" name="Google Shape;9636;p3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7" name="Google Shape;9637;p3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8" name="Google Shape;9638;p3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9" name="Google Shape;9639;p3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0" name="Google Shape;9640;p3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1" name="Google Shape;9641;p3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2" name="Google Shape;9642;p3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3" name="Google Shape;9643;p3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4" name="Google Shape;9644;p3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5" name="Google Shape;9645;p3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6" name="Google Shape;9646;p3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7" name="Google Shape;9647;p3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8" name="Google Shape;9648;p3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9" name="Google Shape;9649;p3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0" name="Google Shape;9650;p3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1" name="Google Shape;9651;p3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2" name="Google Shape;9652;p3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3" name="Google Shape;9653;p3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4" name="Google Shape;9654;p3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5" name="Google Shape;9655;p3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6" name="Google Shape;9656;p3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7" name="Google Shape;9657;p3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8" name="Google Shape;9658;p3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9" name="Google Shape;9659;p3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0" name="Google Shape;9660;p3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1" name="Google Shape;9661;p3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2" name="Google Shape;9662;p3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3" name="Google Shape;9663;p3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4" name="Google Shape;9664;p3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5" name="Google Shape;9665;p3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6" name="Google Shape;9666;p3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7" name="Google Shape;9667;p3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8" name="Google Shape;9668;p3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9" name="Google Shape;9669;p3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0" name="Google Shape;9670;p3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1" name="Google Shape;9671;p3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2" name="Google Shape;9672;p3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3" name="Google Shape;9673;p3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4" name="Google Shape;9674;p3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5" name="Google Shape;9675;p3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6" name="Google Shape;9676;p3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7" name="Google Shape;9677;p3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8" name="Google Shape;9678;p3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9" name="Google Shape;9679;p3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0" name="Google Shape;9680;p3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1" name="Google Shape;9681;p3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2" name="Google Shape;9682;p3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3" name="Google Shape;9683;p3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4" name="Google Shape;9684;p3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5" name="Google Shape;9685;p3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6" name="Google Shape;9686;p3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7" name="Google Shape;9687;p3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8" name="Google Shape;9688;p3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9" name="Google Shape;9689;p3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0" name="Google Shape;9690;p3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1" name="Google Shape;9691;p3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2" name="Google Shape;9692;p3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3" name="Google Shape;9693;p3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4" name="Google Shape;9694;p3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5" name="Google Shape;9695;p3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6" name="Google Shape;9696;p3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7" name="Google Shape;9697;p3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8" name="Google Shape;9698;p3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9" name="Google Shape;9699;p3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0" name="Google Shape;9700;p3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1" name="Google Shape;9701;p3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2" name="Google Shape;9702;p3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3" name="Google Shape;9703;p3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4" name="Google Shape;9704;p3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5" name="Google Shape;9705;p3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6" name="Google Shape;9706;p3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7" name="Google Shape;9707;p3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8" name="Google Shape;9708;p3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9" name="Google Shape;9709;p3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0" name="Google Shape;9710;p3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1" name="Google Shape;9711;p3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2" name="Google Shape;9712;p3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3" name="Google Shape;9713;p3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4" name="Google Shape;9714;p3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15" name="Google Shape;9715;p36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9716" name="Google Shape;9716;p36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7" name="Google Shape;9717;p36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8" name="Google Shape;9718;p36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9" name="Google Shape;9719;p36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0" name="Google Shape;9720;p36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1" name="Google Shape;9721;p36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2" name="Google Shape;9722;p36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3" name="Google Shape;9723;p36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4" name="Google Shape;9724;p36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5" name="Google Shape;9725;p36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6" name="Google Shape;9726;p36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7" name="Google Shape;9727;p36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8" name="Google Shape;9728;p36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9" name="Google Shape;9729;p36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0" name="Google Shape;9730;p36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1" name="Google Shape;9731;p36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2" name="Google Shape;9732;p36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3" name="Google Shape;9733;p36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4" name="Google Shape;9734;p36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5" name="Google Shape;9735;p36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6" name="Google Shape;9736;p36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7" name="Google Shape;9737;p36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8" name="Google Shape;9738;p36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9" name="Google Shape;9739;p36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0" name="Google Shape;9740;p36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1" name="Google Shape;9741;p36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2" name="Google Shape;9742;p36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3" name="Google Shape;9743;p36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4" name="Google Shape;9744;p36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5" name="Google Shape;9745;p36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6" name="Google Shape;9746;p36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7" name="Google Shape;9747;p36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8" name="Google Shape;9748;p36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9" name="Google Shape;9749;p36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0" name="Google Shape;9750;p36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1" name="Google Shape;9751;p36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2" name="Google Shape;9752;p36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3" name="Google Shape;9753;p36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4" name="Google Shape;9754;p36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5" name="Google Shape;9755;p36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6" name="Google Shape;9756;p36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7" name="Google Shape;9757;p36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8" name="Google Shape;9758;p36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9" name="Google Shape;9759;p36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0" name="Google Shape;9760;p36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1" name="Google Shape;9761;p36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2" name="Google Shape;9762;p36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3" name="Google Shape;9763;p36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4" name="Google Shape;9764;p36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5" name="Google Shape;9765;p36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6" name="Google Shape;9766;p36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7" name="Google Shape;9767;p36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8" name="Google Shape;9768;p36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9" name="Google Shape;9769;p36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0" name="Google Shape;9770;p36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1" name="Google Shape;9771;p36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2" name="Google Shape;9772;p36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3" name="Google Shape;9773;p36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4" name="Google Shape;9774;p36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5" name="Google Shape;9775;p36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6" name="Google Shape;9776;p36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7" name="Google Shape;9777;p36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8" name="Google Shape;9778;p36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9" name="Google Shape;9779;p36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0" name="Google Shape;9780;p36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1" name="Google Shape;9781;p36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2" name="Google Shape;9782;p36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3" name="Google Shape;9783;p36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4" name="Google Shape;9784;p36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5" name="Google Shape;9785;p36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6" name="Google Shape;9786;p36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7" name="Google Shape;9787;p36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8" name="Google Shape;9788;p36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9" name="Google Shape;9789;p36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0" name="Google Shape;9790;p36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1" name="Google Shape;9791;p36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2" name="Google Shape;9792;p36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3" name="Google Shape;9793;p36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4" name="Google Shape;9794;p36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5" name="Google Shape;9795;p36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6" name="Google Shape;9796;p36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7" name="Google Shape;9797;p36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8" name="Google Shape;9798;p36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9" name="Google Shape;9799;p36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0" name="Google Shape;9800;p36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1" name="Google Shape;9801;p36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2" name="Google Shape;9802;p36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3" name="Google Shape;9803;p36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4" name="Google Shape;9804;p36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5" name="Google Shape;9805;p36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6" name="Google Shape;9806;p36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7" name="Google Shape;9807;p36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8" name="Google Shape;9808;p36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9" name="Google Shape;9809;p36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0" name="Google Shape;9810;p36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1" name="Google Shape;9811;p36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2" name="Google Shape;9812;p36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3" name="Google Shape;9813;p36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4" name="Google Shape;9814;p36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5" name="Google Shape;9815;p36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6" name="Google Shape;9816;p36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7" name="Google Shape;9817;p36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8" name="Google Shape;9818;p36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9" name="Google Shape;9819;p36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0" name="Google Shape;9820;p36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1" name="Google Shape;9821;p36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2" name="Google Shape;9822;p36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3" name="Google Shape;9823;p36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4" name="Google Shape;9824;p36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5" name="Google Shape;9825;p36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6" name="Google Shape;9826;p36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7" name="Google Shape;9827;p36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8" name="Google Shape;9828;p36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9" name="Google Shape;9829;p36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0" name="Google Shape;9830;p36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1" name="Google Shape;9831;p36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2" name="Google Shape;9832;p36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3" name="Google Shape;9833;p36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4" name="Google Shape;9834;p36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5" name="Google Shape;9835;p36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6" name="Google Shape;9836;p36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7" name="Google Shape;9837;p36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8" name="Google Shape;9838;p36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9" name="Google Shape;9839;p36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0" name="Google Shape;9840;p36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1" name="Google Shape;9841;p36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2" name="Google Shape;9842;p36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3" name="Google Shape;9843;p36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4" name="Google Shape;9844;p36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5" name="Google Shape;9845;p36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6" name="Google Shape;9846;p36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7" name="Google Shape;9847;p36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8" name="Google Shape;9848;p36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9" name="Google Shape;9849;p36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0" name="Google Shape;9850;p36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1" name="Google Shape;9851;p36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852" name="Google Shape;9852;p36"/>
          <p:cNvSpPr/>
          <p:nvPr/>
        </p:nvSpPr>
        <p:spPr>
          <a:xfrm>
            <a:off x="6056933" y="4632200"/>
            <a:ext cx="5169600" cy="938000"/>
          </a:xfrm>
          <a:prstGeom prst="round2DiagRect">
            <a:avLst>
              <a:gd name="adj1" fmla="val 47483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DM Sans"/>
                <a:ea typeface="DM Sans"/>
                <a:cs typeface="DM Sans"/>
                <a:sym typeface="DM Sans"/>
              </a:rPr>
              <a:t>CREDITS: This presentation template was created by </a:t>
            </a:r>
            <a:r>
              <a:rPr lang="en" sz="1600" b="1">
                <a:solidFill>
                  <a:schemeClr val="lt1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chemeClr val="lt1"/>
                </a:solidFill>
                <a:latin typeface="DM Sans"/>
                <a:ea typeface="DM Sans"/>
                <a:cs typeface="DM Sans"/>
                <a:sym typeface="DM Sans"/>
              </a:rPr>
              <a:t>, including icons by </a:t>
            </a:r>
            <a:r>
              <a:rPr lang="en" sz="1600" b="1">
                <a:solidFill>
                  <a:schemeClr val="lt1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b="1">
                <a:solidFill>
                  <a:schemeClr val="lt1"/>
                </a:solidFill>
                <a:latin typeface="DM Sans"/>
                <a:ea typeface="DM Sans"/>
                <a:cs typeface="DM Sans"/>
                <a:sym typeface="DM Sans"/>
              </a:rPr>
              <a:t> </a:t>
            </a:r>
            <a:r>
              <a:rPr lang="en" sz="1600">
                <a:solidFill>
                  <a:schemeClr val="lt1"/>
                </a:solidFill>
                <a:latin typeface="DM Sans"/>
                <a:ea typeface="DM Sans"/>
                <a:cs typeface="DM Sans"/>
                <a:sym typeface="DM Sans"/>
              </a:rPr>
              <a:t>and infographics &amp; images by </a:t>
            </a:r>
            <a:r>
              <a:rPr lang="en" sz="1600" b="1">
                <a:solidFill>
                  <a:schemeClr val="lt1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b="1">
              <a:solidFill>
                <a:schemeClr val="lt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  <p:extLst>
      <p:ext uri="{BB962C8B-B14F-4D97-AF65-F5344CB8AC3E}">
        <p14:creationId xmlns:p14="http://schemas.microsoft.com/office/powerpoint/2010/main" val="184500022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9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54" name="Google Shape;9854;p37"/>
          <p:cNvGrpSpPr/>
          <p:nvPr/>
        </p:nvGrpSpPr>
        <p:grpSpPr>
          <a:xfrm rot="10167469">
            <a:off x="7356307" y="-1089888"/>
            <a:ext cx="3293175" cy="2619247"/>
            <a:chOff x="2173200" y="3006475"/>
            <a:chExt cx="883975" cy="703075"/>
          </a:xfrm>
        </p:grpSpPr>
        <p:sp>
          <p:nvSpPr>
            <p:cNvPr id="9855" name="Google Shape;9855;p37"/>
            <p:cNvSpPr/>
            <p:nvPr/>
          </p:nvSpPr>
          <p:spPr>
            <a:xfrm>
              <a:off x="2173200" y="3006475"/>
              <a:ext cx="866100" cy="564200"/>
            </a:xfrm>
            <a:custGeom>
              <a:avLst/>
              <a:gdLst/>
              <a:ahLst/>
              <a:cxnLst/>
              <a:rect l="l" t="t" r="r" b="b"/>
              <a:pathLst>
                <a:path w="34644" h="22568" extrusionOk="0">
                  <a:moveTo>
                    <a:pt x="9350" y="1"/>
                  </a:moveTo>
                  <a:cubicBezTo>
                    <a:pt x="8838" y="1"/>
                    <a:pt x="8326" y="50"/>
                    <a:pt x="7822" y="156"/>
                  </a:cubicBezTo>
                  <a:cubicBezTo>
                    <a:pt x="5942" y="548"/>
                    <a:pt x="4352" y="1673"/>
                    <a:pt x="3188" y="3180"/>
                  </a:cubicBezTo>
                  <a:cubicBezTo>
                    <a:pt x="1864" y="4887"/>
                    <a:pt x="1118" y="6969"/>
                    <a:pt x="689" y="9069"/>
                  </a:cubicBezTo>
                  <a:cubicBezTo>
                    <a:pt x="460" y="10193"/>
                    <a:pt x="290" y="11338"/>
                    <a:pt x="167" y="12479"/>
                  </a:cubicBezTo>
                  <a:cubicBezTo>
                    <a:pt x="50" y="13570"/>
                    <a:pt x="0" y="14674"/>
                    <a:pt x="87" y="15769"/>
                  </a:cubicBezTo>
                  <a:cubicBezTo>
                    <a:pt x="237" y="17705"/>
                    <a:pt x="799" y="19635"/>
                    <a:pt x="1790" y="21308"/>
                  </a:cubicBezTo>
                  <a:cubicBezTo>
                    <a:pt x="2037" y="21721"/>
                    <a:pt x="2309" y="22120"/>
                    <a:pt x="2599" y="22499"/>
                  </a:cubicBezTo>
                  <a:cubicBezTo>
                    <a:pt x="2636" y="22547"/>
                    <a:pt x="2684" y="22567"/>
                    <a:pt x="2730" y="22567"/>
                  </a:cubicBezTo>
                  <a:cubicBezTo>
                    <a:pt x="2844" y="22567"/>
                    <a:pt x="2950" y="22444"/>
                    <a:pt x="2872" y="22316"/>
                  </a:cubicBezTo>
                  <a:cubicBezTo>
                    <a:pt x="1890" y="20726"/>
                    <a:pt x="1165" y="18926"/>
                    <a:pt x="845" y="17083"/>
                  </a:cubicBezTo>
                  <a:cubicBezTo>
                    <a:pt x="483" y="15014"/>
                    <a:pt x="689" y="12914"/>
                    <a:pt x="992" y="10852"/>
                  </a:cubicBezTo>
                  <a:cubicBezTo>
                    <a:pt x="1305" y="8729"/>
                    <a:pt x="1750" y="6537"/>
                    <a:pt x="2802" y="4644"/>
                  </a:cubicBezTo>
                  <a:cubicBezTo>
                    <a:pt x="3697" y="3034"/>
                    <a:pt x="5054" y="1600"/>
                    <a:pt x="6784" y="898"/>
                  </a:cubicBezTo>
                  <a:cubicBezTo>
                    <a:pt x="7581" y="575"/>
                    <a:pt x="8428" y="431"/>
                    <a:pt x="9280" y="431"/>
                  </a:cubicBezTo>
                  <a:cubicBezTo>
                    <a:pt x="10209" y="431"/>
                    <a:pt x="11144" y="602"/>
                    <a:pt x="12021" y="898"/>
                  </a:cubicBezTo>
                  <a:cubicBezTo>
                    <a:pt x="13890" y="1530"/>
                    <a:pt x="15504" y="2704"/>
                    <a:pt x="16891" y="4082"/>
                  </a:cubicBezTo>
                  <a:cubicBezTo>
                    <a:pt x="17650" y="4840"/>
                    <a:pt x="18345" y="5655"/>
                    <a:pt x="19007" y="6494"/>
                  </a:cubicBezTo>
                  <a:cubicBezTo>
                    <a:pt x="19656" y="7312"/>
                    <a:pt x="20238" y="8190"/>
                    <a:pt x="20947" y="8955"/>
                  </a:cubicBezTo>
                  <a:cubicBezTo>
                    <a:pt x="21562" y="9621"/>
                    <a:pt x="22317" y="10083"/>
                    <a:pt x="23212" y="10250"/>
                  </a:cubicBezTo>
                  <a:cubicBezTo>
                    <a:pt x="23546" y="10311"/>
                    <a:pt x="23883" y="10335"/>
                    <a:pt x="24221" y="10335"/>
                  </a:cubicBezTo>
                  <a:cubicBezTo>
                    <a:pt x="24684" y="10335"/>
                    <a:pt x="25148" y="10290"/>
                    <a:pt x="25604" y="10236"/>
                  </a:cubicBezTo>
                  <a:cubicBezTo>
                    <a:pt x="26436" y="10140"/>
                    <a:pt x="27268" y="10003"/>
                    <a:pt x="28109" y="10003"/>
                  </a:cubicBezTo>
                  <a:cubicBezTo>
                    <a:pt x="29127" y="10010"/>
                    <a:pt x="30052" y="10333"/>
                    <a:pt x="30927" y="10835"/>
                  </a:cubicBezTo>
                  <a:cubicBezTo>
                    <a:pt x="32567" y="11780"/>
                    <a:pt x="34218" y="13270"/>
                    <a:pt x="34291" y="15300"/>
                  </a:cubicBezTo>
                  <a:cubicBezTo>
                    <a:pt x="34311" y="15752"/>
                    <a:pt x="34228" y="16205"/>
                    <a:pt x="34048" y="16624"/>
                  </a:cubicBezTo>
                  <a:cubicBezTo>
                    <a:pt x="34021" y="16688"/>
                    <a:pt x="34072" y="16737"/>
                    <a:pt x="34124" y="16737"/>
                  </a:cubicBezTo>
                  <a:cubicBezTo>
                    <a:pt x="34151" y="16737"/>
                    <a:pt x="34177" y="16724"/>
                    <a:pt x="34194" y="16694"/>
                  </a:cubicBezTo>
                  <a:cubicBezTo>
                    <a:pt x="34607" y="15882"/>
                    <a:pt x="34643" y="14947"/>
                    <a:pt x="34417" y="14076"/>
                  </a:cubicBezTo>
                  <a:cubicBezTo>
                    <a:pt x="34171" y="13137"/>
                    <a:pt x="33565" y="12319"/>
                    <a:pt x="32863" y="11667"/>
                  </a:cubicBezTo>
                  <a:cubicBezTo>
                    <a:pt x="32058" y="10922"/>
                    <a:pt x="31127" y="10329"/>
                    <a:pt x="30112" y="9917"/>
                  </a:cubicBezTo>
                  <a:cubicBezTo>
                    <a:pt x="29418" y="9641"/>
                    <a:pt x="28700" y="9535"/>
                    <a:pt x="27966" y="9535"/>
                  </a:cubicBezTo>
                  <a:cubicBezTo>
                    <a:pt x="27778" y="9535"/>
                    <a:pt x="27590" y="9541"/>
                    <a:pt x="27401" y="9554"/>
                  </a:cubicBezTo>
                  <a:cubicBezTo>
                    <a:pt x="26383" y="9623"/>
                    <a:pt x="25286" y="9883"/>
                    <a:pt x="24227" y="9883"/>
                  </a:cubicBezTo>
                  <a:cubicBezTo>
                    <a:pt x="23593" y="9883"/>
                    <a:pt x="22973" y="9790"/>
                    <a:pt x="22390" y="9508"/>
                  </a:cubicBezTo>
                  <a:cubicBezTo>
                    <a:pt x="21429" y="9042"/>
                    <a:pt x="20817" y="8120"/>
                    <a:pt x="20191" y="7292"/>
                  </a:cubicBezTo>
                  <a:cubicBezTo>
                    <a:pt x="19523" y="6397"/>
                    <a:pt x="18834" y="5515"/>
                    <a:pt x="18089" y="4680"/>
                  </a:cubicBezTo>
                  <a:cubicBezTo>
                    <a:pt x="16711" y="3130"/>
                    <a:pt x="15115" y="1713"/>
                    <a:pt x="13202" y="864"/>
                  </a:cubicBezTo>
                  <a:cubicBezTo>
                    <a:pt x="11998" y="330"/>
                    <a:pt x="10673" y="1"/>
                    <a:pt x="9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6" name="Google Shape;9856;p37"/>
            <p:cNvSpPr/>
            <p:nvPr/>
          </p:nvSpPr>
          <p:spPr>
            <a:xfrm>
              <a:off x="2197400" y="3086200"/>
              <a:ext cx="859775" cy="575100"/>
            </a:xfrm>
            <a:custGeom>
              <a:avLst/>
              <a:gdLst/>
              <a:ahLst/>
              <a:cxnLst/>
              <a:rect l="l" t="t" r="r" b="b"/>
              <a:pathLst>
                <a:path w="34391" h="23004" extrusionOk="0">
                  <a:moveTo>
                    <a:pt x="6971" y="1"/>
                  </a:moveTo>
                  <a:cubicBezTo>
                    <a:pt x="6414" y="1"/>
                    <a:pt x="5858" y="74"/>
                    <a:pt x="5317" y="237"/>
                  </a:cubicBezTo>
                  <a:cubicBezTo>
                    <a:pt x="3218" y="866"/>
                    <a:pt x="2180" y="2832"/>
                    <a:pt x="1478" y="4752"/>
                  </a:cubicBezTo>
                  <a:cubicBezTo>
                    <a:pt x="713" y="6851"/>
                    <a:pt x="197" y="9057"/>
                    <a:pt x="94" y="11289"/>
                  </a:cubicBezTo>
                  <a:cubicBezTo>
                    <a:pt x="1" y="13402"/>
                    <a:pt x="313" y="15551"/>
                    <a:pt x="1132" y="17504"/>
                  </a:cubicBezTo>
                  <a:cubicBezTo>
                    <a:pt x="1897" y="19337"/>
                    <a:pt x="3101" y="21117"/>
                    <a:pt x="4768" y="22245"/>
                  </a:cubicBezTo>
                  <a:cubicBezTo>
                    <a:pt x="5164" y="22517"/>
                    <a:pt x="5580" y="22764"/>
                    <a:pt x="6012" y="22980"/>
                  </a:cubicBezTo>
                  <a:cubicBezTo>
                    <a:pt x="6044" y="22996"/>
                    <a:pt x="6074" y="23003"/>
                    <a:pt x="6102" y="23003"/>
                  </a:cubicBezTo>
                  <a:cubicBezTo>
                    <a:pt x="6269" y="23003"/>
                    <a:pt x="6349" y="22745"/>
                    <a:pt x="6175" y="22637"/>
                  </a:cubicBezTo>
                  <a:cubicBezTo>
                    <a:pt x="4548" y="21639"/>
                    <a:pt x="3221" y="20139"/>
                    <a:pt x="2299" y="18478"/>
                  </a:cubicBezTo>
                  <a:cubicBezTo>
                    <a:pt x="1328" y="16735"/>
                    <a:pt x="832" y="14769"/>
                    <a:pt x="726" y="12783"/>
                  </a:cubicBezTo>
                  <a:cubicBezTo>
                    <a:pt x="616" y="10647"/>
                    <a:pt x="925" y="8504"/>
                    <a:pt x="1491" y="6448"/>
                  </a:cubicBezTo>
                  <a:cubicBezTo>
                    <a:pt x="2013" y="4569"/>
                    <a:pt x="2732" y="2350"/>
                    <a:pt x="4472" y="1249"/>
                  </a:cubicBezTo>
                  <a:cubicBezTo>
                    <a:pt x="5202" y="787"/>
                    <a:pt x="6027" y="604"/>
                    <a:pt x="6865" y="604"/>
                  </a:cubicBezTo>
                  <a:cubicBezTo>
                    <a:pt x="7884" y="604"/>
                    <a:pt x="8924" y="875"/>
                    <a:pt x="9842" y="1249"/>
                  </a:cubicBezTo>
                  <a:cubicBezTo>
                    <a:pt x="10933" y="1694"/>
                    <a:pt x="11947" y="2313"/>
                    <a:pt x="12842" y="3085"/>
                  </a:cubicBezTo>
                  <a:cubicBezTo>
                    <a:pt x="13661" y="3794"/>
                    <a:pt x="14396" y="4595"/>
                    <a:pt x="15091" y="5424"/>
                  </a:cubicBezTo>
                  <a:cubicBezTo>
                    <a:pt x="16455" y="7054"/>
                    <a:pt x="17690" y="8817"/>
                    <a:pt x="19423" y="10095"/>
                  </a:cubicBezTo>
                  <a:cubicBezTo>
                    <a:pt x="20238" y="10694"/>
                    <a:pt x="21133" y="11186"/>
                    <a:pt x="22111" y="11462"/>
                  </a:cubicBezTo>
                  <a:cubicBezTo>
                    <a:pt x="22634" y="11612"/>
                    <a:pt x="23161" y="11681"/>
                    <a:pt x="23689" y="11681"/>
                  </a:cubicBezTo>
                  <a:cubicBezTo>
                    <a:pt x="24136" y="11681"/>
                    <a:pt x="24584" y="11632"/>
                    <a:pt x="25032" y="11539"/>
                  </a:cubicBezTo>
                  <a:cubicBezTo>
                    <a:pt x="25541" y="11432"/>
                    <a:pt x="26050" y="11296"/>
                    <a:pt x="26569" y="11233"/>
                  </a:cubicBezTo>
                  <a:cubicBezTo>
                    <a:pt x="26743" y="11211"/>
                    <a:pt x="26918" y="11200"/>
                    <a:pt x="27092" y="11200"/>
                  </a:cubicBezTo>
                  <a:cubicBezTo>
                    <a:pt x="27435" y="11200"/>
                    <a:pt x="27777" y="11242"/>
                    <a:pt x="28109" y="11326"/>
                  </a:cubicBezTo>
                  <a:cubicBezTo>
                    <a:pt x="29167" y="11582"/>
                    <a:pt x="30156" y="12151"/>
                    <a:pt x="31070" y="12726"/>
                  </a:cubicBezTo>
                  <a:cubicBezTo>
                    <a:pt x="32721" y="13764"/>
                    <a:pt x="34364" y="15461"/>
                    <a:pt x="33985" y="17590"/>
                  </a:cubicBezTo>
                  <a:cubicBezTo>
                    <a:pt x="33902" y="18043"/>
                    <a:pt x="33705" y="18465"/>
                    <a:pt x="33409" y="18818"/>
                  </a:cubicBezTo>
                  <a:cubicBezTo>
                    <a:pt x="33347" y="18892"/>
                    <a:pt x="33415" y="18983"/>
                    <a:pt x="33489" y="18983"/>
                  </a:cubicBezTo>
                  <a:cubicBezTo>
                    <a:pt x="33514" y="18983"/>
                    <a:pt x="33540" y="18973"/>
                    <a:pt x="33562" y="18948"/>
                  </a:cubicBezTo>
                  <a:lnTo>
                    <a:pt x="33562" y="18948"/>
                  </a:lnTo>
                  <a:lnTo>
                    <a:pt x="33556" y="18954"/>
                  </a:lnTo>
                  <a:cubicBezTo>
                    <a:pt x="34181" y="18242"/>
                    <a:pt x="34391" y="17268"/>
                    <a:pt x="34278" y="16343"/>
                  </a:cubicBezTo>
                  <a:cubicBezTo>
                    <a:pt x="34151" y="15335"/>
                    <a:pt x="33662" y="14470"/>
                    <a:pt x="32977" y="13734"/>
                  </a:cubicBezTo>
                  <a:cubicBezTo>
                    <a:pt x="32238" y="12943"/>
                    <a:pt x="31313" y="12340"/>
                    <a:pt x="30385" y="11798"/>
                  </a:cubicBezTo>
                  <a:cubicBezTo>
                    <a:pt x="29407" y="11233"/>
                    <a:pt x="28356" y="10753"/>
                    <a:pt x="27208" y="10717"/>
                  </a:cubicBezTo>
                  <a:cubicBezTo>
                    <a:pt x="27169" y="10716"/>
                    <a:pt x="27130" y="10715"/>
                    <a:pt x="27092" y="10715"/>
                  </a:cubicBezTo>
                  <a:cubicBezTo>
                    <a:pt x="26044" y="10715"/>
                    <a:pt x="25053" y="11135"/>
                    <a:pt x="24011" y="11203"/>
                  </a:cubicBezTo>
                  <a:cubicBezTo>
                    <a:pt x="23911" y="11209"/>
                    <a:pt x="23811" y="11212"/>
                    <a:pt x="23712" y="11212"/>
                  </a:cubicBezTo>
                  <a:cubicBezTo>
                    <a:pt x="22786" y="11212"/>
                    <a:pt x="21876" y="10952"/>
                    <a:pt x="21046" y="10544"/>
                  </a:cubicBezTo>
                  <a:cubicBezTo>
                    <a:pt x="19040" y="9552"/>
                    <a:pt x="17610" y="7819"/>
                    <a:pt x="16256" y="6096"/>
                  </a:cubicBezTo>
                  <a:cubicBezTo>
                    <a:pt x="15560" y="5204"/>
                    <a:pt x="14872" y="4303"/>
                    <a:pt x="14100" y="3474"/>
                  </a:cubicBezTo>
                  <a:cubicBezTo>
                    <a:pt x="13292" y="2606"/>
                    <a:pt x="12353" y="1864"/>
                    <a:pt x="11322" y="1278"/>
                  </a:cubicBezTo>
                  <a:cubicBezTo>
                    <a:pt x="10025" y="543"/>
                    <a:pt x="8491" y="1"/>
                    <a:pt x="69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7" name="Google Shape;9857;p37"/>
            <p:cNvSpPr/>
            <p:nvPr/>
          </p:nvSpPr>
          <p:spPr>
            <a:xfrm>
              <a:off x="2271175" y="3195800"/>
              <a:ext cx="758750" cy="513750"/>
            </a:xfrm>
            <a:custGeom>
              <a:avLst/>
              <a:gdLst/>
              <a:ahLst/>
              <a:cxnLst/>
              <a:rect l="l" t="t" r="r" b="b"/>
              <a:pathLst>
                <a:path w="30350" h="20550" extrusionOk="0">
                  <a:moveTo>
                    <a:pt x="7165" y="1"/>
                  </a:moveTo>
                  <a:cubicBezTo>
                    <a:pt x="7010" y="1"/>
                    <a:pt x="6856" y="4"/>
                    <a:pt x="6704" y="12"/>
                  </a:cubicBezTo>
                  <a:cubicBezTo>
                    <a:pt x="6272" y="28"/>
                    <a:pt x="5829" y="62"/>
                    <a:pt x="5410" y="168"/>
                  </a:cubicBezTo>
                  <a:cubicBezTo>
                    <a:pt x="4595" y="378"/>
                    <a:pt x="3800" y="690"/>
                    <a:pt x="3121" y="1193"/>
                  </a:cubicBezTo>
                  <a:cubicBezTo>
                    <a:pt x="2349" y="1758"/>
                    <a:pt x="1724" y="2490"/>
                    <a:pt x="1285" y="3339"/>
                  </a:cubicBezTo>
                  <a:cubicBezTo>
                    <a:pt x="789" y="4293"/>
                    <a:pt x="486" y="5371"/>
                    <a:pt x="310" y="6433"/>
                  </a:cubicBezTo>
                  <a:cubicBezTo>
                    <a:pt x="1" y="8286"/>
                    <a:pt x="200" y="10209"/>
                    <a:pt x="1025" y="11912"/>
                  </a:cubicBezTo>
                  <a:cubicBezTo>
                    <a:pt x="1814" y="13542"/>
                    <a:pt x="2895" y="14943"/>
                    <a:pt x="4219" y="16184"/>
                  </a:cubicBezTo>
                  <a:cubicBezTo>
                    <a:pt x="5759" y="17624"/>
                    <a:pt x="7566" y="18795"/>
                    <a:pt x="9416" y="19797"/>
                  </a:cubicBezTo>
                  <a:cubicBezTo>
                    <a:pt x="9885" y="20050"/>
                    <a:pt x="10350" y="20296"/>
                    <a:pt x="10830" y="20529"/>
                  </a:cubicBezTo>
                  <a:cubicBezTo>
                    <a:pt x="10859" y="20543"/>
                    <a:pt x="10887" y="20550"/>
                    <a:pt x="10913" y="20550"/>
                  </a:cubicBezTo>
                  <a:cubicBezTo>
                    <a:pt x="11069" y="20550"/>
                    <a:pt x="11139" y="20312"/>
                    <a:pt x="10979" y="20209"/>
                  </a:cubicBezTo>
                  <a:cubicBezTo>
                    <a:pt x="9259" y="19101"/>
                    <a:pt x="7473" y="18097"/>
                    <a:pt x="5876" y="16806"/>
                  </a:cubicBezTo>
                  <a:cubicBezTo>
                    <a:pt x="4465" y="15665"/>
                    <a:pt x="3241" y="14331"/>
                    <a:pt x="2379" y="12724"/>
                  </a:cubicBezTo>
                  <a:cubicBezTo>
                    <a:pt x="1627" y="11320"/>
                    <a:pt x="1165" y="9646"/>
                    <a:pt x="1268" y="8046"/>
                  </a:cubicBezTo>
                  <a:cubicBezTo>
                    <a:pt x="1331" y="7081"/>
                    <a:pt x="1567" y="6107"/>
                    <a:pt x="1887" y="5238"/>
                  </a:cubicBezTo>
                  <a:cubicBezTo>
                    <a:pt x="2216" y="4340"/>
                    <a:pt x="2605" y="3508"/>
                    <a:pt x="3238" y="2820"/>
                  </a:cubicBezTo>
                  <a:cubicBezTo>
                    <a:pt x="3297" y="2753"/>
                    <a:pt x="3361" y="2687"/>
                    <a:pt x="3427" y="2623"/>
                  </a:cubicBezTo>
                  <a:cubicBezTo>
                    <a:pt x="3460" y="2587"/>
                    <a:pt x="3497" y="2554"/>
                    <a:pt x="3534" y="2520"/>
                  </a:cubicBezTo>
                  <a:cubicBezTo>
                    <a:pt x="3549" y="2507"/>
                    <a:pt x="3597" y="2463"/>
                    <a:pt x="3601" y="2458"/>
                  </a:cubicBezTo>
                  <a:lnTo>
                    <a:pt x="3601" y="2458"/>
                  </a:lnTo>
                  <a:cubicBezTo>
                    <a:pt x="3743" y="2337"/>
                    <a:pt x="3890" y="2225"/>
                    <a:pt x="4039" y="2118"/>
                  </a:cubicBezTo>
                  <a:cubicBezTo>
                    <a:pt x="4189" y="2015"/>
                    <a:pt x="4345" y="1925"/>
                    <a:pt x="4498" y="1828"/>
                  </a:cubicBezTo>
                  <a:cubicBezTo>
                    <a:pt x="4582" y="1775"/>
                    <a:pt x="4665" y="1718"/>
                    <a:pt x="4751" y="1665"/>
                  </a:cubicBezTo>
                  <a:cubicBezTo>
                    <a:pt x="4785" y="1645"/>
                    <a:pt x="4821" y="1625"/>
                    <a:pt x="4854" y="1605"/>
                  </a:cubicBezTo>
                  <a:cubicBezTo>
                    <a:pt x="4854" y="1605"/>
                    <a:pt x="4960" y="1551"/>
                    <a:pt x="4958" y="1551"/>
                  </a:cubicBezTo>
                  <a:lnTo>
                    <a:pt x="4958" y="1551"/>
                  </a:lnTo>
                  <a:cubicBezTo>
                    <a:pt x="4957" y="1551"/>
                    <a:pt x="4950" y="1554"/>
                    <a:pt x="4934" y="1562"/>
                  </a:cubicBezTo>
                  <a:cubicBezTo>
                    <a:pt x="5280" y="1389"/>
                    <a:pt x="5650" y="1273"/>
                    <a:pt x="6012" y="1136"/>
                  </a:cubicBezTo>
                  <a:cubicBezTo>
                    <a:pt x="6378" y="1003"/>
                    <a:pt x="6757" y="907"/>
                    <a:pt x="7143" y="857"/>
                  </a:cubicBezTo>
                  <a:cubicBezTo>
                    <a:pt x="7482" y="810"/>
                    <a:pt x="7810" y="747"/>
                    <a:pt x="8151" y="747"/>
                  </a:cubicBezTo>
                  <a:cubicBezTo>
                    <a:pt x="8195" y="747"/>
                    <a:pt x="8240" y="748"/>
                    <a:pt x="8284" y="750"/>
                  </a:cubicBezTo>
                  <a:cubicBezTo>
                    <a:pt x="8687" y="767"/>
                    <a:pt x="9086" y="820"/>
                    <a:pt x="9479" y="910"/>
                  </a:cubicBezTo>
                  <a:cubicBezTo>
                    <a:pt x="10417" y="1130"/>
                    <a:pt x="11322" y="1572"/>
                    <a:pt x="12124" y="2094"/>
                  </a:cubicBezTo>
                  <a:cubicBezTo>
                    <a:pt x="12912" y="2620"/>
                    <a:pt x="13637" y="3242"/>
                    <a:pt x="14273" y="3944"/>
                  </a:cubicBezTo>
                  <a:cubicBezTo>
                    <a:pt x="14962" y="4693"/>
                    <a:pt x="15504" y="5528"/>
                    <a:pt x="16066" y="6366"/>
                  </a:cubicBezTo>
                  <a:cubicBezTo>
                    <a:pt x="17147" y="7976"/>
                    <a:pt x="18578" y="9493"/>
                    <a:pt x="20478" y="10089"/>
                  </a:cubicBezTo>
                  <a:cubicBezTo>
                    <a:pt x="20826" y="10199"/>
                    <a:pt x="21190" y="10268"/>
                    <a:pt x="21554" y="10268"/>
                  </a:cubicBezTo>
                  <a:cubicBezTo>
                    <a:pt x="21642" y="10268"/>
                    <a:pt x="21730" y="10264"/>
                    <a:pt x="21818" y="10255"/>
                  </a:cubicBezTo>
                  <a:cubicBezTo>
                    <a:pt x="22264" y="10219"/>
                    <a:pt x="22693" y="10076"/>
                    <a:pt x="23116" y="9929"/>
                  </a:cubicBezTo>
                  <a:cubicBezTo>
                    <a:pt x="23783" y="9701"/>
                    <a:pt x="24443" y="9540"/>
                    <a:pt x="25140" y="9540"/>
                  </a:cubicBezTo>
                  <a:cubicBezTo>
                    <a:pt x="25267" y="9540"/>
                    <a:pt x="25395" y="9545"/>
                    <a:pt x="25524" y="9557"/>
                  </a:cubicBezTo>
                  <a:cubicBezTo>
                    <a:pt x="27101" y="9700"/>
                    <a:pt x="28555" y="10485"/>
                    <a:pt x="29540" y="11726"/>
                  </a:cubicBezTo>
                  <a:cubicBezTo>
                    <a:pt x="29783" y="12032"/>
                    <a:pt x="29986" y="12368"/>
                    <a:pt x="30152" y="12724"/>
                  </a:cubicBezTo>
                  <a:cubicBezTo>
                    <a:pt x="30169" y="12762"/>
                    <a:pt x="30203" y="12778"/>
                    <a:pt x="30236" y="12778"/>
                  </a:cubicBezTo>
                  <a:cubicBezTo>
                    <a:pt x="30293" y="12778"/>
                    <a:pt x="30349" y="12731"/>
                    <a:pt x="30322" y="12664"/>
                  </a:cubicBezTo>
                  <a:lnTo>
                    <a:pt x="30325" y="12661"/>
                  </a:lnTo>
                  <a:cubicBezTo>
                    <a:pt x="29723" y="11183"/>
                    <a:pt x="28462" y="10076"/>
                    <a:pt x="26965" y="9557"/>
                  </a:cubicBezTo>
                  <a:cubicBezTo>
                    <a:pt x="26349" y="9340"/>
                    <a:pt x="25705" y="9229"/>
                    <a:pt x="25054" y="9229"/>
                  </a:cubicBezTo>
                  <a:cubicBezTo>
                    <a:pt x="24917" y="9229"/>
                    <a:pt x="24780" y="9234"/>
                    <a:pt x="24643" y="9244"/>
                  </a:cubicBezTo>
                  <a:cubicBezTo>
                    <a:pt x="24237" y="9280"/>
                    <a:pt x="23838" y="9360"/>
                    <a:pt x="23448" y="9483"/>
                  </a:cubicBezTo>
                  <a:cubicBezTo>
                    <a:pt x="22989" y="9626"/>
                    <a:pt x="22544" y="9809"/>
                    <a:pt x="22071" y="9893"/>
                  </a:cubicBezTo>
                  <a:cubicBezTo>
                    <a:pt x="21912" y="9920"/>
                    <a:pt x="21753" y="9933"/>
                    <a:pt x="21595" y="9933"/>
                  </a:cubicBezTo>
                  <a:cubicBezTo>
                    <a:pt x="20749" y="9933"/>
                    <a:pt x="19929" y="9563"/>
                    <a:pt x="19220" y="9117"/>
                  </a:cubicBezTo>
                  <a:cubicBezTo>
                    <a:pt x="18318" y="8552"/>
                    <a:pt x="17570" y="7783"/>
                    <a:pt x="16968" y="6908"/>
                  </a:cubicBezTo>
                  <a:cubicBezTo>
                    <a:pt x="16375" y="6047"/>
                    <a:pt x="15840" y="5155"/>
                    <a:pt x="15184" y="4340"/>
                  </a:cubicBezTo>
                  <a:cubicBezTo>
                    <a:pt x="14566" y="3562"/>
                    <a:pt x="13864" y="2853"/>
                    <a:pt x="13089" y="2231"/>
                  </a:cubicBezTo>
                  <a:cubicBezTo>
                    <a:pt x="12317" y="1619"/>
                    <a:pt x="11465" y="1096"/>
                    <a:pt x="10550" y="730"/>
                  </a:cubicBezTo>
                  <a:cubicBezTo>
                    <a:pt x="9715" y="398"/>
                    <a:pt x="8860" y="198"/>
                    <a:pt x="7968" y="88"/>
                  </a:cubicBezTo>
                  <a:cubicBezTo>
                    <a:pt x="7752" y="62"/>
                    <a:pt x="7539" y="5"/>
                    <a:pt x="7320" y="2"/>
                  </a:cubicBezTo>
                  <a:cubicBezTo>
                    <a:pt x="7268" y="1"/>
                    <a:pt x="7217" y="1"/>
                    <a:pt x="7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8" name="Google Shape;9858;p37"/>
            <p:cNvSpPr/>
            <p:nvPr/>
          </p:nvSpPr>
          <p:spPr>
            <a:xfrm>
              <a:off x="2211050" y="3124900"/>
              <a:ext cx="345750" cy="231825"/>
            </a:xfrm>
            <a:custGeom>
              <a:avLst/>
              <a:gdLst/>
              <a:ahLst/>
              <a:cxnLst/>
              <a:rect l="l" t="t" r="r" b="b"/>
              <a:pathLst>
                <a:path w="13830" h="9273" extrusionOk="0">
                  <a:moveTo>
                    <a:pt x="7708" y="1"/>
                  </a:moveTo>
                  <a:cubicBezTo>
                    <a:pt x="7454" y="1"/>
                    <a:pt x="7200" y="19"/>
                    <a:pt x="6947" y="57"/>
                  </a:cubicBezTo>
                  <a:cubicBezTo>
                    <a:pt x="4309" y="452"/>
                    <a:pt x="2432" y="2645"/>
                    <a:pt x="1175" y="4834"/>
                  </a:cubicBezTo>
                  <a:cubicBezTo>
                    <a:pt x="782" y="5519"/>
                    <a:pt x="330" y="6241"/>
                    <a:pt x="160" y="7023"/>
                  </a:cubicBezTo>
                  <a:cubicBezTo>
                    <a:pt x="0" y="7752"/>
                    <a:pt x="117" y="8510"/>
                    <a:pt x="280" y="9225"/>
                  </a:cubicBezTo>
                  <a:cubicBezTo>
                    <a:pt x="288" y="9258"/>
                    <a:pt x="313" y="9272"/>
                    <a:pt x="340" y="9272"/>
                  </a:cubicBezTo>
                  <a:cubicBezTo>
                    <a:pt x="379" y="9272"/>
                    <a:pt x="421" y="9243"/>
                    <a:pt x="419" y="9195"/>
                  </a:cubicBezTo>
                  <a:cubicBezTo>
                    <a:pt x="369" y="8547"/>
                    <a:pt x="273" y="7898"/>
                    <a:pt x="373" y="7249"/>
                  </a:cubicBezTo>
                  <a:cubicBezTo>
                    <a:pt x="476" y="6581"/>
                    <a:pt x="825" y="5975"/>
                    <a:pt x="1145" y="5390"/>
                  </a:cubicBezTo>
                  <a:cubicBezTo>
                    <a:pt x="1787" y="4212"/>
                    <a:pt x="2549" y="3061"/>
                    <a:pt x="3547" y="2149"/>
                  </a:cubicBezTo>
                  <a:cubicBezTo>
                    <a:pt x="4395" y="1377"/>
                    <a:pt x="5413" y="782"/>
                    <a:pt x="6531" y="499"/>
                  </a:cubicBezTo>
                  <a:cubicBezTo>
                    <a:pt x="6965" y="390"/>
                    <a:pt x="7408" y="341"/>
                    <a:pt x="7852" y="341"/>
                  </a:cubicBezTo>
                  <a:cubicBezTo>
                    <a:pt x="8638" y="341"/>
                    <a:pt x="9427" y="494"/>
                    <a:pt x="10170" y="739"/>
                  </a:cubicBezTo>
                  <a:cubicBezTo>
                    <a:pt x="10826" y="958"/>
                    <a:pt x="11465" y="1231"/>
                    <a:pt x="12077" y="1554"/>
                  </a:cubicBezTo>
                  <a:cubicBezTo>
                    <a:pt x="12719" y="1893"/>
                    <a:pt x="13324" y="2315"/>
                    <a:pt x="13754" y="2911"/>
                  </a:cubicBezTo>
                  <a:cubicBezTo>
                    <a:pt x="13761" y="2922"/>
                    <a:pt x="13772" y="2926"/>
                    <a:pt x="13782" y="2926"/>
                  </a:cubicBezTo>
                  <a:cubicBezTo>
                    <a:pt x="13806" y="2926"/>
                    <a:pt x="13830" y="2899"/>
                    <a:pt x="13813" y="2871"/>
                  </a:cubicBezTo>
                  <a:cubicBezTo>
                    <a:pt x="13131" y="1780"/>
                    <a:pt x="11867" y="1171"/>
                    <a:pt x="10719" y="692"/>
                  </a:cubicBezTo>
                  <a:cubicBezTo>
                    <a:pt x="9768" y="294"/>
                    <a:pt x="8742" y="1"/>
                    <a:pt x="77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859" name="Google Shape;9859;p37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9860" name="Google Shape;9860;p37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1" name="Google Shape;9861;p37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2" name="Google Shape;9862;p37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3" name="Google Shape;9863;p37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4" name="Google Shape;9864;p37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5" name="Google Shape;9865;p37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6" name="Google Shape;9866;p37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7" name="Google Shape;9867;p37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8" name="Google Shape;9868;p37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9" name="Google Shape;9869;p37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0" name="Google Shape;9870;p37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1" name="Google Shape;9871;p37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2" name="Google Shape;9872;p37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3" name="Google Shape;9873;p37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4" name="Google Shape;9874;p37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5" name="Google Shape;9875;p37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6" name="Google Shape;9876;p37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7" name="Google Shape;9877;p37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8" name="Google Shape;9878;p37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9" name="Google Shape;9879;p37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0" name="Google Shape;9880;p37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1" name="Google Shape;9881;p37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2" name="Google Shape;9882;p37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3" name="Google Shape;9883;p37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4" name="Google Shape;9884;p37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5" name="Google Shape;9885;p37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6" name="Google Shape;9886;p37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7" name="Google Shape;9887;p37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8" name="Google Shape;9888;p37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9" name="Google Shape;9889;p37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0" name="Google Shape;9890;p37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1" name="Google Shape;9891;p37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2" name="Google Shape;9892;p37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3" name="Google Shape;9893;p37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4" name="Google Shape;9894;p37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5" name="Google Shape;9895;p37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6" name="Google Shape;9896;p37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7" name="Google Shape;9897;p37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8" name="Google Shape;9898;p37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9" name="Google Shape;9899;p37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0" name="Google Shape;9900;p37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1" name="Google Shape;9901;p37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2" name="Google Shape;9902;p37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3" name="Google Shape;9903;p37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4" name="Google Shape;9904;p37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5" name="Google Shape;9905;p37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6" name="Google Shape;9906;p37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7" name="Google Shape;9907;p37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8" name="Google Shape;9908;p37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9" name="Google Shape;9909;p37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0" name="Google Shape;9910;p37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1" name="Google Shape;9911;p37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2" name="Google Shape;9912;p37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3" name="Google Shape;9913;p37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4" name="Google Shape;9914;p37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5" name="Google Shape;9915;p37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6" name="Google Shape;9916;p37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7" name="Google Shape;9917;p37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8" name="Google Shape;9918;p37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9" name="Google Shape;9919;p37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0" name="Google Shape;9920;p37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1" name="Google Shape;9921;p37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2" name="Google Shape;9922;p37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3" name="Google Shape;9923;p37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4" name="Google Shape;9924;p37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5" name="Google Shape;9925;p37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6" name="Google Shape;9926;p37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7" name="Google Shape;9927;p37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8" name="Google Shape;9928;p37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9" name="Google Shape;9929;p37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0" name="Google Shape;9930;p37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1" name="Google Shape;9931;p37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2" name="Google Shape;9932;p37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3" name="Google Shape;9933;p37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4" name="Google Shape;9934;p37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5" name="Google Shape;9935;p37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6" name="Google Shape;9936;p37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7" name="Google Shape;9937;p37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8" name="Google Shape;9938;p37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9" name="Google Shape;9939;p37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0" name="Google Shape;9940;p37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1" name="Google Shape;9941;p37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2" name="Google Shape;9942;p37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3" name="Google Shape;9943;p37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4" name="Google Shape;9944;p37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5" name="Google Shape;9945;p37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6" name="Google Shape;9946;p37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7" name="Google Shape;9947;p37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8" name="Google Shape;9948;p37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9" name="Google Shape;9949;p37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0" name="Google Shape;9950;p37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1" name="Google Shape;9951;p37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2" name="Google Shape;9952;p37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3" name="Google Shape;9953;p37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4" name="Google Shape;9954;p37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5" name="Google Shape;9955;p37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6" name="Google Shape;9956;p37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7" name="Google Shape;9957;p37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8" name="Google Shape;9958;p37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9" name="Google Shape;9959;p37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0" name="Google Shape;9960;p37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1" name="Google Shape;9961;p37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2" name="Google Shape;9962;p37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3" name="Google Shape;9963;p37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4" name="Google Shape;9964;p37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5" name="Google Shape;9965;p37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6" name="Google Shape;9966;p37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7" name="Google Shape;9967;p37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8" name="Google Shape;9968;p37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9" name="Google Shape;9969;p37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0" name="Google Shape;9970;p37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1" name="Google Shape;9971;p37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2" name="Google Shape;9972;p37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3" name="Google Shape;9973;p37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4" name="Google Shape;9974;p37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5" name="Google Shape;9975;p37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6" name="Google Shape;9976;p37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7" name="Google Shape;9977;p37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8" name="Google Shape;9978;p37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9" name="Google Shape;9979;p37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0" name="Google Shape;9980;p37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1" name="Google Shape;9981;p37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2" name="Google Shape;9982;p37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3" name="Google Shape;9983;p37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4" name="Google Shape;9984;p37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5" name="Google Shape;9985;p37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6" name="Google Shape;9986;p37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7" name="Google Shape;9987;p37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8" name="Google Shape;9988;p37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9" name="Google Shape;9989;p37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0" name="Google Shape;9990;p37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1" name="Google Shape;9991;p37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2" name="Google Shape;9992;p37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3" name="Google Shape;9993;p37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4" name="Google Shape;9994;p37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5" name="Google Shape;9995;p37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996" name="Google Shape;9996;p37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9997" name="Google Shape;9997;p37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8" name="Google Shape;9998;p37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9" name="Google Shape;9999;p37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0" name="Google Shape;10000;p37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1" name="Google Shape;10001;p37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2" name="Google Shape;10002;p37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3" name="Google Shape;10003;p37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4" name="Google Shape;10004;p37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5" name="Google Shape;10005;p37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6" name="Google Shape;10006;p37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7" name="Google Shape;10007;p37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8" name="Google Shape;10008;p37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9" name="Google Shape;10009;p37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0" name="Google Shape;10010;p37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1" name="Google Shape;10011;p37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2" name="Google Shape;10012;p37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3" name="Google Shape;10013;p37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4" name="Google Shape;10014;p37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5" name="Google Shape;10015;p37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6" name="Google Shape;10016;p37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7" name="Google Shape;10017;p37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8" name="Google Shape;10018;p37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9" name="Google Shape;10019;p37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0" name="Google Shape;10020;p37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1" name="Google Shape;10021;p37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2" name="Google Shape;10022;p37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3" name="Google Shape;10023;p37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4" name="Google Shape;10024;p37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5" name="Google Shape;10025;p37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6" name="Google Shape;10026;p37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7" name="Google Shape;10027;p37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8" name="Google Shape;10028;p37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9" name="Google Shape;10029;p37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0" name="Google Shape;10030;p37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1" name="Google Shape;10031;p37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2" name="Google Shape;10032;p37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3" name="Google Shape;10033;p37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4" name="Google Shape;10034;p37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5" name="Google Shape;10035;p37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6" name="Google Shape;10036;p37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7" name="Google Shape;10037;p37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8" name="Google Shape;10038;p37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9" name="Google Shape;10039;p37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0" name="Google Shape;10040;p37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1" name="Google Shape;10041;p37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2" name="Google Shape;10042;p37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3" name="Google Shape;10043;p37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4" name="Google Shape;10044;p37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5" name="Google Shape;10045;p37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6" name="Google Shape;10046;p37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7" name="Google Shape;10047;p37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8" name="Google Shape;10048;p37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9" name="Google Shape;10049;p37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0" name="Google Shape;10050;p37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1" name="Google Shape;10051;p37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2" name="Google Shape;10052;p37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3" name="Google Shape;10053;p37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4" name="Google Shape;10054;p37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5" name="Google Shape;10055;p37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6" name="Google Shape;10056;p37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7" name="Google Shape;10057;p37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8" name="Google Shape;10058;p37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9" name="Google Shape;10059;p37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0" name="Google Shape;10060;p37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1" name="Google Shape;10061;p37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2" name="Google Shape;10062;p37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3" name="Google Shape;10063;p37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4" name="Google Shape;10064;p37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5" name="Google Shape;10065;p37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6" name="Google Shape;10066;p37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7" name="Google Shape;10067;p37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8" name="Google Shape;10068;p37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9" name="Google Shape;10069;p37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0" name="Google Shape;10070;p37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1" name="Google Shape;10071;p37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2" name="Google Shape;10072;p37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3" name="Google Shape;10073;p37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4" name="Google Shape;10074;p37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5" name="Google Shape;10075;p37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6" name="Google Shape;10076;p37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7" name="Google Shape;10077;p37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8" name="Google Shape;10078;p37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9" name="Google Shape;10079;p37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0" name="Google Shape;10080;p37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1" name="Google Shape;10081;p37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2" name="Google Shape;10082;p37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3" name="Google Shape;10083;p37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4" name="Google Shape;10084;p37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5" name="Google Shape;10085;p37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6" name="Google Shape;10086;p37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7" name="Google Shape;10087;p37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8" name="Google Shape;10088;p37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9" name="Google Shape;10089;p37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0" name="Google Shape;10090;p37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1" name="Google Shape;10091;p37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2" name="Google Shape;10092;p37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3" name="Google Shape;10093;p37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4" name="Google Shape;10094;p37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5" name="Google Shape;10095;p37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6" name="Google Shape;10096;p37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7" name="Google Shape;10097;p37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8" name="Google Shape;10098;p37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9" name="Google Shape;10099;p37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0" name="Google Shape;10100;p37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1" name="Google Shape;10101;p37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2" name="Google Shape;10102;p37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3" name="Google Shape;10103;p37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4" name="Google Shape;10104;p37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5" name="Google Shape;10105;p37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6" name="Google Shape;10106;p37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7" name="Google Shape;10107;p37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8" name="Google Shape;10108;p37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9" name="Google Shape;10109;p37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0" name="Google Shape;10110;p37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1" name="Google Shape;10111;p37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2" name="Google Shape;10112;p37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3" name="Google Shape;10113;p37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4" name="Google Shape;10114;p37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5" name="Google Shape;10115;p37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6" name="Google Shape;10116;p37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7" name="Google Shape;10117;p37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8" name="Google Shape;10118;p37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9" name="Google Shape;10119;p37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0" name="Google Shape;10120;p37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1" name="Google Shape;10121;p37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2" name="Google Shape;10122;p37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3" name="Google Shape;10123;p37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4" name="Google Shape;10124;p37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5" name="Google Shape;10125;p37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6" name="Google Shape;10126;p37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7" name="Google Shape;10127;p37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8" name="Google Shape;10128;p37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9" name="Google Shape;10129;p37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0" name="Google Shape;10130;p37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1" name="Google Shape;10131;p37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2" name="Google Shape;10132;p37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75819427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0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4" name="Google Shape;10134;p38"/>
          <p:cNvGrpSpPr/>
          <p:nvPr/>
        </p:nvGrpSpPr>
        <p:grpSpPr>
          <a:xfrm flipH="1">
            <a:off x="11613166" y="-222468"/>
            <a:ext cx="578831" cy="7314599"/>
            <a:chOff x="13274" y="-166851"/>
            <a:chExt cx="434123" cy="5485949"/>
          </a:xfrm>
        </p:grpSpPr>
        <p:sp>
          <p:nvSpPr>
            <p:cNvPr id="10135" name="Google Shape;10135;p3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6" name="Google Shape;10136;p3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7" name="Google Shape;10137;p3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8" name="Google Shape;10138;p3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9" name="Google Shape;10139;p3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0" name="Google Shape;10140;p3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1" name="Google Shape;10141;p3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2" name="Google Shape;10142;p3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3" name="Google Shape;10143;p3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4" name="Google Shape;10144;p3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5" name="Google Shape;10145;p3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6" name="Google Shape;10146;p3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7" name="Google Shape;10147;p3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8" name="Google Shape;10148;p3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9" name="Google Shape;10149;p3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0" name="Google Shape;10150;p3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1" name="Google Shape;10151;p3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2" name="Google Shape;10152;p3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3" name="Google Shape;10153;p3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4" name="Google Shape;10154;p3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5" name="Google Shape;10155;p3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6" name="Google Shape;10156;p3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7" name="Google Shape;10157;p3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8" name="Google Shape;10158;p3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9" name="Google Shape;10159;p3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0" name="Google Shape;10160;p3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1" name="Google Shape;10161;p3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2" name="Google Shape;10162;p3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3" name="Google Shape;10163;p3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4" name="Google Shape;10164;p3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5" name="Google Shape;10165;p3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6" name="Google Shape;10166;p3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7" name="Google Shape;10167;p3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8" name="Google Shape;10168;p3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9" name="Google Shape;10169;p3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0" name="Google Shape;10170;p3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1" name="Google Shape;10171;p3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2" name="Google Shape;10172;p3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3" name="Google Shape;10173;p3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4" name="Google Shape;10174;p3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5" name="Google Shape;10175;p3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6" name="Google Shape;10176;p3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7" name="Google Shape;10177;p3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8" name="Google Shape;10178;p3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9" name="Google Shape;10179;p3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0" name="Google Shape;10180;p3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1" name="Google Shape;10181;p3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2" name="Google Shape;10182;p3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3" name="Google Shape;10183;p3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4" name="Google Shape;10184;p3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5" name="Google Shape;10185;p3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6" name="Google Shape;10186;p3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7" name="Google Shape;10187;p3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8" name="Google Shape;10188;p3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9" name="Google Shape;10189;p3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0" name="Google Shape;10190;p3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1" name="Google Shape;10191;p3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2" name="Google Shape;10192;p3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3" name="Google Shape;10193;p3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4" name="Google Shape;10194;p3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5" name="Google Shape;10195;p3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6" name="Google Shape;10196;p3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7" name="Google Shape;10197;p3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8" name="Google Shape;10198;p3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9" name="Google Shape;10199;p3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0" name="Google Shape;10200;p3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1" name="Google Shape;10201;p3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2" name="Google Shape;10202;p3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3" name="Google Shape;10203;p3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4" name="Google Shape;10204;p3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5" name="Google Shape;10205;p3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6" name="Google Shape;10206;p3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7" name="Google Shape;10207;p3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8" name="Google Shape;10208;p3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9" name="Google Shape;10209;p3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0" name="Google Shape;10210;p3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1" name="Google Shape;10211;p3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2" name="Google Shape;10212;p3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3" name="Google Shape;10213;p3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4" name="Google Shape;10214;p3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5" name="Google Shape;10215;p3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6" name="Google Shape;10216;p3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7" name="Google Shape;10217;p3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8" name="Google Shape;10218;p3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9" name="Google Shape;10219;p3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0" name="Google Shape;10220;p3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1" name="Google Shape;10221;p3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2" name="Google Shape;10222;p3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3" name="Google Shape;10223;p3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4" name="Google Shape;10224;p3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5" name="Google Shape;10225;p3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6" name="Google Shape;10226;p3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7" name="Google Shape;10227;p3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8" name="Google Shape;10228;p3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9" name="Google Shape;10229;p3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0" name="Google Shape;10230;p3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1" name="Google Shape;10231;p3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2" name="Google Shape;10232;p3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3" name="Google Shape;10233;p3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4" name="Google Shape;10234;p3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5" name="Google Shape;10235;p3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6" name="Google Shape;10236;p3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7" name="Google Shape;10237;p3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8" name="Google Shape;10238;p3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9" name="Google Shape;10239;p3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0" name="Google Shape;10240;p3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1" name="Google Shape;10241;p3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2" name="Google Shape;10242;p3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3" name="Google Shape;10243;p3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4" name="Google Shape;10244;p3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5" name="Google Shape;10245;p3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6" name="Google Shape;10246;p3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7" name="Google Shape;10247;p3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8" name="Google Shape;10248;p3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9" name="Google Shape;10249;p3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0" name="Google Shape;10250;p3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1" name="Google Shape;10251;p3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2" name="Google Shape;10252;p3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3" name="Google Shape;10253;p3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4" name="Google Shape;10254;p3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5" name="Google Shape;10255;p3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6" name="Google Shape;10256;p3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7" name="Google Shape;10257;p3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8" name="Google Shape;10258;p3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9" name="Google Shape;10259;p3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0" name="Google Shape;10260;p3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1" name="Google Shape;10261;p3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2" name="Google Shape;10262;p3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3" name="Google Shape;10263;p3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4" name="Google Shape;10264;p3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5" name="Google Shape;10265;p3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6" name="Google Shape;10266;p3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7" name="Google Shape;10267;p3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8" name="Google Shape;10268;p3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9" name="Google Shape;10269;p3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0" name="Google Shape;10270;p3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271" name="Google Shape;10271;p38"/>
          <p:cNvGrpSpPr/>
          <p:nvPr/>
        </p:nvGrpSpPr>
        <p:grpSpPr>
          <a:xfrm>
            <a:off x="66" y="-222468"/>
            <a:ext cx="578831" cy="7314599"/>
            <a:chOff x="13274" y="-166851"/>
            <a:chExt cx="434123" cy="5485949"/>
          </a:xfrm>
        </p:grpSpPr>
        <p:sp>
          <p:nvSpPr>
            <p:cNvPr id="10272" name="Google Shape;10272;p38"/>
            <p:cNvSpPr/>
            <p:nvPr/>
          </p:nvSpPr>
          <p:spPr>
            <a:xfrm rot="-5400000">
              <a:off x="-76071" y="4648688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0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1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0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2" y="4468"/>
                    <a:pt x="570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3" name="Google Shape;10273;p38"/>
            <p:cNvSpPr/>
            <p:nvPr/>
          </p:nvSpPr>
          <p:spPr>
            <a:xfrm rot="-5400000">
              <a:off x="-60135" y="468016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6" y="0"/>
                  </a:moveTo>
                  <a:cubicBezTo>
                    <a:pt x="137" y="965"/>
                    <a:pt x="0" y="1936"/>
                    <a:pt x="297" y="2781"/>
                  </a:cubicBezTo>
                  <a:cubicBezTo>
                    <a:pt x="646" y="3793"/>
                    <a:pt x="1557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4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8" y="945"/>
                    <a:pt x="11525" y="1893"/>
                    <a:pt x="11242" y="2708"/>
                  </a:cubicBezTo>
                  <a:cubicBezTo>
                    <a:pt x="10913" y="3650"/>
                    <a:pt x="10054" y="4358"/>
                    <a:pt x="8760" y="4751"/>
                  </a:cubicBezTo>
                  <a:cubicBezTo>
                    <a:pt x="6771" y="5356"/>
                    <a:pt x="6099" y="6308"/>
                    <a:pt x="5872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4" name="Google Shape;10274;p38"/>
            <p:cNvSpPr/>
            <p:nvPr/>
          </p:nvSpPr>
          <p:spPr>
            <a:xfrm rot="-5400000">
              <a:off x="73289" y="4749803"/>
              <a:ext cx="91074" cy="203105"/>
            </a:xfrm>
            <a:custGeom>
              <a:avLst/>
              <a:gdLst/>
              <a:ahLst/>
              <a:cxnLst/>
              <a:rect l="l" t="t" r="r" b="b"/>
              <a:pathLst>
                <a:path w="2186" h="4875" extrusionOk="0">
                  <a:moveTo>
                    <a:pt x="1091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1" y="4651"/>
                  </a:cubicBezTo>
                  <a:cubicBezTo>
                    <a:pt x="612" y="4648"/>
                    <a:pt x="223" y="4262"/>
                    <a:pt x="223" y="3780"/>
                  </a:cubicBezTo>
                  <a:cubicBezTo>
                    <a:pt x="223" y="3041"/>
                    <a:pt x="719" y="223"/>
                    <a:pt x="1091" y="223"/>
                  </a:cubicBezTo>
                  <a:close/>
                  <a:moveTo>
                    <a:pt x="1091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1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5" name="Google Shape;10275;p38"/>
            <p:cNvSpPr/>
            <p:nvPr/>
          </p:nvSpPr>
          <p:spPr>
            <a:xfrm rot="-5400000">
              <a:off x="13503" y="4871249"/>
              <a:ext cx="156568" cy="157026"/>
            </a:xfrm>
            <a:custGeom>
              <a:avLst/>
              <a:gdLst/>
              <a:ahLst/>
              <a:cxnLst/>
              <a:rect l="l" t="t" r="r" b="b"/>
              <a:pathLst>
                <a:path w="3758" h="3769" extrusionOk="0">
                  <a:moveTo>
                    <a:pt x="2726" y="0"/>
                  </a:moveTo>
                  <a:cubicBezTo>
                    <a:pt x="1797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0" y="3520"/>
                  </a:cubicBezTo>
                  <a:cubicBezTo>
                    <a:pt x="735" y="3687"/>
                    <a:pt x="981" y="3768"/>
                    <a:pt x="1225" y="3768"/>
                  </a:cubicBezTo>
                  <a:cubicBezTo>
                    <a:pt x="1540" y="3768"/>
                    <a:pt x="1853" y="3633"/>
                    <a:pt x="2070" y="3370"/>
                  </a:cubicBezTo>
                  <a:cubicBezTo>
                    <a:pt x="2250" y="3154"/>
                    <a:pt x="2749" y="2375"/>
                    <a:pt x="3158" y="1597"/>
                  </a:cubicBezTo>
                  <a:cubicBezTo>
                    <a:pt x="3637" y="689"/>
                    <a:pt x="3757" y="240"/>
                    <a:pt x="3740" y="0"/>
                  </a:cubicBezTo>
                  <a:lnTo>
                    <a:pt x="3527" y="0"/>
                  </a:lnTo>
                  <a:cubicBezTo>
                    <a:pt x="3614" y="462"/>
                    <a:pt x="2343" y="2691"/>
                    <a:pt x="1901" y="3230"/>
                  </a:cubicBezTo>
                  <a:cubicBezTo>
                    <a:pt x="1734" y="3430"/>
                    <a:pt x="1488" y="3546"/>
                    <a:pt x="1229" y="3546"/>
                  </a:cubicBezTo>
                  <a:cubicBezTo>
                    <a:pt x="1026" y="3546"/>
                    <a:pt x="829" y="3477"/>
                    <a:pt x="673" y="3347"/>
                  </a:cubicBezTo>
                  <a:cubicBezTo>
                    <a:pt x="304" y="3041"/>
                    <a:pt x="254" y="2492"/>
                    <a:pt x="557" y="2123"/>
                  </a:cubicBezTo>
                  <a:cubicBezTo>
                    <a:pt x="939" y="1660"/>
                    <a:pt x="2446" y="353"/>
                    <a:pt x="3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6" name="Google Shape;10276;p38"/>
            <p:cNvSpPr/>
            <p:nvPr/>
          </p:nvSpPr>
          <p:spPr>
            <a:xfrm rot="-5400000">
              <a:off x="15940" y="4677706"/>
              <a:ext cx="151943" cy="157276"/>
            </a:xfrm>
            <a:custGeom>
              <a:avLst/>
              <a:gdLst/>
              <a:ahLst/>
              <a:cxnLst/>
              <a:rect l="l" t="t" r="r" b="b"/>
              <a:pathLst>
                <a:path w="3647" h="3775" extrusionOk="0">
                  <a:moveTo>
                    <a:pt x="240" y="0"/>
                  </a:moveTo>
                  <a:lnTo>
                    <a:pt x="17" y="3"/>
                  </a:lnTo>
                  <a:cubicBezTo>
                    <a:pt x="1" y="243"/>
                    <a:pt x="120" y="695"/>
                    <a:pt x="599" y="1600"/>
                  </a:cubicBezTo>
                  <a:cubicBezTo>
                    <a:pt x="1005" y="2379"/>
                    <a:pt x="1508" y="3157"/>
                    <a:pt x="1687" y="3377"/>
                  </a:cubicBezTo>
                  <a:cubicBezTo>
                    <a:pt x="1870" y="3600"/>
                    <a:pt x="2136" y="3739"/>
                    <a:pt x="2426" y="3769"/>
                  </a:cubicBezTo>
                  <a:cubicBezTo>
                    <a:pt x="2460" y="3773"/>
                    <a:pt x="2494" y="3774"/>
                    <a:pt x="2528" y="3774"/>
                  </a:cubicBezTo>
                  <a:cubicBezTo>
                    <a:pt x="2782" y="3774"/>
                    <a:pt x="3028" y="3687"/>
                    <a:pt x="3224" y="3523"/>
                  </a:cubicBezTo>
                  <a:cubicBezTo>
                    <a:pt x="3451" y="3340"/>
                    <a:pt x="3590" y="3071"/>
                    <a:pt x="3617" y="2785"/>
                  </a:cubicBezTo>
                  <a:cubicBezTo>
                    <a:pt x="3647" y="2495"/>
                    <a:pt x="3557" y="2206"/>
                    <a:pt x="3374" y="1983"/>
                  </a:cubicBezTo>
                  <a:cubicBezTo>
                    <a:pt x="3194" y="1767"/>
                    <a:pt x="2522" y="1128"/>
                    <a:pt x="1837" y="579"/>
                  </a:cubicBezTo>
                  <a:cubicBezTo>
                    <a:pt x="1584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7" y="752"/>
                  </a:cubicBezTo>
                  <a:cubicBezTo>
                    <a:pt x="2363" y="1281"/>
                    <a:pt x="3031" y="1920"/>
                    <a:pt x="3201" y="2123"/>
                  </a:cubicBezTo>
                  <a:cubicBezTo>
                    <a:pt x="3347" y="2302"/>
                    <a:pt x="3417" y="2532"/>
                    <a:pt x="3397" y="2761"/>
                  </a:cubicBezTo>
                  <a:cubicBezTo>
                    <a:pt x="3374" y="2991"/>
                    <a:pt x="3261" y="3204"/>
                    <a:pt x="3085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2" y="3550"/>
                    <a:pt x="2476" y="3546"/>
                    <a:pt x="2446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91" y="3027"/>
                    <a:pt x="1192" y="2249"/>
                    <a:pt x="796" y="1497"/>
                  </a:cubicBezTo>
                  <a:cubicBezTo>
                    <a:pt x="270" y="496"/>
                    <a:pt x="223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7" name="Google Shape;10277;p38"/>
            <p:cNvSpPr/>
            <p:nvPr/>
          </p:nvSpPr>
          <p:spPr>
            <a:xfrm rot="-5400000">
              <a:off x="30106" y="4882519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89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4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8" name="Google Shape;10278;p38"/>
            <p:cNvSpPr/>
            <p:nvPr/>
          </p:nvSpPr>
          <p:spPr>
            <a:xfrm rot="-5400000">
              <a:off x="101807" y="4771988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0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0" y="3810"/>
                  </a:cubicBezTo>
                  <a:cubicBezTo>
                    <a:pt x="174" y="3810"/>
                    <a:pt x="224" y="376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9" name="Google Shape;10279;p38"/>
            <p:cNvSpPr/>
            <p:nvPr/>
          </p:nvSpPr>
          <p:spPr>
            <a:xfrm rot="-5400000">
              <a:off x="31356" y="471049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0" name="Google Shape;10280;p38"/>
            <p:cNvSpPr/>
            <p:nvPr/>
          </p:nvSpPr>
          <p:spPr>
            <a:xfrm rot="-5400000">
              <a:off x="174300" y="4915724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4" y="420"/>
                    <a:pt x="124" y="540"/>
                    <a:pt x="270" y="540"/>
                  </a:cubicBezTo>
                  <a:cubicBezTo>
                    <a:pt x="420" y="540"/>
                    <a:pt x="540" y="420"/>
                    <a:pt x="540" y="270"/>
                  </a:cubicBezTo>
                  <a:cubicBezTo>
                    <a:pt x="540" y="124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1" name="Google Shape;10281;p38"/>
            <p:cNvSpPr/>
            <p:nvPr/>
          </p:nvSpPr>
          <p:spPr>
            <a:xfrm rot="-5400000">
              <a:off x="53791" y="5017776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9" y="536"/>
                    <a:pt x="539" y="417"/>
                    <a:pt x="539" y="267"/>
                  </a:cubicBezTo>
                  <a:cubicBezTo>
                    <a:pt x="539" y="121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2" name="Google Shape;10282;p38"/>
            <p:cNvSpPr/>
            <p:nvPr/>
          </p:nvSpPr>
          <p:spPr>
            <a:xfrm rot="-5400000">
              <a:off x="53791" y="4663645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4" y="1"/>
                    <a:pt x="0" y="121"/>
                    <a:pt x="0" y="267"/>
                  </a:cubicBezTo>
                  <a:cubicBezTo>
                    <a:pt x="0" y="417"/>
                    <a:pt x="124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3" name="Google Shape;10283;p38"/>
            <p:cNvSpPr/>
            <p:nvPr/>
          </p:nvSpPr>
          <p:spPr>
            <a:xfrm rot="-5400000">
              <a:off x="174300" y="4766281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4" name="Google Shape;10284;p38"/>
            <p:cNvSpPr/>
            <p:nvPr/>
          </p:nvSpPr>
          <p:spPr>
            <a:xfrm rot="-5400000">
              <a:off x="-76071" y="4079162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78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4" y="1181"/>
                    <a:pt x="13169" y="0"/>
                  </a:cubicBezTo>
                  <a:lnTo>
                    <a:pt x="12909" y="0"/>
                  </a:lnTo>
                  <a:cubicBezTo>
                    <a:pt x="13605" y="1161"/>
                    <a:pt x="13801" y="2332"/>
                    <a:pt x="13451" y="3334"/>
                  </a:cubicBezTo>
                  <a:cubicBezTo>
                    <a:pt x="13056" y="4468"/>
                    <a:pt x="12024" y="5316"/>
                    <a:pt x="10467" y="5789"/>
                  </a:cubicBezTo>
                  <a:cubicBezTo>
                    <a:pt x="8032" y="6527"/>
                    <a:pt x="7253" y="7702"/>
                    <a:pt x="7011" y="8311"/>
                  </a:cubicBezTo>
                  <a:cubicBezTo>
                    <a:pt x="6764" y="7702"/>
                    <a:pt x="5986" y="6527"/>
                    <a:pt x="3551" y="5789"/>
                  </a:cubicBezTo>
                  <a:cubicBezTo>
                    <a:pt x="1994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5" name="Google Shape;10285;p38"/>
            <p:cNvSpPr/>
            <p:nvPr/>
          </p:nvSpPr>
          <p:spPr>
            <a:xfrm rot="-5400000">
              <a:off x="-60135" y="4110638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6" name="Google Shape;10286;p38"/>
            <p:cNvSpPr/>
            <p:nvPr/>
          </p:nvSpPr>
          <p:spPr>
            <a:xfrm rot="-5400000">
              <a:off x="73206" y="4180318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63" y="4262"/>
                    <a:pt x="1574" y="4648"/>
                    <a:pt x="1095" y="4651"/>
                  </a:cubicBezTo>
                  <a:cubicBezTo>
                    <a:pt x="612" y="4648"/>
                    <a:pt x="226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89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1"/>
                    <a:pt x="2186" y="4385"/>
                    <a:pt x="2189" y="3780"/>
                  </a:cubicBezTo>
                  <a:cubicBezTo>
                    <a:pt x="2189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7" name="Google Shape;10287;p38"/>
            <p:cNvSpPr/>
            <p:nvPr/>
          </p:nvSpPr>
          <p:spPr>
            <a:xfrm rot="-5400000">
              <a:off x="13607" y="4301785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2" y="0"/>
                  </a:moveTo>
                  <a:cubicBezTo>
                    <a:pt x="1793" y="569"/>
                    <a:pt x="542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2" y="3687"/>
                    <a:pt x="978" y="3768"/>
                    <a:pt x="1223" y="3768"/>
                  </a:cubicBezTo>
                  <a:cubicBezTo>
                    <a:pt x="1538" y="3768"/>
                    <a:pt x="1852" y="3633"/>
                    <a:pt x="2069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6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3" y="3430"/>
                    <a:pt x="1487" y="3546"/>
                    <a:pt x="1224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8" name="Google Shape;10288;p38"/>
            <p:cNvSpPr/>
            <p:nvPr/>
          </p:nvSpPr>
          <p:spPr>
            <a:xfrm rot="-5400000">
              <a:off x="15940" y="4108138"/>
              <a:ext cx="151818" cy="157151"/>
            </a:xfrm>
            <a:custGeom>
              <a:avLst/>
              <a:gdLst/>
              <a:ahLst/>
              <a:cxnLst/>
              <a:rect l="l" t="t" r="r" b="b"/>
              <a:pathLst>
                <a:path w="3644" h="3772" extrusionOk="0">
                  <a:moveTo>
                    <a:pt x="13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1" y="2375"/>
                    <a:pt x="1504" y="3157"/>
                    <a:pt x="1683" y="3373"/>
                  </a:cubicBezTo>
                  <a:cubicBezTo>
                    <a:pt x="1866" y="3596"/>
                    <a:pt x="2133" y="3739"/>
                    <a:pt x="2422" y="3766"/>
                  </a:cubicBezTo>
                  <a:cubicBezTo>
                    <a:pt x="2459" y="3770"/>
                    <a:pt x="2495" y="3772"/>
                    <a:pt x="2532" y="3772"/>
                  </a:cubicBezTo>
                  <a:cubicBezTo>
                    <a:pt x="2783" y="3772"/>
                    <a:pt x="3026" y="3683"/>
                    <a:pt x="3220" y="3520"/>
                  </a:cubicBezTo>
                  <a:cubicBezTo>
                    <a:pt x="3447" y="3337"/>
                    <a:pt x="3586" y="3071"/>
                    <a:pt x="3613" y="2781"/>
                  </a:cubicBezTo>
                  <a:cubicBezTo>
                    <a:pt x="3643" y="2492"/>
                    <a:pt x="3553" y="2206"/>
                    <a:pt x="3370" y="1983"/>
                  </a:cubicBezTo>
                  <a:cubicBezTo>
                    <a:pt x="3191" y="1763"/>
                    <a:pt x="2519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8" y="1916"/>
                    <a:pt x="3197" y="2123"/>
                  </a:cubicBezTo>
                  <a:cubicBezTo>
                    <a:pt x="3344" y="2299"/>
                    <a:pt x="3413" y="2528"/>
                    <a:pt x="3390" y="2758"/>
                  </a:cubicBezTo>
                  <a:cubicBezTo>
                    <a:pt x="3370" y="2991"/>
                    <a:pt x="3257" y="3200"/>
                    <a:pt x="3077" y="3347"/>
                  </a:cubicBezTo>
                  <a:cubicBezTo>
                    <a:pt x="2921" y="3477"/>
                    <a:pt x="2725" y="3546"/>
                    <a:pt x="2525" y="3546"/>
                  </a:cubicBezTo>
                  <a:cubicBezTo>
                    <a:pt x="2499" y="3546"/>
                    <a:pt x="2469" y="3546"/>
                    <a:pt x="2442" y="3543"/>
                  </a:cubicBezTo>
                  <a:cubicBezTo>
                    <a:pt x="2212" y="3523"/>
                    <a:pt x="2000" y="3410"/>
                    <a:pt x="1853" y="3230"/>
                  </a:cubicBezTo>
                  <a:cubicBezTo>
                    <a:pt x="1683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9" name="Google Shape;10289;p38"/>
            <p:cNvSpPr/>
            <p:nvPr/>
          </p:nvSpPr>
          <p:spPr>
            <a:xfrm rot="-5400000">
              <a:off x="30022" y="4313034"/>
              <a:ext cx="92491" cy="107739"/>
            </a:xfrm>
            <a:custGeom>
              <a:avLst/>
              <a:gdLst/>
              <a:ahLst/>
              <a:cxnLst/>
              <a:rect l="l" t="t" r="r" b="b"/>
              <a:pathLst>
                <a:path w="2220" h="2586" extrusionOk="0">
                  <a:moveTo>
                    <a:pt x="2093" y="1"/>
                  </a:moveTo>
                  <a:cubicBezTo>
                    <a:pt x="2059" y="4"/>
                    <a:pt x="2029" y="17"/>
                    <a:pt x="2010" y="44"/>
                  </a:cubicBezTo>
                  <a:lnTo>
                    <a:pt x="40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9" y="140"/>
                    <a:pt x="2212" y="67"/>
                    <a:pt x="2166" y="31"/>
                  </a:cubicBezTo>
                  <a:cubicBezTo>
                    <a:pt x="2146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0" name="Google Shape;10290;p38"/>
            <p:cNvSpPr/>
            <p:nvPr/>
          </p:nvSpPr>
          <p:spPr>
            <a:xfrm rot="-5400000">
              <a:off x="101807" y="4202587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60"/>
                    <a:pt x="50" y="3810"/>
                    <a:pt x="114" y="3810"/>
                  </a:cubicBezTo>
                  <a:cubicBezTo>
                    <a:pt x="174" y="3807"/>
                    <a:pt x="223" y="3757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1" name="Google Shape;10291;p38"/>
            <p:cNvSpPr/>
            <p:nvPr/>
          </p:nvSpPr>
          <p:spPr>
            <a:xfrm rot="-5400000">
              <a:off x="31293" y="4141031"/>
              <a:ext cx="89824" cy="107614"/>
            </a:xfrm>
            <a:custGeom>
              <a:avLst/>
              <a:gdLst/>
              <a:ahLst/>
              <a:cxnLst/>
              <a:rect l="l" t="t" r="r" b="b"/>
              <a:pathLst>
                <a:path w="2156" h="2583" extrusionOk="0">
                  <a:moveTo>
                    <a:pt x="126" y="1"/>
                  </a:moveTo>
                  <a:cubicBezTo>
                    <a:pt x="100" y="1"/>
                    <a:pt x="77" y="11"/>
                    <a:pt x="57" y="27"/>
                  </a:cubicBezTo>
                  <a:cubicBezTo>
                    <a:pt x="7" y="64"/>
                    <a:pt x="0" y="134"/>
                    <a:pt x="40" y="184"/>
                  </a:cubicBezTo>
                  <a:lnTo>
                    <a:pt x="1943" y="2542"/>
                  </a:lnTo>
                  <a:cubicBezTo>
                    <a:pt x="1966" y="2569"/>
                    <a:pt x="1998" y="2582"/>
                    <a:pt x="2030" y="2582"/>
                  </a:cubicBezTo>
                  <a:cubicBezTo>
                    <a:pt x="2055" y="2582"/>
                    <a:pt x="2079" y="2575"/>
                    <a:pt x="2099" y="2559"/>
                  </a:cubicBezTo>
                  <a:cubicBezTo>
                    <a:pt x="2149" y="2519"/>
                    <a:pt x="2156" y="2449"/>
                    <a:pt x="2116" y="2403"/>
                  </a:cubicBezTo>
                  <a:lnTo>
                    <a:pt x="213" y="44"/>
                  </a:lnTo>
                  <a:cubicBezTo>
                    <a:pt x="190" y="17"/>
                    <a:pt x="160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2" name="Google Shape;10292;p38"/>
            <p:cNvSpPr/>
            <p:nvPr/>
          </p:nvSpPr>
          <p:spPr>
            <a:xfrm rot="-5400000">
              <a:off x="174300" y="434619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1" y="1"/>
                    <a:pt x="1" y="124"/>
                    <a:pt x="1" y="270"/>
                  </a:cubicBezTo>
                  <a:cubicBezTo>
                    <a:pt x="1" y="420"/>
                    <a:pt x="121" y="540"/>
                    <a:pt x="270" y="540"/>
                  </a:cubicBezTo>
                  <a:cubicBezTo>
                    <a:pt x="417" y="540"/>
                    <a:pt x="540" y="420"/>
                    <a:pt x="540" y="270"/>
                  </a:cubicBezTo>
                  <a:cubicBezTo>
                    <a:pt x="540" y="124"/>
                    <a:pt x="417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3" name="Google Shape;10293;p38"/>
            <p:cNvSpPr/>
            <p:nvPr/>
          </p:nvSpPr>
          <p:spPr>
            <a:xfrm rot="-5400000">
              <a:off x="53853" y="4448313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6" y="417"/>
                    <a:pt x="536" y="267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4" name="Google Shape;10294;p38"/>
            <p:cNvSpPr/>
            <p:nvPr/>
          </p:nvSpPr>
          <p:spPr>
            <a:xfrm rot="-5400000">
              <a:off x="53791" y="409411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16" y="536"/>
                    <a:pt x="540" y="417"/>
                    <a:pt x="540" y="267"/>
                  </a:cubicBezTo>
                  <a:cubicBezTo>
                    <a:pt x="540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5" name="Google Shape;10295;p38"/>
            <p:cNvSpPr/>
            <p:nvPr/>
          </p:nvSpPr>
          <p:spPr>
            <a:xfrm rot="-5400000">
              <a:off x="174362" y="4196817"/>
              <a:ext cx="22373" cy="22498"/>
            </a:xfrm>
            <a:custGeom>
              <a:avLst/>
              <a:gdLst/>
              <a:ahLst/>
              <a:cxnLst/>
              <a:rect l="l" t="t" r="r" b="b"/>
              <a:pathLst>
                <a:path w="537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6" name="Google Shape;10296;p38"/>
            <p:cNvSpPr/>
            <p:nvPr/>
          </p:nvSpPr>
          <p:spPr>
            <a:xfrm rot="-5400000">
              <a:off x="-76071" y="3509761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6" y="6967"/>
                    <a:pt x="10534" y="6002"/>
                  </a:cubicBezTo>
                  <a:cubicBezTo>
                    <a:pt x="12161" y="5509"/>
                    <a:pt x="13242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4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0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7" name="Google Shape;10297;p38"/>
            <p:cNvSpPr/>
            <p:nvPr/>
          </p:nvSpPr>
          <p:spPr>
            <a:xfrm rot="-5400000">
              <a:off x="-60198" y="3541174"/>
              <a:ext cx="489451" cy="342507"/>
            </a:xfrm>
            <a:custGeom>
              <a:avLst/>
              <a:gdLst/>
              <a:ahLst/>
              <a:cxnLst/>
              <a:rect l="l" t="t" r="r" b="b"/>
              <a:pathLst>
                <a:path w="11748" h="8221" extrusionOk="0">
                  <a:moveTo>
                    <a:pt x="666" y="0"/>
                  </a:moveTo>
                  <a:cubicBezTo>
                    <a:pt x="137" y="965"/>
                    <a:pt x="1" y="1936"/>
                    <a:pt x="297" y="2781"/>
                  </a:cubicBezTo>
                  <a:cubicBezTo>
                    <a:pt x="649" y="3793"/>
                    <a:pt x="1558" y="4548"/>
                    <a:pt x="2925" y="4964"/>
                  </a:cubicBezTo>
                  <a:cubicBezTo>
                    <a:pt x="5566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6" y="7223"/>
                  </a:lnTo>
                  <a:cubicBezTo>
                    <a:pt x="5986" y="7209"/>
                    <a:pt x="6182" y="5766"/>
                    <a:pt x="8823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11" y="965"/>
                    <a:pt x="11082" y="0"/>
                  </a:cubicBezTo>
                  <a:lnTo>
                    <a:pt x="10830" y="0"/>
                  </a:lnTo>
                  <a:cubicBezTo>
                    <a:pt x="11379" y="945"/>
                    <a:pt x="11525" y="1893"/>
                    <a:pt x="11242" y="2708"/>
                  </a:cubicBezTo>
                  <a:cubicBezTo>
                    <a:pt x="10916" y="3650"/>
                    <a:pt x="10058" y="4358"/>
                    <a:pt x="8760" y="4751"/>
                  </a:cubicBezTo>
                  <a:cubicBezTo>
                    <a:pt x="6771" y="5356"/>
                    <a:pt x="6099" y="6308"/>
                    <a:pt x="5876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2" y="3650"/>
                    <a:pt x="506" y="2708"/>
                  </a:cubicBezTo>
                  <a:cubicBezTo>
                    <a:pt x="223" y="1893"/>
                    <a:pt x="370" y="94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8" name="Google Shape;10298;p38"/>
            <p:cNvSpPr/>
            <p:nvPr/>
          </p:nvSpPr>
          <p:spPr>
            <a:xfrm rot="-5400000">
              <a:off x="73268" y="3610855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lnTo>
                    <a:pt x="1966" y="3780"/>
                  </a:lnTo>
                  <a:cubicBezTo>
                    <a:pt x="1963" y="4262"/>
                    <a:pt x="1574" y="4651"/>
                    <a:pt x="1092" y="4651"/>
                  </a:cubicBezTo>
                  <a:cubicBezTo>
                    <a:pt x="612" y="4651"/>
                    <a:pt x="220" y="4262"/>
                    <a:pt x="220" y="3780"/>
                  </a:cubicBezTo>
                  <a:cubicBezTo>
                    <a:pt x="220" y="3041"/>
                    <a:pt x="716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9" name="Google Shape;10299;p38"/>
            <p:cNvSpPr/>
            <p:nvPr/>
          </p:nvSpPr>
          <p:spPr>
            <a:xfrm rot="-5400000">
              <a:off x="13587" y="3732238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4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39" y="3769"/>
                    <a:pt x="1851" y="3634"/>
                    <a:pt x="2066" y="3373"/>
                  </a:cubicBezTo>
                  <a:cubicBezTo>
                    <a:pt x="2246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6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5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39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0" name="Google Shape;10300;p38"/>
            <p:cNvSpPr/>
            <p:nvPr/>
          </p:nvSpPr>
          <p:spPr>
            <a:xfrm rot="-5400000">
              <a:off x="15920" y="3538799"/>
              <a:ext cx="151818" cy="157109"/>
            </a:xfrm>
            <a:custGeom>
              <a:avLst/>
              <a:gdLst/>
              <a:ahLst/>
              <a:cxnLst/>
              <a:rect l="l" t="t" r="r" b="b"/>
              <a:pathLst>
                <a:path w="3644" h="3771" extrusionOk="0">
                  <a:moveTo>
                    <a:pt x="14" y="0"/>
                  </a:moveTo>
                  <a:cubicBezTo>
                    <a:pt x="1" y="240"/>
                    <a:pt x="117" y="692"/>
                    <a:pt x="596" y="1600"/>
                  </a:cubicBezTo>
                  <a:cubicBezTo>
                    <a:pt x="1002" y="2375"/>
                    <a:pt x="1505" y="3154"/>
                    <a:pt x="1684" y="3373"/>
                  </a:cubicBezTo>
                  <a:cubicBezTo>
                    <a:pt x="1867" y="3596"/>
                    <a:pt x="2133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79" y="3771"/>
                    <a:pt x="3025" y="3684"/>
                    <a:pt x="3221" y="3520"/>
                  </a:cubicBezTo>
                  <a:cubicBezTo>
                    <a:pt x="3448" y="3337"/>
                    <a:pt x="3587" y="3071"/>
                    <a:pt x="3614" y="2781"/>
                  </a:cubicBezTo>
                  <a:cubicBezTo>
                    <a:pt x="3644" y="2492"/>
                    <a:pt x="3554" y="2206"/>
                    <a:pt x="3371" y="1983"/>
                  </a:cubicBezTo>
                  <a:cubicBezTo>
                    <a:pt x="3191" y="1767"/>
                    <a:pt x="2519" y="1128"/>
                    <a:pt x="1834" y="579"/>
                  </a:cubicBezTo>
                  <a:cubicBezTo>
                    <a:pt x="1581" y="373"/>
                    <a:pt x="1315" y="180"/>
                    <a:pt x="1042" y="3"/>
                  </a:cubicBezTo>
                  <a:lnTo>
                    <a:pt x="583" y="3"/>
                  </a:lnTo>
                  <a:cubicBezTo>
                    <a:pt x="796" y="100"/>
                    <a:pt x="1139" y="306"/>
                    <a:pt x="1694" y="752"/>
                  </a:cubicBezTo>
                  <a:cubicBezTo>
                    <a:pt x="2360" y="1281"/>
                    <a:pt x="3028" y="1920"/>
                    <a:pt x="3198" y="2123"/>
                  </a:cubicBezTo>
                  <a:cubicBezTo>
                    <a:pt x="3344" y="2302"/>
                    <a:pt x="3414" y="2532"/>
                    <a:pt x="3394" y="2761"/>
                  </a:cubicBezTo>
                  <a:cubicBezTo>
                    <a:pt x="3371" y="2991"/>
                    <a:pt x="3258" y="3204"/>
                    <a:pt x="3082" y="3350"/>
                  </a:cubicBezTo>
                  <a:cubicBezTo>
                    <a:pt x="2925" y="3480"/>
                    <a:pt x="2729" y="3550"/>
                    <a:pt x="2529" y="3550"/>
                  </a:cubicBezTo>
                  <a:cubicBezTo>
                    <a:pt x="2503" y="3550"/>
                    <a:pt x="2473" y="3546"/>
                    <a:pt x="2446" y="3546"/>
                  </a:cubicBezTo>
                  <a:cubicBezTo>
                    <a:pt x="2213" y="3523"/>
                    <a:pt x="2004" y="3410"/>
                    <a:pt x="1857" y="3234"/>
                  </a:cubicBezTo>
                  <a:cubicBezTo>
                    <a:pt x="1688" y="3027"/>
                    <a:pt x="1189" y="2249"/>
                    <a:pt x="793" y="1497"/>
                  </a:cubicBezTo>
                  <a:cubicBezTo>
                    <a:pt x="267" y="496"/>
                    <a:pt x="221" y="13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1" name="Google Shape;10301;p38"/>
            <p:cNvSpPr/>
            <p:nvPr/>
          </p:nvSpPr>
          <p:spPr>
            <a:xfrm rot="-5400000">
              <a:off x="30106" y="3743591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0" y="1"/>
                  </a:moveTo>
                  <a:cubicBezTo>
                    <a:pt x="2056" y="4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7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8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70"/>
                    <a:pt x="2163" y="31"/>
                  </a:cubicBezTo>
                  <a:cubicBezTo>
                    <a:pt x="2143" y="11"/>
                    <a:pt x="2116" y="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2" name="Google Shape;10302;p38"/>
            <p:cNvSpPr/>
            <p:nvPr/>
          </p:nvSpPr>
          <p:spPr>
            <a:xfrm rot="-5400000">
              <a:off x="101807" y="3633061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1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1" y="3810"/>
                    <a:pt x="111" y="3810"/>
                  </a:cubicBezTo>
                  <a:cubicBezTo>
                    <a:pt x="174" y="3810"/>
                    <a:pt x="224" y="3757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3" name="Google Shape;10303;p38"/>
            <p:cNvSpPr/>
            <p:nvPr/>
          </p:nvSpPr>
          <p:spPr>
            <a:xfrm rot="-5400000">
              <a:off x="31356" y="3571567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6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4" name="Google Shape;10304;p38"/>
            <p:cNvSpPr/>
            <p:nvPr/>
          </p:nvSpPr>
          <p:spPr>
            <a:xfrm rot="-5400000">
              <a:off x="174383" y="3776713"/>
              <a:ext cx="22331" cy="22498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266" y="1"/>
                  </a:moveTo>
                  <a:cubicBezTo>
                    <a:pt x="120" y="1"/>
                    <a:pt x="0" y="121"/>
                    <a:pt x="0" y="270"/>
                  </a:cubicBezTo>
                  <a:cubicBezTo>
                    <a:pt x="0" y="420"/>
                    <a:pt x="120" y="540"/>
                    <a:pt x="266" y="540"/>
                  </a:cubicBezTo>
                  <a:cubicBezTo>
                    <a:pt x="416" y="540"/>
                    <a:pt x="536" y="420"/>
                    <a:pt x="536" y="270"/>
                  </a:cubicBezTo>
                  <a:cubicBezTo>
                    <a:pt x="536" y="124"/>
                    <a:pt x="416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5" name="Google Shape;10305;p38"/>
            <p:cNvSpPr/>
            <p:nvPr/>
          </p:nvSpPr>
          <p:spPr>
            <a:xfrm rot="-5400000">
              <a:off x="53791" y="3878849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67" y="1"/>
                  </a:moveTo>
                  <a:cubicBezTo>
                    <a:pt x="120" y="1"/>
                    <a:pt x="0" y="119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272" y="536"/>
                    <a:pt x="274" y="536"/>
                    <a:pt x="276" y="536"/>
                  </a:cubicBezTo>
                  <a:cubicBezTo>
                    <a:pt x="423" y="536"/>
                    <a:pt x="539" y="415"/>
                    <a:pt x="539" y="267"/>
                  </a:cubicBezTo>
                  <a:cubicBezTo>
                    <a:pt x="539" y="121"/>
                    <a:pt x="419" y="1"/>
                    <a:pt x="273" y="1"/>
                  </a:cubicBezTo>
                  <a:cubicBezTo>
                    <a:pt x="271" y="1"/>
                    <a:pt x="269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6" name="Google Shape;10306;p38"/>
            <p:cNvSpPr/>
            <p:nvPr/>
          </p:nvSpPr>
          <p:spPr>
            <a:xfrm rot="-5400000">
              <a:off x="53853" y="3524655"/>
              <a:ext cx="22373" cy="22373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7" y="1"/>
                  </a:moveTo>
                  <a:cubicBezTo>
                    <a:pt x="121" y="1"/>
                    <a:pt x="1" y="121"/>
                    <a:pt x="1" y="267"/>
                  </a:cubicBezTo>
                  <a:cubicBezTo>
                    <a:pt x="1" y="417"/>
                    <a:pt x="121" y="536"/>
                    <a:pt x="267" y="536"/>
                  </a:cubicBezTo>
                  <a:cubicBezTo>
                    <a:pt x="417" y="536"/>
                    <a:pt x="536" y="417"/>
                    <a:pt x="536" y="267"/>
                  </a:cubicBezTo>
                  <a:cubicBezTo>
                    <a:pt x="536" y="121"/>
                    <a:pt x="417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7" name="Google Shape;10307;p38"/>
            <p:cNvSpPr/>
            <p:nvPr/>
          </p:nvSpPr>
          <p:spPr>
            <a:xfrm rot="-5400000">
              <a:off x="174300" y="3627353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3" y="1"/>
                    <a:pt x="0" y="124"/>
                    <a:pt x="0" y="270"/>
                  </a:cubicBezTo>
                  <a:cubicBezTo>
                    <a:pt x="0" y="420"/>
                    <a:pt x="123" y="540"/>
                    <a:pt x="270" y="540"/>
                  </a:cubicBezTo>
                  <a:cubicBezTo>
                    <a:pt x="419" y="540"/>
                    <a:pt x="539" y="420"/>
                    <a:pt x="539" y="270"/>
                  </a:cubicBezTo>
                  <a:cubicBezTo>
                    <a:pt x="539" y="124"/>
                    <a:pt x="419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8" name="Google Shape;10308;p38"/>
            <p:cNvSpPr/>
            <p:nvPr/>
          </p:nvSpPr>
          <p:spPr>
            <a:xfrm rot="-5400000">
              <a:off x="-76134" y="2940297"/>
              <a:ext cx="584275" cy="405459"/>
            </a:xfrm>
            <a:custGeom>
              <a:avLst/>
              <a:gdLst/>
              <a:ahLst/>
              <a:cxnLst/>
              <a:rect l="l" t="t" r="r" b="b"/>
              <a:pathLst>
                <a:path w="14024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0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10" y="9731"/>
                  </a:lnTo>
                  <a:lnTo>
                    <a:pt x="7123" y="8726"/>
                  </a:lnTo>
                  <a:cubicBezTo>
                    <a:pt x="7123" y="8706"/>
                    <a:pt x="7356" y="6967"/>
                    <a:pt x="10534" y="6002"/>
                  </a:cubicBezTo>
                  <a:cubicBezTo>
                    <a:pt x="12164" y="5509"/>
                    <a:pt x="13245" y="4611"/>
                    <a:pt x="13664" y="3407"/>
                  </a:cubicBezTo>
                  <a:cubicBezTo>
                    <a:pt x="14023" y="2372"/>
                    <a:pt x="13847" y="1181"/>
                    <a:pt x="13175" y="0"/>
                  </a:cubicBezTo>
                  <a:lnTo>
                    <a:pt x="12916" y="0"/>
                  </a:lnTo>
                  <a:cubicBezTo>
                    <a:pt x="13611" y="1161"/>
                    <a:pt x="13804" y="2332"/>
                    <a:pt x="13455" y="3334"/>
                  </a:cubicBezTo>
                  <a:cubicBezTo>
                    <a:pt x="13059" y="4468"/>
                    <a:pt x="12027" y="5316"/>
                    <a:pt x="10470" y="5789"/>
                  </a:cubicBezTo>
                  <a:cubicBezTo>
                    <a:pt x="8035" y="6527"/>
                    <a:pt x="7257" y="7702"/>
                    <a:pt x="7014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5" y="4468"/>
                    <a:pt x="570" y="3334"/>
                  </a:cubicBezTo>
                  <a:cubicBezTo>
                    <a:pt x="224" y="2332"/>
                    <a:pt x="416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9" name="Google Shape;10309;p38"/>
            <p:cNvSpPr/>
            <p:nvPr/>
          </p:nvSpPr>
          <p:spPr>
            <a:xfrm rot="-5400000">
              <a:off x="-60135" y="2971710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3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2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4" y="5353"/>
                    <a:pt x="2988" y="4751"/>
                  </a:cubicBezTo>
                  <a:cubicBezTo>
                    <a:pt x="1691" y="4358"/>
                    <a:pt x="832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0" name="Google Shape;10310;p38"/>
            <p:cNvSpPr/>
            <p:nvPr/>
          </p:nvSpPr>
          <p:spPr>
            <a:xfrm rot="-5400000">
              <a:off x="73268" y="3041328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0" y="4259"/>
                    <a:pt x="1571" y="4648"/>
                    <a:pt x="1092" y="4651"/>
                  </a:cubicBezTo>
                  <a:cubicBezTo>
                    <a:pt x="613" y="4648"/>
                    <a:pt x="223" y="4262"/>
                    <a:pt x="220" y="3780"/>
                  </a:cubicBezTo>
                  <a:cubicBezTo>
                    <a:pt x="220" y="3041"/>
                    <a:pt x="719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2"/>
                    <a:pt x="490" y="4871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1" name="Google Shape;10311;p38"/>
            <p:cNvSpPr/>
            <p:nvPr/>
          </p:nvSpPr>
          <p:spPr>
            <a:xfrm rot="-5400000">
              <a:off x="13607" y="3162858"/>
              <a:ext cx="156359" cy="157026"/>
            </a:xfrm>
            <a:custGeom>
              <a:avLst/>
              <a:gdLst/>
              <a:ahLst/>
              <a:cxnLst/>
              <a:rect l="l" t="t" r="r" b="b"/>
              <a:pathLst>
                <a:path w="3753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7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48" y="2375"/>
                    <a:pt x="3157" y="1597"/>
                  </a:cubicBezTo>
                  <a:cubicBezTo>
                    <a:pt x="3637" y="689"/>
                    <a:pt x="3753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34" y="3430"/>
                    <a:pt x="1487" y="3546"/>
                    <a:pt x="1228" y="3546"/>
                  </a:cubicBezTo>
                  <a:cubicBezTo>
                    <a:pt x="1025" y="3546"/>
                    <a:pt x="829" y="3477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8" y="1660"/>
                    <a:pt x="2442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2" name="Google Shape;10312;p38"/>
            <p:cNvSpPr/>
            <p:nvPr/>
          </p:nvSpPr>
          <p:spPr>
            <a:xfrm rot="-5400000">
              <a:off x="15836" y="2969315"/>
              <a:ext cx="151985" cy="157109"/>
            </a:xfrm>
            <a:custGeom>
              <a:avLst/>
              <a:gdLst/>
              <a:ahLst/>
              <a:cxnLst/>
              <a:rect l="l" t="t" r="r" b="b"/>
              <a:pathLst>
                <a:path w="3648" h="3771" extrusionOk="0">
                  <a:moveTo>
                    <a:pt x="14" y="0"/>
                  </a:moveTo>
                  <a:cubicBezTo>
                    <a:pt x="1" y="240"/>
                    <a:pt x="121" y="692"/>
                    <a:pt x="596" y="1600"/>
                  </a:cubicBezTo>
                  <a:cubicBezTo>
                    <a:pt x="1006" y="2375"/>
                    <a:pt x="1505" y="3157"/>
                    <a:pt x="1684" y="3373"/>
                  </a:cubicBezTo>
                  <a:cubicBezTo>
                    <a:pt x="1871" y="3596"/>
                    <a:pt x="2137" y="3739"/>
                    <a:pt x="2423" y="3766"/>
                  </a:cubicBezTo>
                  <a:cubicBezTo>
                    <a:pt x="2457" y="3769"/>
                    <a:pt x="2491" y="3771"/>
                    <a:pt x="2526" y="3771"/>
                  </a:cubicBezTo>
                  <a:cubicBezTo>
                    <a:pt x="2780" y="3771"/>
                    <a:pt x="3028" y="3684"/>
                    <a:pt x="3225" y="3523"/>
                  </a:cubicBezTo>
                  <a:cubicBezTo>
                    <a:pt x="3447" y="3340"/>
                    <a:pt x="3591" y="3071"/>
                    <a:pt x="3617" y="2785"/>
                  </a:cubicBezTo>
                  <a:cubicBezTo>
                    <a:pt x="3647" y="2495"/>
                    <a:pt x="3557" y="2206"/>
                    <a:pt x="3371" y="1983"/>
                  </a:cubicBezTo>
                  <a:cubicBezTo>
                    <a:pt x="3191" y="1767"/>
                    <a:pt x="2523" y="1128"/>
                    <a:pt x="1837" y="579"/>
                  </a:cubicBezTo>
                  <a:cubicBezTo>
                    <a:pt x="1581" y="373"/>
                    <a:pt x="1318" y="180"/>
                    <a:pt x="1042" y="3"/>
                  </a:cubicBezTo>
                  <a:lnTo>
                    <a:pt x="586" y="3"/>
                  </a:lnTo>
                  <a:cubicBezTo>
                    <a:pt x="799" y="100"/>
                    <a:pt x="1142" y="306"/>
                    <a:pt x="1698" y="752"/>
                  </a:cubicBezTo>
                  <a:cubicBezTo>
                    <a:pt x="2360" y="1281"/>
                    <a:pt x="3032" y="1920"/>
                    <a:pt x="3198" y="2123"/>
                  </a:cubicBezTo>
                  <a:cubicBezTo>
                    <a:pt x="3348" y="2302"/>
                    <a:pt x="3418" y="2532"/>
                    <a:pt x="3394" y="2761"/>
                  </a:cubicBezTo>
                  <a:cubicBezTo>
                    <a:pt x="3374" y="2991"/>
                    <a:pt x="3261" y="3204"/>
                    <a:pt x="3082" y="3350"/>
                  </a:cubicBezTo>
                  <a:cubicBezTo>
                    <a:pt x="2928" y="3480"/>
                    <a:pt x="2732" y="3550"/>
                    <a:pt x="2529" y="3550"/>
                  </a:cubicBezTo>
                  <a:cubicBezTo>
                    <a:pt x="2503" y="3550"/>
                    <a:pt x="2476" y="3546"/>
                    <a:pt x="2446" y="3546"/>
                  </a:cubicBezTo>
                  <a:cubicBezTo>
                    <a:pt x="2217" y="3523"/>
                    <a:pt x="2004" y="3410"/>
                    <a:pt x="1857" y="3234"/>
                  </a:cubicBezTo>
                  <a:cubicBezTo>
                    <a:pt x="1688" y="3027"/>
                    <a:pt x="1192" y="2249"/>
                    <a:pt x="796" y="1497"/>
                  </a:cubicBezTo>
                  <a:cubicBezTo>
                    <a:pt x="270" y="496"/>
                    <a:pt x="224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3" name="Google Shape;10313;p38"/>
            <p:cNvSpPr/>
            <p:nvPr/>
          </p:nvSpPr>
          <p:spPr>
            <a:xfrm rot="-5400000">
              <a:off x="30106" y="3174190"/>
              <a:ext cx="92324" cy="107739"/>
            </a:xfrm>
            <a:custGeom>
              <a:avLst/>
              <a:gdLst/>
              <a:ahLst/>
              <a:cxnLst/>
              <a:rect l="l" t="t" r="r" b="b"/>
              <a:pathLst>
                <a:path w="2216" h="2586" extrusionOk="0">
                  <a:moveTo>
                    <a:pt x="2093" y="1"/>
                  </a:moveTo>
                  <a:cubicBezTo>
                    <a:pt x="2059" y="1"/>
                    <a:pt x="2026" y="17"/>
                    <a:pt x="2006" y="44"/>
                  </a:cubicBezTo>
                  <a:lnTo>
                    <a:pt x="37" y="2403"/>
                  </a:lnTo>
                  <a:cubicBezTo>
                    <a:pt x="0" y="2449"/>
                    <a:pt x="3" y="2519"/>
                    <a:pt x="53" y="2559"/>
                  </a:cubicBezTo>
                  <a:cubicBezTo>
                    <a:pt x="74" y="2577"/>
                    <a:pt x="99" y="2585"/>
                    <a:pt x="124" y="2585"/>
                  </a:cubicBezTo>
                  <a:cubicBezTo>
                    <a:pt x="156" y="2585"/>
                    <a:pt x="187" y="2572"/>
                    <a:pt x="210" y="2546"/>
                  </a:cubicBezTo>
                  <a:lnTo>
                    <a:pt x="2179" y="187"/>
                  </a:lnTo>
                  <a:cubicBezTo>
                    <a:pt x="2216" y="140"/>
                    <a:pt x="2209" y="67"/>
                    <a:pt x="2163" y="31"/>
                  </a:cubicBezTo>
                  <a:cubicBezTo>
                    <a:pt x="2143" y="11"/>
                    <a:pt x="2119" y="1"/>
                    <a:pt x="2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4" name="Google Shape;10314;p38"/>
            <p:cNvSpPr/>
            <p:nvPr/>
          </p:nvSpPr>
          <p:spPr>
            <a:xfrm rot="-5400000">
              <a:off x="101807" y="3063659"/>
              <a:ext cx="9332" cy="158734"/>
            </a:xfrm>
            <a:custGeom>
              <a:avLst/>
              <a:gdLst/>
              <a:ahLst/>
              <a:cxnLst/>
              <a:rect l="l" t="t" r="r" b="b"/>
              <a:pathLst>
                <a:path w="224" h="3810" extrusionOk="0">
                  <a:moveTo>
                    <a:pt x="114" y="1"/>
                  </a:moveTo>
                  <a:cubicBezTo>
                    <a:pt x="50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57"/>
                    <a:pt x="50" y="3807"/>
                    <a:pt x="114" y="3810"/>
                  </a:cubicBezTo>
                  <a:cubicBezTo>
                    <a:pt x="174" y="3810"/>
                    <a:pt x="223" y="3760"/>
                    <a:pt x="223" y="3697"/>
                  </a:cubicBezTo>
                  <a:lnTo>
                    <a:pt x="223" y="110"/>
                  </a:lnTo>
                  <a:cubicBezTo>
                    <a:pt x="223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5" name="Google Shape;10315;p38"/>
            <p:cNvSpPr/>
            <p:nvPr/>
          </p:nvSpPr>
          <p:spPr>
            <a:xfrm rot="-5400000">
              <a:off x="31356" y="3002165"/>
              <a:ext cx="89699" cy="107614"/>
            </a:xfrm>
            <a:custGeom>
              <a:avLst/>
              <a:gdLst/>
              <a:ahLst/>
              <a:cxnLst/>
              <a:rect l="l" t="t" r="r" b="b"/>
              <a:pathLst>
                <a:path w="2153" h="2583" extrusionOk="0">
                  <a:moveTo>
                    <a:pt x="123" y="1"/>
                  </a:moveTo>
                  <a:cubicBezTo>
                    <a:pt x="100" y="1"/>
                    <a:pt x="73" y="11"/>
                    <a:pt x="53" y="27"/>
                  </a:cubicBezTo>
                  <a:cubicBezTo>
                    <a:pt x="7" y="64"/>
                    <a:pt x="0" y="134"/>
                    <a:pt x="37" y="184"/>
                  </a:cubicBezTo>
                  <a:lnTo>
                    <a:pt x="1943" y="2542"/>
                  </a:lnTo>
                  <a:cubicBezTo>
                    <a:pt x="1964" y="2569"/>
                    <a:pt x="1995" y="2582"/>
                    <a:pt x="2028" y="2582"/>
                  </a:cubicBezTo>
                  <a:cubicBezTo>
                    <a:pt x="2053" y="2582"/>
                    <a:pt x="2078" y="2575"/>
                    <a:pt x="2099" y="2559"/>
                  </a:cubicBezTo>
                  <a:cubicBezTo>
                    <a:pt x="2146" y="2519"/>
                    <a:pt x="2153" y="2449"/>
                    <a:pt x="2116" y="2403"/>
                  </a:cubicBezTo>
                  <a:lnTo>
                    <a:pt x="210" y="44"/>
                  </a:lnTo>
                  <a:cubicBezTo>
                    <a:pt x="190" y="17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6" name="Google Shape;10316;p38"/>
            <p:cNvSpPr/>
            <p:nvPr/>
          </p:nvSpPr>
          <p:spPr>
            <a:xfrm rot="-5400000">
              <a:off x="174300" y="3207228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9" y="420"/>
                    <a:pt x="539" y="270"/>
                  </a:cubicBezTo>
                  <a:cubicBezTo>
                    <a:pt x="539" y="124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7" name="Google Shape;10317;p38"/>
            <p:cNvSpPr/>
            <p:nvPr/>
          </p:nvSpPr>
          <p:spPr>
            <a:xfrm rot="-5400000">
              <a:off x="53791" y="3309322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0" y="121"/>
                    <a:pt x="0" y="267"/>
                  </a:cubicBezTo>
                  <a:cubicBezTo>
                    <a:pt x="0" y="417"/>
                    <a:pt x="120" y="536"/>
                    <a:pt x="270" y="536"/>
                  </a:cubicBezTo>
                  <a:cubicBezTo>
                    <a:pt x="416" y="536"/>
                    <a:pt x="539" y="417"/>
                    <a:pt x="539" y="267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8" name="Google Shape;10318;p38"/>
            <p:cNvSpPr/>
            <p:nvPr/>
          </p:nvSpPr>
          <p:spPr>
            <a:xfrm rot="-5400000">
              <a:off x="53791" y="295519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0" y="1"/>
                    <a:pt x="1" y="121"/>
                    <a:pt x="1" y="267"/>
                  </a:cubicBezTo>
                  <a:cubicBezTo>
                    <a:pt x="1" y="417"/>
                    <a:pt x="120" y="536"/>
                    <a:pt x="270" y="536"/>
                  </a:cubicBezTo>
                  <a:cubicBezTo>
                    <a:pt x="420" y="536"/>
                    <a:pt x="540" y="417"/>
                    <a:pt x="540" y="267"/>
                  </a:cubicBezTo>
                  <a:cubicBezTo>
                    <a:pt x="540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9" name="Google Shape;10319;p38"/>
            <p:cNvSpPr/>
            <p:nvPr/>
          </p:nvSpPr>
          <p:spPr>
            <a:xfrm rot="-5400000">
              <a:off x="174300" y="3057827"/>
              <a:ext cx="22498" cy="22498"/>
            </a:xfrm>
            <a:custGeom>
              <a:avLst/>
              <a:gdLst/>
              <a:ahLst/>
              <a:cxnLst/>
              <a:rect l="l" t="t" r="r" b="b"/>
              <a:pathLst>
                <a:path w="540" h="540" extrusionOk="0">
                  <a:moveTo>
                    <a:pt x="270" y="1"/>
                  </a:moveTo>
                  <a:cubicBezTo>
                    <a:pt x="120" y="1"/>
                    <a:pt x="0" y="124"/>
                    <a:pt x="0" y="270"/>
                  </a:cubicBezTo>
                  <a:cubicBezTo>
                    <a:pt x="0" y="420"/>
                    <a:pt x="120" y="540"/>
                    <a:pt x="270" y="540"/>
                  </a:cubicBezTo>
                  <a:cubicBezTo>
                    <a:pt x="416" y="540"/>
                    <a:pt x="536" y="420"/>
                    <a:pt x="539" y="270"/>
                  </a:cubicBezTo>
                  <a:cubicBezTo>
                    <a:pt x="539" y="121"/>
                    <a:pt x="416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0" name="Google Shape;10320;p38"/>
            <p:cNvSpPr/>
            <p:nvPr/>
          </p:nvSpPr>
          <p:spPr>
            <a:xfrm rot="-5400000">
              <a:off x="-76071" y="2370833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49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2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1" name="Google Shape;10321;p38"/>
            <p:cNvSpPr/>
            <p:nvPr/>
          </p:nvSpPr>
          <p:spPr>
            <a:xfrm rot="-5400000">
              <a:off x="-60135" y="2402184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79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88" y="4358"/>
                    <a:pt x="829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2" name="Google Shape;10322;p38"/>
            <p:cNvSpPr/>
            <p:nvPr/>
          </p:nvSpPr>
          <p:spPr>
            <a:xfrm rot="-5400000">
              <a:off x="73268" y="2471927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5" y="4651"/>
                  </a:cubicBezTo>
                  <a:cubicBezTo>
                    <a:pt x="612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3" name="Google Shape;10323;p38"/>
            <p:cNvSpPr/>
            <p:nvPr/>
          </p:nvSpPr>
          <p:spPr>
            <a:xfrm rot="-5400000">
              <a:off x="13587" y="2593311"/>
              <a:ext cx="156401" cy="157026"/>
            </a:xfrm>
            <a:custGeom>
              <a:avLst/>
              <a:gdLst/>
              <a:ahLst/>
              <a:cxnLst/>
              <a:rect l="l" t="t" r="r" b="b"/>
              <a:pathLst>
                <a:path w="3754" h="3769" extrusionOk="0">
                  <a:moveTo>
                    <a:pt x="2722" y="0"/>
                  </a:moveTo>
                  <a:cubicBezTo>
                    <a:pt x="1794" y="569"/>
                    <a:pt x="543" y="1787"/>
                    <a:pt x="383" y="1980"/>
                  </a:cubicBezTo>
                  <a:cubicBezTo>
                    <a:pt x="0" y="2449"/>
                    <a:pt x="67" y="3134"/>
                    <a:pt x="529" y="3520"/>
                  </a:cubicBezTo>
                  <a:cubicBezTo>
                    <a:pt x="733" y="3687"/>
                    <a:pt x="979" y="3769"/>
                    <a:pt x="1224" y="3769"/>
                  </a:cubicBezTo>
                  <a:cubicBezTo>
                    <a:pt x="1540" y="3769"/>
                    <a:pt x="1853" y="3634"/>
                    <a:pt x="2070" y="3373"/>
                  </a:cubicBezTo>
                  <a:cubicBezTo>
                    <a:pt x="2249" y="3157"/>
                    <a:pt x="2748" y="2375"/>
                    <a:pt x="3154" y="1600"/>
                  </a:cubicBezTo>
                  <a:cubicBezTo>
                    <a:pt x="3633" y="692"/>
                    <a:pt x="3753" y="240"/>
                    <a:pt x="3737" y="0"/>
                  </a:cubicBezTo>
                  <a:lnTo>
                    <a:pt x="3524" y="0"/>
                  </a:lnTo>
                  <a:cubicBezTo>
                    <a:pt x="3613" y="462"/>
                    <a:pt x="2339" y="2695"/>
                    <a:pt x="1897" y="3230"/>
                  </a:cubicBezTo>
                  <a:cubicBezTo>
                    <a:pt x="1730" y="3430"/>
                    <a:pt x="1484" y="3546"/>
                    <a:pt x="1225" y="3546"/>
                  </a:cubicBezTo>
                  <a:cubicBezTo>
                    <a:pt x="1022" y="3546"/>
                    <a:pt x="826" y="3477"/>
                    <a:pt x="672" y="3347"/>
                  </a:cubicBezTo>
                  <a:cubicBezTo>
                    <a:pt x="300" y="3041"/>
                    <a:pt x="250" y="2492"/>
                    <a:pt x="553" y="2123"/>
                  </a:cubicBezTo>
                  <a:cubicBezTo>
                    <a:pt x="935" y="1660"/>
                    <a:pt x="2442" y="353"/>
                    <a:pt x="3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4" name="Google Shape;10324;p38"/>
            <p:cNvSpPr/>
            <p:nvPr/>
          </p:nvSpPr>
          <p:spPr>
            <a:xfrm rot="-5400000">
              <a:off x="13691" y="2397226"/>
              <a:ext cx="156651" cy="157484"/>
            </a:xfrm>
            <a:custGeom>
              <a:avLst/>
              <a:gdLst/>
              <a:ahLst/>
              <a:cxnLst/>
              <a:rect l="l" t="t" r="r" b="b"/>
              <a:pathLst>
                <a:path w="3760" h="3780" extrusionOk="0">
                  <a:moveTo>
                    <a:pt x="17" y="0"/>
                  </a:moveTo>
                  <a:cubicBezTo>
                    <a:pt x="0" y="240"/>
                    <a:pt x="120" y="692"/>
                    <a:pt x="596" y="1600"/>
                  </a:cubicBezTo>
                  <a:cubicBezTo>
                    <a:pt x="1005" y="2375"/>
                    <a:pt x="1504" y="3157"/>
                    <a:pt x="1683" y="3373"/>
                  </a:cubicBezTo>
                  <a:cubicBezTo>
                    <a:pt x="1900" y="3641"/>
                    <a:pt x="2216" y="3779"/>
                    <a:pt x="2535" y="3779"/>
                  </a:cubicBezTo>
                  <a:cubicBezTo>
                    <a:pt x="2780" y="3779"/>
                    <a:pt x="3027" y="3697"/>
                    <a:pt x="3230" y="3530"/>
                  </a:cubicBezTo>
                  <a:cubicBezTo>
                    <a:pt x="3700" y="3141"/>
                    <a:pt x="3759" y="2445"/>
                    <a:pt x="3370" y="1983"/>
                  </a:cubicBezTo>
                  <a:cubicBezTo>
                    <a:pt x="3190" y="1763"/>
                    <a:pt x="2518" y="1124"/>
                    <a:pt x="1833" y="579"/>
                  </a:cubicBezTo>
                  <a:cubicBezTo>
                    <a:pt x="1580" y="369"/>
                    <a:pt x="1314" y="180"/>
                    <a:pt x="1041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3" y="749"/>
                  </a:cubicBezTo>
                  <a:cubicBezTo>
                    <a:pt x="2359" y="1281"/>
                    <a:pt x="3027" y="1916"/>
                    <a:pt x="3197" y="2123"/>
                  </a:cubicBezTo>
                  <a:cubicBezTo>
                    <a:pt x="3666" y="2688"/>
                    <a:pt x="3264" y="3546"/>
                    <a:pt x="2528" y="3546"/>
                  </a:cubicBezTo>
                  <a:cubicBezTo>
                    <a:pt x="2502" y="3546"/>
                    <a:pt x="2472" y="3546"/>
                    <a:pt x="2445" y="3543"/>
                  </a:cubicBezTo>
                  <a:cubicBezTo>
                    <a:pt x="2212" y="3523"/>
                    <a:pt x="2003" y="3410"/>
                    <a:pt x="1856" y="3230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5" name="Google Shape;10325;p38"/>
            <p:cNvSpPr/>
            <p:nvPr/>
          </p:nvSpPr>
          <p:spPr>
            <a:xfrm rot="-5400000">
              <a:off x="30002" y="2604726"/>
              <a:ext cx="92532" cy="107739"/>
            </a:xfrm>
            <a:custGeom>
              <a:avLst/>
              <a:gdLst/>
              <a:ahLst/>
              <a:cxnLst/>
              <a:rect l="l" t="t" r="r" b="b"/>
              <a:pathLst>
                <a:path w="2221" h="2586" extrusionOk="0">
                  <a:moveTo>
                    <a:pt x="2094" y="1"/>
                  </a:moveTo>
                  <a:cubicBezTo>
                    <a:pt x="2060" y="4"/>
                    <a:pt x="2030" y="17"/>
                    <a:pt x="2010" y="44"/>
                  </a:cubicBezTo>
                  <a:lnTo>
                    <a:pt x="41" y="2403"/>
                  </a:lnTo>
                  <a:cubicBezTo>
                    <a:pt x="1" y="2449"/>
                    <a:pt x="8" y="2519"/>
                    <a:pt x="54" y="2559"/>
                  </a:cubicBezTo>
                  <a:cubicBezTo>
                    <a:pt x="75" y="2577"/>
                    <a:pt x="100" y="2585"/>
                    <a:pt x="125" y="2585"/>
                  </a:cubicBezTo>
                  <a:cubicBezTo>
                    <a:pt x="157" y="2585"/>
                    <a:pt x="188" y="2572"/>
                    <a:pt x="211" y="2546"/>
                  </a:cubicBezTo>
                  <a:lnTo>
                    <a:pt x="2180" y="184"/>
                  </a:lnTo>
                  <a:cubicBezTo>
                    <a:pt x="2220" y="137"/>
                    <a:pt x="2213" y="67"/>
                    <a:pt x="2167" y="27"/>
                  </a:cubicBezTo>
                  <a:cubicBezTo>
                    <a:pt x="2147" y="11"/>
                    <a:pt x="2120" y="1"/>
                    <a:pt x="2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6" name="Google Shape;10326;p38"/>
            <p:cNvSpPr/>
            <p:nvPr/>
          </p:nvSpPr>
          <p:spPr>
            <a:xfrm rot="-5400000">
              <a:off x="101744" y="2494195"/>
              <a:ext cx="9332" cy="158609"/>
            </a:xfrm>
            <a:custGeom>
              <a:avLst/>
              <a:gdLst/>
              <a:ahLst/>
              <a:cxnLst/>
              <a:rect l="l" t="t" r="r" b="b"/>
              <a:pathLst>
                <a:path w="224" h="3807" extrusionOk="0">
                  <a:moveTo>
                    <a:pt x="114" y="1"/>
                  </a:moveTo>
                  <a:cubicBezTo>
                    <a:pt x="51" y="1"/>
                    <a:pt x="1" y="51"/>
                    <a:pt x="1" y="110"/>
                  </a:cubicBezTo>
                  <a:lnTo>
                    <a:pt x="1" y="3697"/>
                  </a:lnTo>
                  <a:cubicBezTo>
                    <a:pt x="1" y="3770"/>
                    <a:pt x="57" y="3807"/>
                    <a:pt x="112" y="3807"/>
                  </a:cubicBezTo>
                  <a:cubicBezTo>
                    <a:pt x="168" y="3807"/>
                    <a:pt x="224" y="3770"/>
                    <a:pt x="224" y="3697"/>
                  </a:cubicBezTo>
                  <a:lnTo>
                    <a:pt x="224" y="110"/>
                  </a:lnTo>
                  <a:cubicBezTo>
                    <a:pt x="224" y="51"/>
                    <a:pt x="174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7" name="Google Shape;10327;p38"/>
            <p:cNvSpPr/>
            <p:nvPr/>
          </p:nvSpPr>
          <p:spPr>
            <a:xfrm rot="-5400000">
              <a:off x="30314" y="2432347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6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8" name="Google Shape;10328;p38"/>
            <p:cNvSpPr/>
            <p:nvPr/>
          </p:nvSpPr>
          <p:spPr>
            <a:xfrm rot="-5400000">
              <a:off x="172466" y="2639743"/>
              <a:ext cx="26206" cy="22456"/>
            </a:xfrm>
            <a:custGeom>
              <a:avLst/>
              <a:gdLst/>
              <a:ahLst/>
              <a:cxnLst/>
              <a:rect l="l" t="t" r="r" b="b"/>
              <a:pathLst>
                <a:path w="629" h="539" extrusionOk="0">
                  <a:moveTo>
                    <a:pt x="358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59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9" name="Google Shape;10329;p38"/>
            <p:cNvSpPr/>
            <p:nvPr/>
          </p:nvSpPr>
          <p:spPr>
            <a:xfrm rot="-5400000">
              <a:off x="53791" y="2739921"/>
              <a:ext cx="22498" cy="22373"/>
            </a:xfrm>
            <a:custGeom>
              <a:avLst/>
              <a:gdLst/>
              <a:ahLst/>
              <a:cxnLst/>
              <a:rect l="l" t="t" r="r" b="b"/>
              <a:pathLst>
                <a:path w="540" h="537" extrusionOk="0">
                  <a:moveTo>
                    <a:pt x="270" y="1"/>
                  </a:moveTo>
                  <a:cubicBezTo>
                    <a:pt x="123" y="1"/>
                    <a:pt x="4" y="121"/>
                    <a:pt x="4" y="267"/>
                  </a:cubicBezTo>
                  <a:cubicBezTo>
                    <a:pt x="0" y="417"/>
                    <a:pt x="123" y="536"/>
                    <a:pt x="270" y="536"/>
                  </a:cubicBezTo>
                  <a:cubicBezTo>
                    <a:pt x="420" y="536"/>
                    <a:pt x="539" y="417"/>
                    <a:pt x="539" y="267"/>
                  </a:cubicBezTo>
                  <a:cubicBezTo>
                    <a:pt x="539" y="121"/>
                    <a:pt x="420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0" name="Google Shape;10330;p38"/>
            <p:cNvSpPr/>
            <p:nvPr/>
          </p:nvSpPr>
          <p:spPr>
            <a:xfrm rot="-5400000">
              <a:off x="51978" y="2387560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1" name="Google Shape;10331;p38"/>
            <p:cNvSpPr/>
            <p:nvPr/>
          </p:nvSpPr>
          <p:spPr>
            <a:xfrm rot="-5400000">
              <a:off x="172446" y="2490321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2" name="Google Shape;10332;p38"/>
            <p:cNvSpPr/>
            <p:nvPr/>
          </p:nvSpPr>
          <p:spPr>
            <a:xfrm rot="-5400000">
              <a:off x="-76050" y="1801286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3" y="1181"/>
                    <a:pt x="0" y="2372"/>
                    <a:pt x="359" y="3407"/>
                  </a:cubicBezTo>
                  <a:cubicBezTo>
                    <a:pt x="778" y="4611"/>
                    <a:pt x="1860" y="5509"/>
                    <a:pt x="3487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0" y="8706"/>
                    <a:pt x="7356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5" y="4468"/>
                    <a:pt x="12023" y="5316"/>
                    <a:pt x="10466" y="5789"/>
                  </a:cubicBezTo>
                  <a:cubicBezTo>
                    <a:pt x="8031" y="6527"/>
                    <a:pt x="7253" y="7702"/>
                    <a:pt x="7010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1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3" name="Google Shape;10333;p38"/>
            <p:cNvSpPr/>
            <p:nvPr/>
          </p:nvSpPr>
          <p:spPr>
            <a:xfrm rot="-5400000">
              <a:off x="-60135" y="1832782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7" y="965"/>
                    <a:pt x="1" y="1936"/>
                    <a:pt x="294" y="2781"/>
                  </a:cubicBezTo>
                  <a:cubicBezTo>
                    <a:pt x="646" y="3793"/>
                    <a:pt x="1554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9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5" y="1936"/>
                    <a:pt x="11612" y="965"/>
                    <a:pt x="11083" y="0"/>
                  </a:cubicBezTo>
                  <a:lnTo>
                    <a:pt x="10830" y="0"/>
                  </a:lnTo>
                  <a:cubicBezTo>
                    <a:pt x="11375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61" y="4751"/>
                  </a:cubicBezTo>
                  <a:cubicBezTo>
                    <a:pt x="6771" y="5356"/>
                    <a:pt x="6099" y="6308"/>
                    <a:pt x="5873" y="6830"/>
                  </a:cubicBezTo>
                  <a:cubicBezTo>
                    <a:pt x="5650" y="6304"/>
                    <a:pt x="4978" y="5353"/>
                    <a:pt x="2988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4" name="Google Shape;10334;p38"/>
            <p:cNvSpPr/>
            <p:nvPr/>
          </p:nvSpPr>
          <p:spPr>
            <a:xfrm rot="-5400000">
              <a:off x="73206" y="1902463"/>
              <a:ext cx="91241" cy="203105"/>
            </a:xfrm>
            <a:custGeom>
              <a:avLst/>
              <a:gdLst/>
              <a:ahLst/>
              <a:cxnLst/>
              <a:rect l="l" t="t" r="r" b="b"/>
              <a:pathLst>
                <a:path w="2190" h="4875" extrusionOk="0">
                  <a:moveTo>
                    <a:pt x="1095" y="223"/>
                  </a:moveTo>
                  <a:cubicBezTo>
                    <a:pt x="1467" y="223"/>
                    <a:pt x="1966" y="3041"/>
                    <a:pt x="1966" y="3780"/>
                  </a:cubicBezTo>
                  <a:cubicBezTo>
                    <a:pt x="1956" y="4252"/>
                    <a:pt x="1567" y="4632"/>
                    <a:pt x="1095" y="4632"/>
                  </a:cubicBezTo>
                  <a:cubicBezTo>
                    <a:pt x="622" y="4632"/>
                    <a:pt x="233" y="425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3" y="0"/>
                    <a:pt x="4" y="3421"/>
                    <a:pt x="4" y="3780"/>
                  </a:cubicBezTo>
                  <a:cubicBezTo>
                    <a:pt x="0" y="4385"/>
                    <a:pt x="493" y="4874"/>
                    <a:pt x="1095" y="4874"/>
                  </a:cubicBezTo>
                  <a:cubicBezTo>
                    <a:pt x="1700" y="4874"/>
                    <a:pt x="2189" y="4385"/>
                    <a:pt x="2189" y="3780"/>
                  </a:cubicBezTo>
                  <a:cubicBezTo>
                    <a:pt x="2189" y="3421"/>
                    <a:pt x="1800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5" name="Google Shape;10335;p38"/>
            <p:cNvSpPr/>
            <p:nvPr/>
          </p:nvSpPr>
          <p:spPr>
            <a:xfrm rot="-5400000">
              <a:off x="13566" y="2023930"/>
              <a:ext cx="156568" cy="157151"/>
            </a:xfrm>
            <a:custGeom>
              <a:avLst/>
              <a:gdLst/>
              <a:ahLst/>
              <a:cxnLst/>
              <a:rect l="l" t="t" r="r" b="b"/>
              <a:pathLst>
                <a:path w="3758" h="3772" extrusionOk="0">
                  <a:moveTo>
                    <a:pt x="2729" y="0"/>
                  </a:moveTo>
                  <a:cubicBezTo>
                    <a:pt x="1801" y="569"/>
                    <a:pt x="547" y="1787"/>
                    <a:pt x="384" y="1980"/>
                  </a:cubicBezTo>
                  <a:cubicBezTo>
                    <a:pt x="1" y="2445"/>
                    <a:pt x="68" y="3134"/>
                    <a:pt x="533" y="3520"/>
                  </a:cubicBezTo>
                  <a:cubicBezTo>
                    <a:pt x="737" y="3689"/>
                    <a:pt x="984" y="3771"/>
                    <a:pt x="1229" y="3771"/>
                  </a:cubicBezTo>
                  <a:cubicBezTo>
                    <a:pt x="1543" y="3771"/>
                    <a:pt x="1855" y="3635"/>
                    <a:pt x="2070" y="3373"/>
                  </a:cubicBezTo>
                  <a:cubicBezTo>
                    <a:pt x="2250" y="3157"/>
                    <a:pt x="2752" y="2375"/>
                    <a:pt x="3158" y="1600"/>
                  </a:cubicBezTo>
                  <a:cubicBezTo>
                    <a:pt x="3637" y="692"/>
                    <a:pt x="3757" y="240"/>
                    <a:pt x="3740" y="0"/>
                  </a:cubicBezTo>
                  <a:lnTo>
                    <a:pt x="3531" y="0"/>
                  </a:lnTo>
                  <a:cubicBezTo>
                    <a:pt x="3617" y="462"/>
                    <a:pt x="2346" y="2695"/>
                    <a:pt x="1904" y="3230"/>
                  </a:cubicBezTo>
                  <a:cubicBezTo>
                    <a:pt x="1732" y="3438"/>
                    <a:pt x="1483" y="3546"/>
                    <a:pt x="1231" y="3546"/>
                  </a:cubicBezTo>
                  <a:cubicBezTo>
                    <a:pt x="1036" y="3546"/>
                    <a:pt x="839" y="3481"/>
                    <a:pt x="676" y="3347"/>
                  </a:cubicBezTo>
                  <a:cubicBezTo>
                    <a:pt x="307" y="3041"/>
                    <a:pt x="254" y="2492"/>
                    <a:pt x="560" y="2123"/>
                  </a:cubicBezTo>
                  <a:cubicBezTo>
                    <a:pt x="942" y="1660"/>
                    <a:pt x="2446" y="353"/>
                    <a:pt x="3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6" name="Google Shape;10336;p38"/>
            <p:cNvSpPr/>
            <p:nvPr/>
          </p:nvSpPr>
          <p:spPr>
            <a:xfrm rot="-5400000">
              <a:off x="13670" y="1828012"/>
              <a:ext cx="156359" cy="157151"/>
            </a:xfrm>
            <a:custGeom>
              <a:avLst/>
              <a:gdLst/>
              <a:ahLst/>
              <a:cxnLst/>
              <a:rect l="l" t="t" r="r" b="b"/>
              <a:pathLst>
                <a:path w="3753" h="3772" extrusionOk="0">
                  <a:moveTo>
                    <a:pt x="14" y="0"/>
                  </a:moveTo>
                  <a:cubicBezTo>
                    <a:pt x="0" y="240"/>
                    <a:pt x="117" y="692"/>
                    <a:pt x="592" y="1600"/>
                  </a:cubicBezTo>
                  <a:cubicBezTo>
                    <a:pt x="1002" y="2375"/>
                    <a:pt x="1504" y="3157"/>
                    <a:pt x="1680" y="3373"/>
                  </a:cubicBezTo>
                  <a:cubicBezTo>
                    <a:pt x="1897" y="3635"/>
                    <a:pt x="2210" y="3771"/>
                    <a:pt x="2525" y="3771"/>
                  </a:cubicBezTo>
                  <a:cubicBezTo>
                    <a:pt x="2770" y="3771"/>
                    <a:pt x="3017" y="3689"/>
                    <a:pt x="3221" y="3520"/>
                  </a:cubicBezTo>
                  <a:cubicBezTo>
                    <a:pt x="3686" y="3137"/>
                    <a:pt x="3753" y="2449"/>
                    <a:pt x="3367" y="1983"/>
                  </a:cubicBezTo>
                  <a:cubicBezTo>
                    <a:pt x="3187" y="1763"/>
                    <a:pt x="2519" y="1124"/>
                    <a:pt x="1833" y="576"/>
                  </a:cubicBezTo>
                  <a:cubicBezTo>
                    <a:pt x="1577" y="369"/>
                    <a:pt x="1314" y="180"/>
                    <a:pt x="1038" y="0"/>
                  </a:cubicBezTo>
                  <a:lnTo>
                    <a:pt x="582" y="0"/>
                  </a:lnTo>
                  <a:cubicBezTo>
                    <a:pt x="795" y="96"/>
                    <a:pt x="1138" y="306"/>
                    <a:pt x="1694" y="749"/>
                  </a:cubicBezTo>
                  <a:cubicBezTo>
                    <a:pt x="2356" y="1281"/>
                    <a:pt x="3028" y="1916"/>
                    <a:pt x="3194" y="2123"/>
                  </a:cubicBezTo>
                  <a:cubicBezTo>
                    <a:pt x="3666" y="2688"/>
                    <a:pt x="3264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4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7" name="Google Shape;10337;p38"/>
            <p:cNvSpPr/>
            <p:nvPr/>
          </p:nvSpPr>
          <p:spPr>
            <a:xfrm rot="-5400000">
              <a:off x="29460" y="2035908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38" y="44"/>
                  </a:cubicBezTo>
                  <a:lnTo>
                    <a:pt x="72" y="2403"/>
                  </a:lnTo>
                  <a:cubicBezTo>
                    <a:pt x="1" y="2487"/>
                    <a:pt x="75" y="2587"/>
                    <a:pt x="158" y="2587"/>
                  </a:cubicBezTo>
                  <a:cubicBezTo>
                    <a:pt x="187" y="2587"/>
                    <a:pt x="217" y="2575"/>
                    <a:pt x="242" y="2546"/>
                  </a:cubicBezTo>
                  <a:lnTo>
                    <a:pt x="2211" y="187"/>
                  </a:lnTo>
                  <a:cubicBezTo>
                    <a:pt x="2248" y="140"/>
                    <a:pt x="2241" y="70"/>
                    <a:pt x="2195" y="31"/>
                  </a:cubicBezTo>
                  <a:cubicBezTo>
                    <a:pt x="2175" y="11"/>
                    <a:pt x="2151" y="1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8" name="Google Shape;10338;p38"/>
            <p:cNvSpPr/>
            <p:nvPr/>
          </p:nvSpPr>
          <p:spPr>
            <a:xfrm rot="-5400000">
              <a:off x="101724" y="1924523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6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8" y="3814"/>
                    <a:pt x="116" y="3814"/>
                  </a:cubicBezTo>
                  <a:cubicBezTo>
                    <a:pt x="174" y="3814"/>
                    <a:pt x="232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9" name="Google Shape;10339;p38"/>
            <p:cNvSpPr/>
            <p:nvPr/>
          </p:nvSpPr>
          <p:spPr>
            <a:xfrm rot="-5400000">
              <a:off x="30314" y="1862946"/>
              <a:ext cx="91866" cy="107698"/>
            </a:xfrm>
            <a:custGeom>
              <a:avLst/>
              <a:gdLst/>
              <a:ahLst/>
              <a:cxnLst/>
              <a:rect l="l" t="t" r="r" b="b"/>
              <a:pathLst>
                <a:path w="2205" h="2585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7" y="2572"/>
                    <a:pt x="2017" y="2584"/>
                    <a:pt x="2046" y="2584"/>
                  </a:cubicBezTo>
                  <a:cubicBezTo>
                    <a:pt x="2128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0" name="Google Shape;10340;p38"/>
            <p:cNvSpPr/>
            <p:nvPr/>
          </p:nvSpPr>
          <p:spPr>
            <a:xfrm rot="-5400000">
              <a:off x="172446" y="2070196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1" name="Google Shape;10341;p38"/>
            <p:cNvSpPr/>
            <p:nvPr/>
          </p:nvSpPr>
          <p:spPr>
            <a:xfrm rot="-5400000">
              <a:off x="51854" y="2172332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0" y="250"/>
                    <a:pt x="123" y="539"/>
                    <a:pt x="363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2" name="Google Shape;10342;p38"/>
            <p:cNvSpPr/>
            <p:nvPr/>
          </p:nvSpPr>
          <p:spPr>
            <a:xfrm rot="-5400000">
              <a:off x="51874" y="1818055"/>
              <a:ext cx="26206" cy="22498"/>
            </a:xfrm>
            <a:custGeom>
              <a:avLst/>
              <a:gdLst/>
              <a:ahLst/>
              <a:cxnLst/>
              <a:rect l="l" t="t" r="r" b="b"/>
              <a:pathLst>
                <a:path w="629" h="540" extrusionOk="0">
                  <a:moveTo>
                    <a:pt x="358" y="1"/>
                  </a:moveTo>
                  <a:cubicBezTo>
                    <a:pt x="292" y="1"/>
                    <a:pt x="225" y="25"/>
                    <a:pt x="170" y="80"/>
                  </a:cubicBezTo>
                  <a:cubicBezTo>
                    <a:pt x="1" y="249"/>
                    <a:pt x="118" y="539"/>
                    <a:pt x="355" y="539"/>
                  </a:cubicBezTo>
                  <a:cubicBezTo>
                    <a:pt x="357" y="539"/>
                    <a:pt x="358" y="539"/>
                    <a:pt x="359" y="539"/>
                  </a:cubicBezTo>
                  <a:cubicBezTo>
                    <a:pt x="509" y="539"/>
                    <a:pt x="629" y="420"/>
                    <a:pt x="629" y="270"/>
                  </a:cubicBezTo>
                  <a:cubicBezTo>
                    <a:pt x="629" y="108"/>
                    <a:pt x="496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3" name="Google Shape;10343;p38"/>
            <p:cNvSpPr/>
            <p:nvPr/>
          </p:nvSpPr>
          <p:spPr>
            <a:xfrm rot="-5400000">
              <a:off x="172446" y="1920794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4" name="Google Shape;10344;p38"/>
            <p:cNvSpPr/>
            <p:nvPr/>
          </p:nvSpPr>
          <p:spPr>
            <a:xfrm rot="-5400000">
              <a:off x="-76071" y="1231905"/>
              <a:ext cx="584150" cy="405459"/>
            </a:xfrm>
            <a:custGeom>
              <a:avLst/>
              <a:gdLst/>
              <a:ahLst/>
              <a:cxnLst/>
              <a:rect l="l" t="t" r="r" b="b"/>
              <a:pathLst>
                <a:path w="14021" h="9732" extrusionOk="0">
                  <a:moveTo>
                    <a:pt x="853" y="0"/>
                  </a:moveTo>
                  <a:cubicBezTo>
                    <a:pt x="177" y="1181"/>
                    <a:pt x="1" y="2372"/>
                    <a:pt x="360" y="3407"/>
                  </a:cubicBezTo>
                  <a:cubicBezTo>
                    <a:pt x="779" y="4611"/>
                    <a:pt x="1861" y="5509"/>
                    <a:pt x="3491" y="6002"/>
                  </a:cubicBezTo>
                  <a:cubicBezTo>
                    <a:pt x="6681" y="6970"/>
                    <a:pt x="6901" y="8706"/>
                    <a:pt x="6901" y="8723"/>
                  </a:cubicBezTo>
                  <a:lnTo>
                    <a:pt x="7007" y="9731"/>
                  </a:lnTo>
                  <a:lnTo>
                    <a:pt x="7120" y="8726"/>
                  </a:lnTo>
                  <a:cubicBezTo>
                    <a:pt x="7124" y="8706"/>
                    <a:pt x="7357" y="6967"/>
                    <a:pt x="10534" y="6002"/>
                  </a:cubicBezTo>
                  <a:cubicBezTo>
                    <a:pt x="12161" y="5509"/>
                    <a:pt x="13245" y="4611"/>
                    <a:pt x="13661" y="3407"/>
                  </a:cubicBezTo>
                  <a:cubicBezTo>
                    <a:pt x="14020" y="2372"/>
                    <a:pt x="13847" y="1181"/>
                    <a:pt x="13172" y="0"/>
                  </a:cubicBezTo>
                  <a:lnTo>
                    <a:pt x="12913" y="0"/>
                  </a:lnTo>
                  <a:cubicBezTo>
                    <a:pt x="13608" y="1161"/>
                    <a:pt x="13801" y="2332"/>
                    <a:pt x="13455" y="3334"/>
                  </a:cubicBezTo>
                  <a:cubicBezTo>
                    <a:pt x="13059" y="4468"/>
                    <a:pt x="12028" y="5316"/>
                    <a:pt x="10471" y="5789"/>
                  </a:cubicBezTo>
                  <a:cubicBezTo>
                    <a:pt x="8035" y="6527"/>
                    <a:pt x="7257" y="7702"/>
                    <a:pt x="7011" y="8311"/>
                  </a:cubicBezTo>
                  <a:cubicBezTo>
                    <a:pt x="6768" y="7702"/>
                    <a:pt x="5989" y="6527"/>
                    <a:pt x="3554" y="5789"/>
                  </a:cubicBezTo>
                  <a:cubicBezTo>
                    <a:pt x="1997" y="5316"/>
                    <a:pt x="966" y="4468"/>
                    <a:pt x="570" y="3334"/>
                  </a:cubicBezTo>
                  <a:cubicBezTo>
                    <a:pt x="224" y="2332"/>
                    <a:pt x="417" y="1161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5" name="Google Shape;10345;p38"/>
            <p:cNvSpPr/>
            <p:nvPr/>
          </p:nvSpPr>
          <p:spPr>
            <a:xfrm rot="-5400000">
              <a:off x="-60135" y="1263256"/>
              <a:ext cx="489326" cy="342507"/>
            </a:xfrm>
            <a:custGeom>
              <a:avLst/>
              <a:gdLst/>
              <a:ahLst/>
              <a:cxnLst/>
              <a:rect l="l" t="t" r="r" b="b"/>
              <a:pathLst>
                <a:path w="11745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4" y="5766"/>
                    <a:pt x="5760" y="7209"/>
                    <a:pt x="5760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3" y="7209"/>
                    <a:pt x="6179" y="5766"/>
                    <a:pt x="8824" y="4964"/>
                  </a:cubicBezTo>
                  <a:cubicBezTo>
                    <a:pt x="10188" y="4548"/>
                    <a:pt x="11100" y="3793"/>
                    <a:pt x="11449" y="2781"/>
                  </a:cubicBezTo>
                  <a:cubicBezTo>
                    <a:pt x="11745" y="1936"/>
                    <a:pt x="11609" y="965"/>
                    <a:pt x="11080" y="0"/>
                  </a:cubicBezTo>
                  <a:lnTo>
                    <a:pt x="10827" y="0"/>
                  </a:lnTo>
                  <a:cubicBezTo>
                    <a:pt x="11376" y="945"/>
                    <a:pt x="11522" y="1893"/>
                    <a:pt x="11239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3" y="2708"/>
                  </a:cubicBezTo>
                  <a:cubicBezTo>
                    <a:pt x="221" y="1893"/>
                    <a:pt x="367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6" name="Google Shape;10346;p38"/>
            <p:cNvSpPr/>
            <p:nvPr/>
          </p:nvSpPr>
          <p:spPr>
            <a:xfrm rot="-5400000">
              <a:off x="73268" y="1332999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2" y="223"/>
                  </a:moveTo>
                  <a:cubicBezTo>
                    <a:pt x="1464" y="223"/>
                    <a:pt x="1963" y="3041"/>
                    <a:pt x="1963" y="3780"/>
                  </a:cubicBezTo>
                  <a:cubicBezTo>
                    <a:pt x="1963" y="4262"/>
                    <a:pt x="1574" y="4651"/>
                    <a:pt x="1092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2" y="223"/>
                  </a:cubicBezTo>
                  <a:close/>
                  <a:moveTo>
                    <a:pt x="1092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89" y="4874"/>
                    <a:pt x="1092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7" name="Google Shape;10347;p38"/>
            <p:cNvSpPr/>
            <p:nvPr/>
          </p:nvSpPr>
          <p:spPr>
            <a:xfrm rot="-5400000">
              <a:off x="13587" y="1454383"/>
              <a:ext cx="157359" cy="157984"/>
            </a:xfrm>
            <a:custGeom>
              <a:avLst/>
              <a:gdLst/>
              <a:ahLst/>
              <a:cxnLst/>
              <a:rect l="l" t="t" r="r" b="b"/>
              <a:pathLst>
                <a:path w="3777" h="3792" extrusionOk="0">
                  <a:moveTo>
                    <a:pt x="2745" y="0"/>
                  </a:moveTo>
                  <a:cubicBezTo>
                    <a:pt x="1817" y="569"/>
                    <a:pt x="566" y="1787"/>
                    <a:pt x="403" y="1980"/>
                  </a:cubicBezTo>
                  <a:cubicBezTo>
                    <a:pt x="0" y="2445"/>
                    <a:pt x="60" y="3151"/>
                    <a:pt x="533" y="3543"/>
                  </a:cubicBezTo>
                  <a:cubicBezTo>
                    <a:pt x="737" y="3710"/>
                    <a:pt x="983" y="3791"/>
                    <a:pt x="1227" y="3791"/>
                  </a:cubicBezTo>
                  <a:cubicBezTo>
                    <a:pt x="1553" y="3791"/>
                    <a:pt x="1875" y="3647"/>
                    <a:pt x="2089" y="3370"/>
                  </a:cubicBezTo>
                  <a:cubicBezTo>
                    <a:pt x="2269" y="3154"/>
                    <a:pt x="2772" y="2375"/>
                    <a:pt x="3181" y="1597"/>
                  </a:cubicBezTo>
                  <a:cubicBezTo>
                    <a:pt x="3656" y="689"/>
                    <a:pt x="3776" y="240"/>
                    <a:pt x="3763" y="0"/>
                  </a:cubicBezTo>
                  <a:lnTo>
                    <a:pt x="3547" y="0"/>
                  </a:lnTo>
                  <a:cubicBezTo>
                    <a:pt x="3637" y="462"/>
                    <a:pt x="2362" y="2691"/>
                    <a:pt x="1920" y="3230"/>
                  </a:cubicBezTo>
                  <a:cubicBezTo>
                    <a:pt x="1748" y="3438"/>
                    <a:pt x="1499" y="3546"/>
                    <a:pt x="1248" y="3546"/>
                  </a:cubicBezTo>
                  <a:cubicBezTo>
                    <a:pt x="1053" y="3546"/>
                    <a:pt x="857" y="3481"/>
                    <a:pt x="696" y="3347"/>
                  </a:cubicBezTo>
                  <a:cubicBezTo>
                    <a:pt x="323" y="3041"/>
                    <a:pt x="270" y="2492"/>
                    <a:pt x="579" y="2123"/>
                  </a:cubicBezTo>
                  <a:cubicBezTo>
                    <a:pt x="958" y="1660"/>
                    <a:pt x="2465" y="353"/>
                    <a:pt x="3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8" name="Google Shape;10348;p38"/>
            <p:cNvSpPr/>
            <p:nvPr/>
          </p:nvSpPr>
          <p:spPr>
            <a:xfrm rot="-5400000">
              <a:off x="13691" y="1258590"/>
              <a:ext cx="156359" cy="157193"/>
            </a:xfrm>
            <a:custGeom>
              <a:avLst/>
              <a:gdLst/>
              <a:ahLst/>
              <a:cxnLst/>
              <a:rect l="l" t="t" r="r" b="b"/>
              <a:pathLst>
                <a:path w="3753" h="3773" extrusionOk="0">
                  <a:moveTo>
                    <a:pt x="236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3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3" y="2449"/>
                    <a:pt x="3370" y="1983"/>
                  </a:cubicBezTo>
                  <a:cubicBezTo>
                    <a:pt x="3191" y="1767"/>
                    <a:pt x="2519" y="1128"/>
                    <a:pt x="1833" y="579"/>
                  </a:cubicBezTo>
                  <a:cubicBezTo>
                    <a:pt x="1580" y="373"/>
                    <a:pt x="1314" y="180"/>
                    <a:pt x="1041" y="3"/>
                  </a:cubicBezTo>
                  <a:lnTo>
                    <a:pt x="582" y="3"/>
                  </a:lnTo>
                  <a:cubicBezTo>
                    <a:pt x="795" y="100"/>
                    <a:pt x="1141" y="306"/>
                    <a:pt x="1693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6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9" name="Google Shape;10349;p38"/>
            <p:cNvSpPr/>
            <p:nvPr/>
          </p:nvSpPr>
          <p:spPr>
            <a:xfrm rot="-5400000">
              <a:off x="29439" y="1466236"/>
              <a:ext cx="93532" cy="107614"/>
            </a:xfrm>
            <a:custGeom>
              <a:avLst/>
              <a:gdLst/>
              <a:ahLst/>
              <a:cxnLst/>
              <a:rect l="l" t="t" r="r" b="b"/>
              <a:pathLst>
                <a:path w="2245" h="2583" extrusionOk="0">
                  <a:moveTo>
                    <a:pt x="2118" y="1"/>
                  </a:moveTo>
                  <a:cubicBezTo>
                    <a:pt x="2085" y="4"/>
                    <a:pt x="2055" y="17"/>
                    <a:pt x="2035" y="44"/>
                  </a:cubicBezTo>
                  <a:lnTo>
                    <a:pt x="65" y="2403"/>
                  </a:lnTo>
                  <a:cubicBezTo>
                    <a:pt x="1" y="2487"/>
                    <a:pt x="73" y="2583"/>
                    <a:pt x="155" y="2583"/>
                  </a:cubicBezTo>
                  <a:cubicBezTo>
                    <a:pt x="182" y="2583"/>
                    <a:pt x="211" y="2572"/>
                    <a:pt x="235" y="2546"/>
                  </a:cubicBezTo>
                  <a:lnTo>
                    <a:pt x="2205" y="187"/>
                  </a:lnTo>
                  <a:cubicBezTo>
                    <a:pt x="2244" y="140"/>
                    <a:pt x="2238" y="67"/>
                    <a:pt x="2191" y="31"/>
                  </a:cubicBezTo>
                  <a:cubicBezTo>
                    <a:pt x="2168" y="11"/>
                    <a:pt x="2145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0" name="Google Shape;10350;p38"/>
            <p:cNvSpPr/>
            <p:nvPr/>
          </p:nvSpPr>
          <p:spPr>
            <a:xfrm rot="-5400000">
              <a:off x="101703" y="1355101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1" name="Google Shape;10351;p38"/>
            <p:cNvSpPr/>
            <p:nvPr/>
          </p:nvSpPr>
          <p:spPr>
            <a:xfrm rot="-5400000">
              <a:off x="30231" y="1293461"/>
              <a:ext cx="92032" cy="107698"/>
            </a:xfrm>
            <a:custGeom>
              <a:avLst/>
              <a:gdLst/>
              <a:ahLst/>
              <a:cxnLst/>
              <a:rect l="l" t="t" r="r" b="b"/>
              <a:pathLst>
                <a:path w="2209" h="2585" extrusionOk="0">
                  <a:moveTo>
                    <a:pt x="150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6" y="2542"/>
                  </a:lnTo>
                  <a:cubicBezTo>
                    <a:pt x="1991" y="2572"/>
                    <a:pt x="2020" y="2584"/>
                    <a:pt x="2049" y="2584"/>
                  </a:cubicBezTo>
                  <a:cubicBezTo>
                    <a:pt x="2132" y="2584"/>
                    <a:pt x="2208" y="2486"/>
                    <a:pt x="2139" y="2403"/>
                  </a:cubicBezTo>
                  <a:lnTo>
                    <a:pt x="233" y="44"/>
                  </a:lnTo>
                  <a:cubicBezTo>
                    <a:pt x="213" y="17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2" name="Google Shape;10352;p38"/>
            <p:cNvSpPr/>
            <p:nvPr/>
          </p:nvSpPr>
          <p:spPr>
            <a:xfrm rot="-5400000">
              <a:off x="172529" y="1500753"/>
              <a:ext cx="26081" cy="22456"/>
            </a:xfrm>
            <a:custGeom>
              <a:avLst/>
              <a:gdLst/>
              <a:ahLst/>
              <a:cxnLst/>
              <a:rect l="l" t="t" r="r" b="b"/>
              <a:pathLst>
                <a:path w="626" h="539" extrusionOk="0">
                  <a:moveTo>
                    <a:pt x="355" y="0"/>
                  </a:moveTo>
                  <a:cubicBezTo>
                    <a:pt x="289" y="0"/>
                    <a:pt x="222" y="25"/>
                    <a:pt x="167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6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3" name="Google Shape;10353;p38"/>
            <p:cNvSpPr/>
            <p:nvPr/>
          </p:nvSpPr>
          <p:spPr>
            <a:xfrm rot="-5400000">
              <a:off x="51895" y="1602847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5" y="24"/>
                    <a:pt x="170" y="78"/>
                  </a:cubicBezTo>
                  <a:cubicBezTo>
                    <a:pt x="1" y="248"/>
                    <a:pt x="120" y="537"/>
                    <a:pt x="360" y="537"/>
                  </a:cubicBezTo>
                  <a:cubicBezTo>
                    <a:pt x="510" y="537"/>
                    <a:pt x="629" y="418"/>
                    <a:pt x="629" y="268"/>
                  </a:cubicBezTo>
                  <a:cubicBezTo>
                    <a:pt x="629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4" name="Google Shape;10354;p38"/>
            <p:cNvSpPr/>
            <p:nvPr/>
          </p:nvSpPr>
          <p:spPr>
            <a:xfrm rot="-5400000">
              <a:off x="51978" y="1248632"/>
              <a:ext cx="26081" cy="22414"/>
            </a:xfrm>
            <a:custGeom>
              <a:avLst/>
              <a:gdLst/>
              <a:ahLst/>
              <a:cxnLst/>
              <a:rect l="l" t="t" r="r" b="b"/>
              <a:pathLst>
                <a:path w="626" h="538" extrusionOk="0">
                  <a:moveTo>
                    <a:pt x="355" y="0"/>
                  </a:moveTo>
                  <a:cubicBezTo>
                    <a:pt x="289" y="0"/>
                    <a:pt x="221" y="24"/>
                    <a:pt x="166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6" y="418"/>
                    <a:pt x="626" y="268"/>
                  </a:cubicBezTo>
                  <a:cubicBezTo>
                    <a:pt x="626" y="106"/>
                    <a:pt x="493" y="0"/>
                    <a:pt x="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5" name="Google Shape;10355;p38"/>
            <p:cNvSpPr/>
            <p:nvPr/>
          </p:nvSpPr>
          <p:spPr>
            <a:xfrm rot="-5400000">
              <a:off x="172446" y="1351393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6" name="Google Shape;10356;p38"/>
            <p:cNvSpPr/>
            <p:nvPr/>
          </p:nvSpPr>
          <p:spPr>
            <a:xfrm rot="-5400000">
              <a:off x="-76050" y="662358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8" y="0"/>
                  </a:moveTo>
                  <a:cubicBezTo>
                    <a:pt x="176" y="1181"/>
                    <a:pt x="0" y="2372"/>
                    <a:pt x="359" y="3407"/>
                  </a:cubicBezTo>
                  <a:cubicBezTo>
                    <a:pt x="779" y="4611"/>
                    <a:pt x="1860" y="5509"/>
                    <a:pt x="3487" y="6002"/>
                  </a:cubicBezTo>
                  <a:cubicBezTo>
                    <a:pt x="6680" y="6970"/>
                    <a:pt x="6900" y="8706"/>
                    <a:pt x="6900" y="8723"/>
                  </a:cubicBezTo>
                  <a:lnTo>
                    <a:pt x="7006" y="9731"/>
                  </a:lnTo>
                  <a:lnTo>
                    <a:pt x="7120" y="8726"/>
                  </a:lnTo>
                  <a:cubicBezTo>
                    <a:pt x="7123" y="8706"/>
                    <a:pt x="7356" y="6967"/>
                    <a:pt x="10533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71" y="0"/>
                  </a:cubicBezTo>
                  <a:lnTo>
                    <a:pt x="12912" y="0"/>
                  </a:lnTo>
                  <a:cubicBezTo>
                    <a:pt x="13607" y="1161"/>
                    <a:pt x="13800" y="2332"/>
                    <a:pt x="13451" y="3334"/>
                  </a:cubicBezTo>
                  <a:cubicBezTo>
                    <a:pt x="13058" y="4468"/>
                    <a:pt x="12027" y="5316"/>
                    <a:pt x="10466" y="5789"/>
                  </a:cubicBezTo>
                  <a:cubicBezTo>
                    <a:pt x="8031" y="6527"/>
                    <a:pt x="7256" y="7702"/>
                    <a:pt x="7010" y="8311"/>
                  </a:cubicBezTo>
                  <a:cubicBezTo>
                    <a:pt x="6764" y="7702"/>
                    <a:pt x="5988" y="6527"/>
                    <a:pt x="3553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7" name="Google Shape;10357;p38"/>
            <p:cNvSpPr/>
            <p:nvPr/>
          </p:nvSpPr>
          <p:spPr>
            <a:xfrm rot="-5400000">
              <a:off x="-60219" y="693771"/>
              <a:ext cx="489493" cy="342507"/>
            </a:xfrm>
            <a:custGeom>
              <a:avLst/>
              <a:gdLst/>
              <a:ahLst/>
              <a:cxnLst/>
              <a:rect l="l" t="t" r="r" b="b"/>
              <a:pathLst>
                <a:path w="11749" h="8221" extrusionOk="0">
                  <a:moveTo>
                    <a:pt x="663" y="0"/>
                  </a:moveTo>
                  <a:cubicBezTo>
                    <a:pt x="134" y="965"/>
                    <a:pt x="1" y="1936"/>
                    <a:pt x="294" y="2781"/>
                  </a:cubicBezTo>
                  <a:cubicBezTo>
                    <a:pt x="646" y="3793"/>
                    <a:pt x="1555" y="4548"/>
                    <a:pt x="2922" y="4964"/>
                  </a:cubicBezTo>
                  <a:cubicBezTo>
                    <a:pt x="5563" y="5766"/>
                    <a:pt x="5763" y="7209"/>
                    <a:pt x="5763" y="7223"/>
                  </a:cubicBezTo>
                  <a:lnTo>
                    <a:pt x="5876" y="8221"/>
                  </a:lnTo>
                  <a:lnTo>
                    <a:pt x="5983" y="7223"/>
                  </a:lnTo>
                  <a:cubicBezTo>
                    <a:pt x="5986" y="7209"/>
                    <a:pt x="6182" y="5766"/>
                    <a:pt x="8824" y="4964"/>
                  </a:cubicBezTo>
                  <a:cubicBezTo>
                    <a:pt x="10191" y="4548"/>
                    <a:pt x="11099" y="3793"/>
                    <a:pt x="11452" y="2781"/>
                  </a:cubicBezTo>
                  <a:cubicBezTo>
                    <a:pt x="11748" y="1936"/>
                    <a:pt x="11608" y="965"/>
                    <a:pt x="11083" y="0"/>
                  </a:cubicBezTo>
                  <a:lnTo>
                    <a:pt x="10830" y="0"/>
                  </a:lnTo>
                  <a:cubicBezTo>
                    <a:pt x="11376" y="945"/>
                    <a:pt x="11525" y="1893"/>
                    <a:pt x="11242" y="2708"/>
                  </a:cubicBezTo>
                  <a:cubicBezTo>
                    <a:pt x="10913" y="3650"/>
                    <a:pt x="10055" y="4358"/>
                    <a:pt x="8757" y="4751"/>
                  </a:cubicBezTo>
                  <a:cubicBezTo>
                    <a:pt x="6768" y="5356"/>
                    <a:pt x="6096" y="6308"/>
                    <a:pt x="5873" y="6830"/>
                  </a:cubicBezTo>
                  <a:cubicBezTo>
                    <a:pt x="5647" y="6304"/>
                    <a:pt x="4975" y="5353"/>
                    <a:pt x="2985" y="4751"/>
                  </a:cubicBezTo>
                  <a:cubicBezTo>
                    <a:pt x="1691" y="4358"/>
                    <a:pt x="833" y="3650"/>
                    <a:pt x="507" y="2708"/>
                  </a:cubicBezTo>
                  <a:cubicBezTo>
                    <a:pt x="220" y="1893"/>
                    <a:pt x="370" y="945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8" name="Google Shape;10358;p38"/>
            <p:cNvSpPr/>
            <p:nvPr/>
          </p:nvSpPr>
          <p:spPr>
            <a:xfrm rot="-5400000">
              <a:off x="73206" y="763119"/>
              <a:ext cx="92074" cy="203938"/>
            </a:xfrm>
            <a:custGeom>
              <a:avLst/>
              <a:gdLst/>
              <a:ahLst/>
              <a:cxnLst/>
              <a:rect l="l" t="t" r="r" b="b"/>
              <a:pathLst>
                <a:path w="2210" h="4895" extrusionOk="0">
                  <a:moveTo>
                    <a:pt x="1105" y="223"/>
                  </a:moveTo>
                  <a:cubicBezTo>
                    <a:pt x="1477" y="223"/>
                    <a:pt x="1976" y="3041"/>
                    <a:pt x="1976" y="3780"/>
                  </a:cubicBezTo>
                  <a:cubicBezTo>
                    <a:pt x="1966" y="4252"/>
                    <a:pt x="1581" y="4632"/>
                    <a:pt x="1105" y="4632"/>
                  </a:cubicBezTo>
                  <a:cubicBezTo>
                    <a:pt x="632" y="4632"/>
                    <a:pt x="243" y="4252"/>
                    <a:pt x="233" y="3780"/>
                  </a:cubicBezTo>
                  <a:cubicBezTo>
                    <a:pt x="233" y="3041"/>
                    <a:pt x="732" y="223"/>
                    <a:pt x="1105" y="223"/>
                  </a:cubicBezTo>
                  <a:close/>
                  <a:moveTo>
                    <a:pt x="1105" y="0"/>
                  </a:moveTo>
                  <a:cubicBezTo>
                    <a:pt x="403" y="0"/>
                    <a:pt x="14" y="3421"/>
                    <a:pt x="14" y="3780"/>
                  </a:cubicBezTo>
                  <a:cubicBezTo>
                    <a:pt x="0" y="4392"/>
                    <a:pt x="493" y="4894"/>
                    <a:pt x="1105" y="4894"/>
                  </a:cubicBezTo>
                  <a:cubicBezTo>
                    <a:pt x="1717" y="4894"/>
                    <a:pt x="2209" y="4392"/>
                    <a:pt x="2199" y="3780"/>
                  </a:cubicBezTo>
                  <a:cubicBezTo>
                    <a:pt x="2199" y="3421"/>
                    <a:pt x="1810" y="0"/>
                    <a:pt x="1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9" name="Google Shape;10359;p38"/>
            <p:cNvSpPr/>
            <p:nvPr/>
          </p:nvSpPr>
          <p:spPr>
            <a:xfrm rot="-5400000">
              <a:off x="13524" y="884919"/>
              <a:ext cx="156526" cy="157026"/>
            </a:xfrm>
            <a:custGeom>
              <a:avLst/>
              <a:gdLst/>
              <a:ahLst/>
              <a:cxnLst/>
              <a:rect l="l" t="t" r="r" b="b"/>
              <a:pathLst>
                <a:path w="3757" h="3769" extrusionOk="0">
                  <a:moveTo>
                    <a:pt x="2725" y="0"/>
                  </a:moveTo>
                  <a:cubicBezTo>
                    <a:pt x="1797" y="569"/>
                    <a:pt x="543" y="1787"/>
                    <a:pt x="383" y="1980"/>
                  </a:cubicBezTo>
                  <a:cubicBezTo>
                    <a:pt x="0" y="2445"/>
                    <a:pt x="64" y="3134"/>
                    <a:pt x="529" y="3520"/>
                  </a:cubicBezTo>
                  <a:cubicBezTo>
                    <a:pt x="733" y="3687"/>
                    <a:pt x="978" y="3768"/>
                    <a:pt x="1223" y="3768"/>
                  </a:cubicBezTo>
                  <a:cubicBezTo>
                    <a:pt x="1539" y="3768"/>
                    <a:pt x="1852" y="3633"/>
                    <a:pt x="2070" y="3370"/>
                  </a:cubicBezTo>
                  <a:cubicBezTo>
                    <a:pt x="2249" y="3154"/>
                    <a:pt x="2752" y="2375"/>
                    <a:pt x="3158" y="1597"/>
                  </a:cubicBezTo>
                  <a:cubicBezTo>
                    <a:pt x="3637" y="689"/>
                    <a:pt x="3756" y="240"/>
                    <a:pt x="3740" y="0"/>
                  </a:cubicBezTo>
                  <a:lnTo>
                    <a:pt x="3527" y="0"/>
                  </a:lnTo>
                  <a:cubicBezTo>
                    <a:pt x="3613" y="462"/>
                    <a:pt x="2342" y="2691"/>
                    <a:pt x="1900" y="3230"/>
                  </a:cubicBezTo>
                  <a:cubicBezTo>
                    <a:pt x="1728" y="3438"/>
                    <a:pt x="1479" y="3546"/>
                    <a:pt x="1228" y="3546"/>
                  </a:cubicBezTo>
                  <a:cubicBezTo>
                    <a:pt x="1032" y="3546"/>
                    <a:pt x="835" y="3481"/>
                    <a:pt x="672" y="3347"/>
                  </a:cubicBezTo>
                  <a:cubicBezTo>
                    <a:pt x="303" y="3041"/>
                    <a:pt x="250" y="2492"/>
                    <a:pt x="556" y="2123"/>
                  </a:cubicBezTo>
                  <a:cubicBezTo>
                    <a:pt x="939" y="1660"/>
                    <a:pt x="2446" y="353"/>
                    <a:pt x="3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0" name="Google Shape;10360;p38"/>
            <p:cNvSpPr/>
            <p:nvPr/>
          </p:nvSpPr>
          <p:spPr>
            <a:xfrm rot="-5400000">
              <a:off x="13566" y="690563"/>
              <a:ext cx="154985" cy="155568"/>
            </a:xfrm>
            <a:custGeom>
              <a:avLst/>
              <a:gdLst/>
              <a:ahLst/>
              <a:cxnLst/>
              <a:rect l="l" t="t" r="r" b="b"/>
              <a:pathLst>
                <a:path w="3720" h="3734" extrusionOk="0">
                  <a:moveTo>
                    <a:pt x="14" y="0"/>
                  </a:moveTo>
                  <a:cubicBezTo>
                    <a:pt x="0" y="240"/>
                    <a:pt x="117" y="692"/>
                    <a:pt x="596" y="1600"/>
                  </a:cubicBezTo>
                  <a:cubicBezTo>
                    <a:pt x="1002" y="2375"/>
                    <a:pt x="1504" y="3157"/>
                    <a:pt x="1684" y="3373"/>
                  </a:cubicBezTo>
                  <a:cubicBezTo>
                    <a:pt x="1899" y="3611"/>
                    <a:pt x="2196" y="3733"/>
                    <a:pt x="2495" y="3733"/>
                  </a:cubicBezTo>
                  <a:cubicBezTo>
                    <a:pt x="2741" y="3733"/>
                    <a:pt x="2987" y="3651"/>
                    <a:pt x="3191" y="3483"/>
                  </a:cubicBezTo>
                  <a:cubicBezTo>
                    <a:pt x="3640" y="3111"/>
                    <a:pt x="3720" y="2452"/>
                    <a:pt x="3367" y="1983"/>
                  </a:cubicBezTo>
                  <a:cubicBezTo>
                    <a:pt x="3187" y="1767"/>
                    <a:pt x="2519" y="1128"/>
                    <a:pt x="1833" y="579"/>
                  </a:cubicBezTo>
                  <a:cubicBezTo>
                    <a:pt x="1581" y="373"/>
                    <a:pt x="1314" y="180"/>
                    <a:pt x="1038" y="3"/>
                  </a:cubicBezTo>
                  <a:lnTo>
                    <a:pt x="582" y="3"/>
                  </a:lnTo>
                  <a:cubicBezTo>
                    <a:pt x="795" y="100"/>
                    <a:pt x="1138" y="306"/>
                    <a:pt x="1694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1" y="3550"/>
                    <a:pt x="2525" y="3550"/>
                  </a:cubicBezTo>
                  <a:cubicBezTo>
                    <a:pt x="2499" y="3550"/>
                    <a:pt x="2472" y="3546"/>
                    <a:pt x="2442" y="3546"/>
                  </a:cubicBezTo>
                  <a:cubicBezTo>
                    <a:pt x="2213" y="3523"/>
                    <a:pt x="2000" y="3410"/>
                    <a:pt x="1853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1" name="Google Shape;10361;p38"/>
            <p:cNvSpPr/>
            <p:nvPr/>
          </p:nvSpPr>
          <p:spPr>
            <a:xfrm rot="-5400000">
              <a:off x="29460" y="896980"/>
              <a:ext cx="93657" cy="107781"/>
            </a:xfrm>
            <a:custGeom>
              <a:avLst/>
              <a:gdLst/>
              <a:ahLst/>
              <a:cxnLst/>
              <a:rect l="l" t="t" r="r" b="b"/>
              <a:pathLst>
                <a:path w="2248" h="2587" extrusionOk="0">
                  <a:moveTo>
                    <a:pt x="2125" y="1"/>
                  </a:moveTo>
                  <a:cubicBezTo>
                    <a:pt x="2092" y="1"/>
                    <a:pt x="2062" y="17"/>
                    <a:pt x="2042" y="44"/>
                  </a:cubicBezTo>
                  <a:lnTo>
                    <a:pt x="72" y="2403"/>
                  </a:lnTo>
                  <a:cubicBezTo>
                    <a:pt x="1" y="2487"/>
                    <a:pt x="77" y="2587"/>
                    <a:pt x="160" y="2587"/>
                  </a:cubicBezTo>
                  <a:cubicBezTo>
                    <a:pt x="188" y="2587"/>
                    <a:pt x="218" y="2575"/>
                    <a:pt x="242" y="2546"/>
                  </a:cubicBezTo>
                  <a:lnTo>
                    <a:pt x="2208" y="184"/>
                  </a:lnTo>
                  <a:cubicBezTo>
                    <a:pt x="2248" y="137"/>
                    <a:pt x="2241" y="67"/>
                    <a:pt x="2195" y="27"/>
                  </a:cubicBezTo>
                  <a:cubicBezTo>
                    <a:pt x="2175" y="11"/>
                    <a:pt x="2151" y="4"/>
                    <a:pt x="2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2" name="Google Shape;10362;p38"/>
            <p:cNvSpPr/>
            <p:nvPr/>
          </p:nvSpPr>
          <p:spPr>
            <a:xfrm rot="-5400000">
              <a:off x="101724" y="785554"/>
              <a:ext cx="9707" cy="158942"/>
            </a:xfrm>
            <a:custGeom>
              <a:avLst/>
              <a:gdLst/>
              <a:ahLst/>
              <a:cxnLst/>
              <a:rect l="l" t="t" r="r" b="b"/>
              <a:pathLst>
                <a:path w="233" h="3815" extrusionOk="0">
                  <a:moveTo>
                    <a:pt x="115" y="1"/>
                  </a:moveTo>
                  <a:cubicBezTo>
                    <a:pt x="55" y="1"/>
                    <a:pt x="5" y="51"/>
                    <a:pt x="5" y="110"/>
                  </a:cubicBezTo>
                  <a:lnTo>
                    <a:pt x="5" y="3697"/>
                  </a:lnTo>
                  <a:cubicBezTo>
                    <a:pt x="0" y="3775"/>
                    <a:pt x="58" y="3814"/>
                    <a:pt x="116" y="3814"/>
                  </a:cubicBezTo>
                  <a:cubicBezTo>
                    <a:pt x="175" y="3814"/>
                    <a:pt x="233" y="3775"/>
                    <a:pt x="228" y="3697"/>
                  </a:cubicBezTo>
                  <a:lnTo>
                    <a:pt x="228" y="110"/>
                  </a:lnTo>
                  <a:cubicBezTo>
                    <a:pt x="228" y="51"/>
                    <a:pt x="178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3" name="Google Shape;10363;p38"/>
            <p:cNvSpPr/>
            <p:nvPr/>
          </p:nvSpPr>
          <p:spPr>
            <a:xfrm rot="-5400000">
              <a:off x="30272" y="723935"/>
              <a:ext cx="91991" cy="107739"/>
            </a:xfrm>
            <a:custGeom>
              <a:avLst/>
              <a:gdLst/>
              <a:ahLst/>
              <a:cxnLst/>
              <a:rect l="l" t="t" r="r" b="b"/>
              <a:pathLst>
                <a:path w="2208" h="2586" extrusionOk="0">
                  <a:moveTo>
                    <a:pt x="147" y="1"/>
                  </a:moveTo>
                  <a:cubicBezTo>
                    <a:pt x="53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3"/>
                    <a:pt x="2018" y="2586"/>
                    <a:pt x="2047" y="2586"/>
                  </a:cubicBezTo>
                  <a:cubicBezTo>
                    <a:pt x="2130" y="2586"/>
                    <a:pt x="2207" y="2486"/>
                    <a:pt x="2136" y="2403"/>
                  </a:cubicBezTo>
                  <a:lnTo>
                    <a:pt x="233" y="44"/>
                  </a:lnTo>
                  <a:cubicBezTo>
                    <a:pt x="213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4" name="Google Shape;10364;p38"/>
            <p:cNvSpPr/>
            <p:nvPr/>
          </p:nvSpPr>
          <p:spPr>
            <a:xfrm rot="-5400000">
              <a:off x="172446" y="931268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2" y="0"/>
                    <a:pt x="225" y="25"/>
                    <a:pt x="170" y="80"/>
                  </a:cubicBezTo>
                  <a:cubicBezTo>
                    <a:pt x="0" y="249"/>
                    <a:pt x="120" y="539"/>
                    <a:pt x="360" y="539"/>
                  </a:cubicBezTo>
                  <a:cubicBezTo>
                    <a:pt x="509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5" name="Google Shape;10365;p38"/>
            <p:cNvSpPr/>
            <p:nvPr/>
          </p:nvSpPr>
          <p:spPr>
            <a:xfrm rot="-5400000">
              <a:off x="51854" y="103327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0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6" name="Google Shape;10366;p38"/>
            <p:cNvSpPr/>
            <p:nvPr/>
          </p:nvSpPr>
          <p:spPr>
            <a:xfrm rot="-5400000">
              <a:off x="51895" y="679189"/>
              <a:ext cx="26247" cy="22414"/>
            </a:xfrm>
            <a:custGeom>
              <a:avLst/>
              <a:gdLst/>
              <a:ahLst/>
              <a:cxnLst/>
              <a:rect l="l" t="t" r="r" b="b"/>
              <a:pathLst>
                <a:path w="630" h="538" extrusionOk="0">
                  <a:moveTo>
                    <a:pt x="359" y="0"/>
                  </a:moveTo>
                  <a:cubicBezTo>
                    <a:pt x="293" y="0"/>
                    <a:pt x="226" y="24"/>
                    <a:pt x="171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10" y="537"/>
                    <a:pt x="630" y="418"/>
                    <a:pt x="630" y="268"/>
                  </a:cubicBezTo>
                  <a:cubicBezTo>
                    <a:pt x="630" y="106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7" name="Google Shape;10367;p38"/>
            <p:cNvSpPr/>
            <p:nvPr/>
          </p:nvSpPr>
          <p:spPr>
            <a:xfrm rot="-5400000">
              <a:off x="172446" y="781867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6" y="539"/>
                    <a:pt x="630" y="419"/>
                    <a:pt x="630" y="269"/>
                  </a:cubicBezTo>
                  <a:cubicBezTo>
                    <a:pt x="630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8" name="Google Shape;10368;p38"/>
            <p:cNvSpPr/>
            <p:nvPr/>
          </p:nvSpPr>
          <p:spPr>
            <a:xfrm rot="-5400000">
              <a:off x="-76050" y="92831"/>
              <a:ext cx="584108" cy="405459"/>
            </a:xfrm>
            <a:custGeom>
              <a:avLst/>
              <a:gdLst/>
              <a:ahLst/>
              <a:cxnLst/>
              <a:rect l="l" t="t" r="r" b="b"/>
              <a:pathLst>
                <a:path w="14020" h="9732" extrusionOk="0">
                  <a:moveTo>
                    <a:pt x="849" y="0"/>
                  </a:moveTo>
                  <a:cubicBezTo>
                    <a:pt x="177" y="1181"/>
                    <a:pt x="0" y="2372"/>
                    <a:pt x="360" y="3407"/>
                  </a:cubicBezTo>
                  <a:cubicBezTo>
                    <a:pt x="779" y="4611"/>
                    <a:pt x="1860" y="5509"/>
                    <a:pt x="3490" y="6002"/>
                  </a:cubicBezTo>
                  <a:cubicBezTo>
                    <a:pt x="6677" y="6970"/>
                    <a:pt x="6900" y="8706"/>
                    <a:pt x="6900" y="8723"/>
                  </a:cubicBezTo>
                  <a:lnTo>
                    <a:pt x="7003" y="9731"/>
                  </a:lnTo>
                  <a:lnTo>
                    <a:pt x="7120" y="8726"/>
                  </a:lnTo>
                  <a:cubicBezTo>
                    <a:pt x="7120" y="8706"/>
                    <a:pt x="7353" y="6967"/>
                    <a:pt x="10530" y="6002"/>
                  </a:cubicBezTo>
                  <a:cubicBezTo>
                    <a:pt x="12160" y="5509"/>
                    <a:pt x="13241" y="4611"/>
                    <a:pt x="13660" y="3407"/>
                  </a:cubicBezTo>
                  <a:cubicBezTo>
                    <a:pt x="14020" y="2372"/>
                    <a:pt x="13843" y="1181"/>
                    <a:pt x="13168" y="0"/>
                  </a:cubicBezTo>
                  <a:lnTo>
                    <a:pt x="12909" y="0"/>
                  </a:lnTo>
                  <a:cubicBezTo>
                    <a:pt x="13604" y="1161"/>
                    <a:pt x="13797" y="2332"/>
                    <a:pt x="13451" y="3334"/>
                  </a:cubicBezTo>
                  <a:cubicBezTo>
                    <a:pt x="13055" y="4468"/>
                    <a:pt x="12024" y="5316"/>
                    <a:pt x="10467" y="5789"/>
                  </a:cubicBezTo>
                  <a:cubicBezTo>
                    <a:pt x="8031" y="6527"/>
                    <a:pt x="7253" y="7702"/>
                    <a:pt x="7007" y="8311"/>
                  </a:cubicBezTo>
                  <a:cubicBezTo>
                    <a:pt x="6764" y="7702"/>
                    <a:pt x="5985" y="6527"/>
                    <a:pt x="3550" y="5789"/>
                  </a:cubicBezTo>
                  <a:cubicBezTo>
                    <a:pt x="1993" y="5316"/>
                    <a:pt x="962" y="4468"/>
                    <a:pt x="566" y="3334"/>
                  </a:cubicBezTo>
                  <a:cubicBezTo>
                    <a:pt x="220" y="2332"/>
                    <a:pt x="413" y="1161"/>
                    <a:pt x="1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9" name="Google Shape;10369;p38"/>
            <p:cNvSpPr/>
            <p:nvPr/>
          </p:nvSpPr>
          <p:spPr>
            <a:xfrm rot="-5400000">
              <a:off x="-60114" y="124307"/>
              <a:ext cx="489284" cy="342507"/>
            </a:xfrm>
            <a:custGeom>
              <a:avLst/>
              <a:gdLst/>
              <a:ahLst/>
              <a:cxnLst/>
              <a:rect l="l" t="t" r="r" b="b"/>
              <a:pathLst>
                <a:path w="11744" h="8221" extrusionOk="0">
                  <a:moveTo>
                    <a:pt x="662" y="0"/>
                  </a:moveTo>
                  <a:cubicBezTo>
                    <a:pt x="133" y="965"/>
                    <a:pt x="0" y="1936"/>
                    <a:pt x="293" y="2781"/>
                  </a:cubicBezTo>
                  <a:cubicBezTo>
                    <a:pt x="645" y="3793"/>
                    <a:pt x="1554" y="4548"/>
                    <a:pt x="2921" y="4964"/>
                  </a:cubicBezTo>
                  <a:cubicBezTo>
                    <a:pt x="5563" y="5766"/>
                    <a:pt x="5762" y="7209"/>
                    <a:pt x="5762" y="7223"/>
                  </a:cubicBezTo>
                  <a:lnTo>
                    <a:pt x="5875" y="8221"/>
                  </a:lnTo>
                  <a:lnTo>
                    <a:pt x="5982" y="7223"/>
                  </a:lnTo>
                  <a:cubicBezTo>
                    <a:pt x="5985" y="7209"/>
                    <a:pt x="6178" y="5766"/>
                    <a:pt x="8823" y="4964"/>
                  </a:cubicBezTo>
                  <a:cubicBezTo>
                    <a:pt x="10190" y="4548"/>
                    <a:pt x="11099" y="3793"/>
                    <a:pt x="11451" y="2781"/>
                  </a:cubicBezTo>
                  <a:cubicBezTo>
                    <a:pt x="11744" y="1936"/>
                    <a:pt x="11608" y="965"/>
                    <a:pt x="11082" y="0"/>
                  </a:cubicBezTo>
                  <a:lnTo>
                    <a:pt x="10829" y="0"/>
                  </a:lnTo>
                  <a:cubicBezTo>
                    <a:pt x="11375" y="945"/>
                    <a:pt x="11524" y="1893"/>
                    <a:pt x="11238" y="2708"/>
                  </a:cubicBezTo>
                  <a:cubicBezTo>
                    <a:pt x="10912" y="3650"/>
                    <a:pt x="10054" y="4358"/>
                    <a:pt x="8756" y="4751"/>
                  </a:cubicBezTo>
                  <a:cubicBezTo>
                    <a:pt x="6767" y="5356"/>
                    <a:pt x="6095" y="6308"/>
                    <a:pt x="5872" y="6830"/>
                  </a:cubicBezTo>
                  <a:cubicBezTo>
                    <a:pt x="5646" y="6304"/>
                    <a:pt x="4974" y="5353"/>
                    <a:pt x="2984" y="4751"/>
                  </a:cubicBezTo>
                  <a:cubicBezTo>
                    <a:pt x="1690" y="4358"/>
                    <a:pt x="832" y="3650"/>
                    <a:pt x="502" y="2708"/>
                  </a:cubicBezTo>
                  <a:cubicBezTo>
                    <a:pt x="220" y="1893"/>
                    <a:pt x="369" y="945"/>
                    <a:pt x="9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0" name="Google Shape;10370;p38"/>
            <p:cNvSpPr/>
            <p:nvPr/>
          </p:nvSpPr>
          <p:spPr>
            <a:xfrm rot="-5400000">
              <a:off x="73268" y="194071"/>
              <a:ext cx="91116" cy="203105"/>
            </a:xfrm>
            <a:custGeom>
              <a:avLst/>
              <a:gdLst/>
              <a:ahLst/>
              <a:cxnLst/>
              <a:rect l="l" t="t" r="r" b="b"/>
              <a:pathLst>
                <a:path w="2187" h="4875" extrusionOk="0">
                  <a:moveTo>
                    <a:pt x="1095" y="223"/>
                  </a:moveTo>
                  <a:cubicBezTo>
                    <a:pt x="1468" y="223"/>
                    <a:pt x="1967" y="3041"/>
                    <a:pt x="1967" y="3780"/>
                  </a:cubicBezTo>
                  <a:cubicBezTo>
                    <a:pt x="1967" y="4262"/>
                    <a:pt x="1574" y="4651"/>
                    <a:pt x="1095" y="4651"/>
                  </a:cubicBezTo>
                  <a:cubicBezTo>
                    <a:pt x="613" y="4651"/>
                    <a:pt x="223" y="4262"/>
                    <a:pt x="223" y="3780"/>
                  </a:cubicBezTo>
                  <a:cubicBezTo>
                    <a:pt x="223" y="3041"/>
                    <a:pt x="722" y="223"/>
                    <a:pt x="1095" y="223"/>
                  </a:cubicBezTo>
                  <a:close/>
                  <a:moveTo>
                    <a:pt x="1095" y="0"/>
                  </a:moveTo>
                  <a:cubicBezTo>
                    <a:pt x="390" y="0"/>
                    <a:pt x="0" y="3421"/>
                    <a:pt x="0" y="3780"/>
                  </a:cubicBezTo>
                  <a:cubicBezTo>
                    <a:pt x="0" y="4385"/>
                    <a:pt x="490" y="4874"/>
                    <a:pt x="1095" y="4874"/>
                  </a:cubicBezTo>
                  <a:cubicBezTo>
                    <a:pt x="1697" y="4874"/>
                    <a:pt x="2186" y="4385"/>
                    <a:pt x="2186" y="3780"/>
                  </a:cubicBezTo>
                  <a:cubicBezTo>
                    <a:pt x="2186" y="3421"/>
                    <a:pt x="1797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1" name="Google Shape;10371;p38"/>
            <p:cNvSpPr/>
            <p:nvPr/>
          </p:nvSpPr>
          <p:spPr>
            <a:xfrm rot="-5400000">
              <a:off x="13524" y="315517"/>
              <a:ext cx="155984" cy="156484"/>
            </a:xfrm>
            <a:custGeom>
              <a:avLst/>
              <a:gdLst/>
              <a:ahLst/>
              <a:cxnLst/>
              <a:rect l="l" t="t" r="r" b="b"/>
              <a:pathLst>
                <a:path w="3744" h="3756" extrusionOk="0">
                  <a:moveTo>
                    <a:pt x="2712" y="0"/>
                  </a:moveTo>
                  <a:cubicBezTo>
                    <a:pt x="1784" y="569"/>
                    <a:pt x="533" y="1787"/>
                    <a:pt x="373" y="1980"/>
                  </a:cubicBezTo>
                  <a:cubicBezTo>
                    <a:pt x="1" y="2445"/>
                    <a:pt x="70" y="3124"/>
                    <a:pt x="530" y="3507"/>
                  </a:cubicBezTo>
                  <a:cubicBezTo>
                    <a:pt x="734" y="3674"/>
                    <a:pt x="980" y="3756"/>
                    <a:pt x="1225" y="3756"/>
                  </a:cubicBezTo>
                  <a:cubicBezTo>
                    <a:pt x="1535" y="3756"/>
                    <a:pt x="1842" y="3625"/>
                    <a:pt x="2060" y="3370"/>
                  </a:cubicBezTo>
                  <a:cubicBezTo>
                    <a:pt x="2236" y="3154"/>
                    <a:pt x="2739" y="2375"/>
                    <a:pt x="3148" y="1597"/>
                  </a:cubicBezTo>
                  <a:cubicBezTo>
                    <a:pt x="3627" y="689"/>
                    <a:pt x="3743" y="240"/>
                    <a:pt x="3730" y="0"/>
                  </a:cubicBezTo>
                  <a:lnTo>
                    <a:pt x="3514" y="0"/>
                  </a:lnTo>
                  <a:cubicBezTo>
                    <a:pt x="3604" y="462"/>
                    <a:pt x="2333" y="2691"/>
                    <a:pt x="1887" y="3230"/>
                  </a:cubicBezTo>
                  <a:cubicBezTo>
                    <a:pt x="1715" y="3438"/>
                    <a:pt x="1466" y="3546"/>
                    <a:pt x="1215" y="3546"/>
                  </a:cubicBezTo>
                  <a:cubicBezTo>
                    <a:pt x="1020" y="3546"/>
                    <a:pt x="824" y="3481"/>
                    <a:pt x="663" y="3347"/>
                  </a:cubicBezTo>
                  <a:cubicBezTo>
                    <a:pt x="290" y="3041"/>
                    <a:pt x="240" y="2492"/>
                    <a:pt x="546" y="2123"/>
                  </a:cubicBezTo>
                  <a:cubicBezTo>
                    <a:pt x="929" y="1660"/>
                    <a:pt x="2432" y="353"/>
                    <a:pt x="3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2" name="Google Shape;10372;p38"/>
            <p:cNvSpPr/>
            <p:nvPr/>
          </p:nvSpPr>
          <p:spPr>
            <a:xfrm rot="-5400000">
              <a:off x="13607" y="119579"/>
              <a:ext cx="156526" cy="157193"/>
            </a:xfrm>
            <a:custGeom>
              <a:avLst/>
              <a:gdLst/>
              <a:ahLst/>
              <a:cxnLst/>
              <a:rect l="l" t="t" r="r" b="b"/>
              <a:pathLst>
                <a:path w="3757" h="3773" extrusionOk="0">
                  <a:moveTo>
                    <a:pt x="240" y="0"/>
                  </a:moveTo>
                  <a:lnTo>
                    <a:pt x="13" y="3"/>
                  </a:lnTo>
                  <a:cubicBezTo>
                    <a:pt x="0" y="243"/>
                    <a:pt x="120" y="695"/>
                    <a:pt x="596" y="1600"/>
                  </a:cubicBezTo>
                  <a:cubicBezTo>
                    <a:pt x="1005" y="2379"/>
                    <a:pt x="1504" y="3157"/>
                    <a:pt x="1684" y="3377"/>
                  </a:cubicBezTo>
                  <a:cubicBezTo>
                    <a:pt x="1900" y="3638"/>
                    <a:pt x="2212" y="3773"/>
                    <a:pt x="2527" y="3773"/>
                  </a:cubicBezTo>
                  <a:cubicBezTo>
                    <a:pt x="2773" y="3773"/>
                    <a:pt x="3020" y="3691"/>
                    <a:pt x="3224" y="3523"/>
                  </a:cubicBezTo>
                  <a:cubicBezTo>
                    <a:pt x="3690" y="3137"/>
                    <a:pt x="3756" y="2449"/>
                    <a:pt x="3370" y="1983"/>
                  </a:cubicBezTo>
                  <a:cubicBezTo>
                    <a:pt x="3191" y="1767"/>
                    <a:pt x="2519" y="1128"/>
                    <a:pt x="1837" y="579"/>
                  </a:cubicBezTo>
                  <a:cubicBezTo>
                    <a:pt x="1580" y="373"/>
                    <a:pt x="1318" y="180"/>
                    <a:pt x="1041" y="3"/>
                  </a:cubicBezTo>
                  <a:lnTo>
                    <a:pt x="586" y="3"/>
                  </a:lnTo>
                  <a:cubicBezTo>
                    <a:pt x="795" y="100"/>
                    <a:pt x="1141" y="306"/>
                    <a:pt x="1697" y="752"/>
                  </a:cubicBezTo>
                  <a:cubicBezTo>
                    <a:pt x="2359" y="1281"/>
                    <a:pt x="3028" y="1920"/>
                    <a:pt x="3197" y="2123"/>
                  </a:cubicBezTo>
                  <a:cubicBezTo>
                    <a:pt x="3666" y="2691"/>
                    <a:pt x="3264" y="3550"/>
                    <a:pt x="2529" y="3550"/>
                  </a:cubicBezTo>
                  <a:cubicBezTo>
                    <a:pt x="2502" y="3550"/>
                    <a:pt x="2472" y="3546"/>
                    <a:pt x="2445" y="3546"/>
                  </a:cubicBezTo>
                  <a:cubicBezTo>
                    <a:pt x="2216" y="3523"/>
                    <a:pt x="2003" y="3410"/>
                    <a:pt x="1857" y="3234"/>
                  </a:cubicBezTo>
                  <a:cubicBezTo>
                    <a:pt x="1687" y="3027"/>
                    <a:pt x="1188" y="2249"/>
                    <a:pt x="792" y="1497"/>
                  </a:cubicBezTo>
                  <a:cubicBezTo>
                    <a:pt x="266" y="496"/>
                    <a:pt x="220" y="13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3" name="Google Shape;10373;p38"/>
            <p:cNvSpPr/>
            <p:nvPr/>
          </p:nvSpPr>
          <p:spPr>
            <a:xfrm rot="-5400000">
              <a:off x="29335" y="327537"/>
              <a:ext cx="94116" cy="107989"/>
            </a:xfrm>
            <a:custGeom>
              <a:avLst/>
              <a:gdLst/>
              <a:ahLst/>
              <a:cxnLst/>
              <a:rect l="l" t="t" r="r" b="b"/>
              <a:pathLst>
                <a:path w="2259" h="2592" extrusionOk="0">
                  <a:moveTo>
                    <a:pt x="2135" y="1"/>
                  </a:moveTo>
                  <a:cubicBezTo>
                    <a:pt x="2102" y="4"/>
                    <a:pt x="2069" y="17"/>
                    <a:pt x="2049" y="44"/>
                  </a:cubicBezTo>
                  <a:lnTo>
                    <a:pt x="79" y="2403"/>
                  </a:lnTo>
                  <a:cubicBezTo>
                    <a:pt x="1" y="2486"/>
                    <a:pt x="80" y="2591"/>
                    <a:pt x="165" y="2591"/>
                  </a:cubicBezTo>
                  <a:cubicBezTo>
                    <a:pt x="195" y="2591"/>
                    <a:pt x="227" y="2578"/>
                    <a:pt x="252" y="2546"/>
                  </a:cubicBezTo>
                  <a:lnTo>
                    <a:pt x="2218" y="187"/>
                  </a:lnTo>
                  <a:cubicBezTo>
                    <a:pt x="2258" y="140"/>
                    <a:pt x="2252" y="67"/>
                    <a:pt x="2205" y="31"/>
                  </a:cubicBezTo>
                  <a:cubicBezTo>
                    <a:pt x="2185" y="11"/>
                    <a:pt x="2162" y="1"/>
                    <a:pt x="2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4" name="Google Shape;10374;p38"/>
            <p:cNvSpPr/>
            <p:nvPr/>
          </p:nvSpPr>
          <p:spPr>
            <a:xfrm rot="-5400000">
              <a:off x="101703" y="216173"/>
              <a:ext cx="9749" cy="158942"/>
            </a:xfrm>
            <a:custGeom>
              <a:avLst/>
              <a:gdLst/>
              <a:ahLst/>
              <a:cxnLst/>
              <a:rect l="l" t="t" r="r" b="b"/>
              <a:pathLst>
                <a:path w="234" h="3815" extrusionOk="0">
                  <a:moveTo>
                    <a:pt x="119" y="1"/>
                  </a:moveTo>
                  <a:cubicBezTo>
                    <a:pt x="56" y="1"/>
                    <a:pt x="6" y="51"/>
                    <a:pt x="6" y="110"/>
                  </a:cubicBezTo>
                  <a:lnTo>
                    <a:pt x="6" y="3697"/>
                  </a:lnTo>
                  <a:cubicBezTo>
                    <a:pt x="1" y="3775"/>
                    <a:pt x="59" y="3814"/>
                    <a:pt x="117" y="3814"/>
                  </a:cubicBezTo>
                  <a:cubicBezTo>
                    <a:pt x="176" y="3814"/>
                    <a:pt x="234" y="3775"/>
                    <a:pt x="229" y="3697"/>
                  </a:cubicBezTo>
                  <a:lnTo>
                    <a:pt x="229" y="110"/>
                  </a:lnTo>
                  <a:cubicBezTo>
                    <a:pt x="229" y="51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5" name="Google Shape;10375;p38"/>
            <p:cNvSpPr/>
            <p:nvPr/>
          </p:nvSpPr>
          <p:spPr>
            <a:xfrm rot="-5400000">
              <a:off x="30293" y="154471"/>
              <a:ext cx="91907" cy="107698"/>
            </a:xfrm>
            <a:custGeom>
              <a:avLst/>
              <a:gdLst/>
              <a:ahLst/>
              <a:cxnLst/>
              <a:rect l="l" t="t" r="r" b="b"/>
              <a:pathLst>
                <a:path w="2206" h="2585" extrusionOk="0">
                  <a:moveTo>
                    <a:pt x="147" y="1"/>
                  </a:moveTo>
                  <a:cubicBezTo>
                    <a:pt x="50" y="1"/>
                    <a:pt x="0" y="110"/>
                    <a:pt x="60" y="184"/>
                  </a:cubicBezTo>
                  <a:lnTo>
                    <a:pt x="1963" y="2542"/>
                  </a:lnTo>
                  <a:cubicBezTo>
                    <a:pt x="1988" y="2572"/>
                    <a:pt x="2017" y="2584"/>
                    <a:pt x="2047" y="2584"/>
                  </a:cubicBezTo>
                  <a:cubicBezTo>
                    <a:pt x="2129" y="2584"/>
                    <a:pt x="2205" y="2486"/>
                    <a:pt x="2136" y="2403"/>
                  </a:cubicBezTo>
                  <a:lnTo>
                    <a:pt x="233" y="44"/>
                  </a:lnTo>
                  <a:cubicBezTo>
                    <a:pt x="210" y="17"/>
                    <a:pt x="180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6" name="Google Shape;10376;p38"/>
            <p:cNvSpPr/>
            <p:nvPr/>
          </p:nvSpPr>
          <p:spPr>
            <a:xfrm rot="-5400000">
              <a:off x="172446" y="361742"/>
              <a:ext cx="26247" cy="22456"/>
            </a:xfrm>
            <a:custGeom>
              <a:avLst/>
              <a:gdLst/>
              <a:ahLst/>
              <a:cxnLst/>
              <a:rect l="l" t="t" r="r" b="b"/>
              <a:pathLst>
                <a:path w="630" h="539" extrusionOk="0">
                  <a:moveTo>
                    <a:pt x="359" y="0"/>
                  </a:moveTo>
                  <a:cubicBezTo>
                    <a:pt x="293" y="0"/>
                    <a:pt x="225" y="25"/>
                    <a:pt x="170" y="80"/>
                  </a:cubicBezTo>
                  <a:cubicBezTo>
                    <a:pt x="1" y="249"/>
                    <a:pt x="120" y="539"/>
                    <a:pt x="360" y="539"/>
                  </a:cubicBezTo>
                  <a:cubicBezTo>
                    <a:pt x="510" y="539"/>
                    <a:pt x="629" y="419"/>
                    <a:pt x="629" y="269"/>
                  </a:cubicBezTo>
                  <a:cubicBezTo>
                    <a:pt x="629" y="107"/>
                    <a:pt x="497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7" name="Google Shape;10377;p38"/>
            <p:cNvSpPr/>
            <p:nvPr/>
          </p:nvSpPr>
          <p:spPr>
            <a:xfrm rot="-5400000">
              <a:off x="51958" y="463857"/>
              <a:ext cx="26122" cy="22414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356" y="0"/>
                  </a:moveTo>
                  <a:cubicBezTo>
                    <a:pt x="290" y="0"/>
                    <a:pt x="222" y="24"/>
                    <a:pt x="167" y="78"/>
                  </a:cubicBezTo>
                  <a:cubicBezTo>
                    <a:pt x="1" y="248"/>
                    <a:pt x="121" y="537"/>
                    <a:pt x="360" y="537"/>
                  </a:cubicBezTo>
                  <a:cubicBezTo>
                    <a:pt x="507" y="537"/>
                    <a:pt x="626" y="418"/>
                    <a:pt x="626" y="268"/>
                  </a:cubicBezTo>
                  <a:cubicBezTo>
                    <a:pt x="626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8" name="Google Shape;10378;p38"/>
            <p:cNvSpPr/>
            <p:nvPr/>
          </p:nvSpPr>
          <p:spPr>
            <a:xfrm rot="-5400000">
              <a:off x="51916" y="109642"/>
              <a:ext cx="26206" cy="22414"/>
            </a:xfrm>
            <a:custGeom>
              <a:avLst/>
              <a:gdLst/>
              <a:ahLst/>
              <a:cxnLst/>
              <a:rect l="l" t="t" r="r" b="b"/>
              <a:pathLst>
                <a:path w="629" h="538" extrusionOk="0">
                  <a:moveTo>
                    <a:pt x="356" y="0"/>
                  </a:moveTo>
                  <a:cubicBezTo>
                    <a:pt x="290" y="0"/>
                    <a:pt x="224" y="24"/>
                    <a:pt x="170" y="78"/>
                  </a:cubicBezTo>
                  <a:cubicBezTo>
                    <a:pt x="0" y="248"/>
                    <a:pt x="120" y="537"/>
                    <a:pt x="359" y="537"/>
                  </a:cubicBezTo>
                  <a:cubicBezTo>
                    <a:pt x="506" y="537"/>
                    <a:pt x="629" y="418"/>
                    <a:pt x="629" y="268"/>
                  </a:cubicBezTo>
                  <a:cubicBezTo>
                    <a:pt x="627" y="106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9" name="Google Shape;10379;p38"/>
            <p:cNvSpPr/>
            <p:nvPr/>
          </p:nvSpPr>
          <p:spPr>
            <a:xfrm rot="-5400000">
              <a:off x="172508" y="212403"/>
              <a:ext cx="26122" cy="22456"/>
            </a:xfrm>
            <a:custGeom>
              <a:avLst/>
              <a:gdLst/>
              <a:ahLst/>
              <a:cxnLst/>
              <a:rect l="l" t="t" r="r" b="b"/>
              <a:pathLst>
                <a:path w="627" h="539" extrusionOk="0">
                  <a:moveTo>
                    <a:pt x="356" y="0"/>
                  </a:moveTo>
                  <a:cubicBezTo>
                    <a:pt x="290" y="0"/>
                    <a:pt x="222" y="25"/>
                    <a:pt x="167" y="80"/>
                  </a:cubicBezTo>
                  <a:cubicBezTo>
                    <a:pt x="1" y="249"/>
                    <a:pt x="121" y="539"/>
                    <a:pt x="360" y="539"/>
                  </a:cubicBezTo>
                  <a:cubicBezTo>
                    <a:pt x="507" y="539"/>
                    <a:pt x="626" y="419"/>
                    <a:pt x="626" y="269"/>
                  </a:cubicBezTo>
                  <a:cubicBezTo>
                    <a:pt x="626" y="107"/>
                    <a:pt x="4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0" name="Google Shape;10380;p38"/>
            <p:cNvSpPr/>
            <p:nvPr/>
          </p:nvSpPr>
          <p:spPr>
            <a:xfrm rot="-5400000">
              <a:off x="51854" y="-105649"/>
              <a:ext cx="26247" cy="22498"/>
            </a:xfrm>
            <a:custGeom>
              <a:avLst/>
              <a:gdLst/>
              <a:ahLst/>
              <a:cxnLst/>
              <a:rect l="l" t="t" r="r" b="b"/>
              <a:pathLst>
                <a:path w="630" h="540" extrusionOk="0">
                  <a:moveTo>
                    <a:pt x="359" y="1"/>
                  </a:moveTo>
                  <a:cubicBezTo>
                    <a:pt x="293" y="1"/>
                    <a:pt x="225" y="25"/>
                    <a:pt x="171" y="80"/>
                  </a:cubicBezTo>
                  <a:cubicBezTo>
                    <a:pt x="1" y="250"/>
                    <a:pt x="121" y="539"/>
                    <a:pt x="360" y="539"/>
                  </a:cubicBezTo>
                  <a:cubicBezTo>
                    <a:pt x="510" y="539"/>
                    <a:pt x="630" y="420"/>
                    <a:pt x="630" y="270"/>
                  </a:cubicBezTo>
                  <a:cubicBezTo>
                    <a:pt x="630" y="108"/>
                    <a:pt x="497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1" name="Google Shape;10381;p38"/>
            <p:cNvSpPr/>
            <p:nvPr/>
          </p:nvSpPr>
          <p:spPr>
            <a:xfrm rot="-5400000">
              <a:off x="95870" y="44046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2" name="Google Shape;10382;p38"/>
            <p:cNvSpPr/>
            <p:nvPr/>
          </p:nvSpPr>
          <p:spPr>
            <a:xfrm rot="-5400000">
              <a:off x="341325" y="469312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3" name="Google Shape;10383;p38"/>
            <p:cNvSpPr/>
            <p:nvPr/>
          </p:nvSpPr>
          <p:spPr>
            <a:xfrm rot="-5400000">
              <a:off x="341325" y="434686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4" name="Google Shape;10384;p38"/>
            <p:cNvSpPr/>
            <p:nvPr/>
          </p:nvSpPr>
          <p:spPr>
            <a:xfrm rot="-5400000">
              <a:off x="95912" y="383452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68" y="5151"/>
                    <a:pt x="4545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5" name="Google Shape;10385;p38"/>
            <p:cNvSpPr/>
            <p:nvPr/>
          </p:nvSpPr>
          <p:spPr>
            <a:xfrm rot="-5400000">
              <a:off x="341325" y="4123012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4" y="2270"/>
                    <a:pt x="2269" y="1764"/>
                    <a:pt x="2269" y="1135"/>
                  </a:cubicBezTo>
                  <a:cubicBezTo>
                    <a:pt x="2269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6" name="Google Shape;10386;p38"/>
            <p:cNvSpPr/>
            <p:nvPr/>
          </p:nvSpPr>
          <p:spPr>
            <a:xfrm rot="-5400000">
              <a:off x="341325" y="3776796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7" name="Google Shape;10387;p38"/>
            <p:cNvSpPr/>
            <p:nvPr/>
          </p:nvSpPr>
          <p:spPr>
            <a:xfrm rot="-5400000">
              <a:off x="95932" y="326443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9" y="876"/>
                    <a:pt x="3986" y="3228"/>
                    <a:pt x="0" y="3993"/>
                  </a:cubicBezTo>
                  <a:cubicBezTo>
                    <a:pt x="0" y="3993"/>
                    <a:pt x="3168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8" name="Google Shape;10388;p38"/>
            <p:cNvSpPr/>
            <p:nvPr/>
          </p:nvSpPr>
          <p:spPr>
            <a:xfrm rot="-5400000">
              <a:off x="341325" y="355277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9" name="Google Shape;10389;p38"/>
            <p:cNvSpPr/>
            <p:nvPr/>
          </p:nvSpPr>
          <p:spPr>
            <a:xfrm rot="-5400000">
              <a:off x="341325" y="320668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0" name="Google Shape;10390;p38"/>
            <p:cNvSpPr/>
            <p:nvPr/>
          </p:nvSpPr>
          <p:spPr>
            <a:xfrm rot="-5400000">
              <a:off x="95912" y="2694342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1" name="Google Shape;10391;p38"/>
            <p:cNvSpPr/>
            <p:nvPr/>
          </p:nvSpPr>
          <p:spPr>
            <a:xfrm rot="-5400000">
              <a:off x="341325" y="298270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2" name="Google Shape;10392;p38"/>
            <p:cNvSpPr/>
            <p:nvPr/>
          </p:nvSpPr>
          <p:spPr>
            <a:xfrm rot="-5400000">
              <a:off x="341325" y="2636619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3" name="Google Shape;10393;p38"/>
            <p:cNvSpPr/>
            <p:nvPr/>
          </p:nvSpPr>
          <p:spPr>
            <a:xfrm rot="-5400000">
              <a:off x="95849" y="212417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68" y="5151"/>
                    <a:pt x="4552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4" name="Google Shape;10394;p38"/>
            <p:cNvSpPr/>
            <p:nvPr/>
          </p:nvSpPr>
          <p:spPr>
            <a:xfrm rot="-5400000">
              <a:off x="333325" y="242055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5" name="Google Shape;10395;p38"/>
            <p:cNvSpPr/>
            <p:nvPr/>
          </p:nvSpPr>
          <p:spPr>
            <a:xfrm rot="-5400000">
              <a:off x="341325" y="206638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1" y="510"/>
                    <a:pt x="1" y="1135"/>
                  </a:cubicBezTo>
                  <a:cubicBezTo>
                    <a:pt x="1" y="1764"/>
                    <a:pt x="506" y="2270"/>
                    <a:pt x="1135" y="2270"/>
                  </a:cubicBezTo>
                  <a:cubicBezTo>
                    <a:pt x="1761" y="2270"/>
                    <a:pt x="2270" y="1764"/>
                    <a:pt x="2270" y="1135"/>
                  </a:cubicBezTo>
                  <a:cubicBezTo>
                    <a:pt x="2270" y="510"/>
                    <a:pt x="1761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6" name="Google Shape;10396;p38"/>
            <p:cNvSpPr/>
            <p:nvPr/>
          </p:nvSpPr>
          <p:spPr>
            <a:xfrm rot="-5400000">
              <a:off x="95932" y="1554019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5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7" name="Google Shape;10397;p38"/>
            <p:cNvSpPr/>
            <p:nvPr/>
          </p:nvSpPr>
          <p:spPr>
            <a:xfrm rot="-5400000">
              <a:off x="341325" y="1842531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10" y="1"/>
                    <a:pt x="1" y="510"/>
                    <a:pt x="1" y="1135"/>
                  </a:cubicBezTo>
                  <a:cubicBezTo>
                    <a:pt x="1" y="1764"/>
                    <a:pt x="510" y="2270"/>
                    <a:pt x="1135" y="2270"/>
                  </a:cubicBezTo>
                  <a:cubicBezTo>
                    <a:pt x="1764" y="2270"/>
                    <a:pt x="2270" y="1764"/>
                    <a:pt x="2270" y="1135"/>
                  </a:cubicBezTo>
                  <a:cubicBezTo>
                    <a:pt x="2270" y="510"/>
                    <a:pt x="1764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8" name="Google Shape;10398;p38"/>
            <p:cNvSpPr/>
            <p:nvPr/>
          </p:nvSpPr>
          <p:spPr>
            <a:xfrm rot="-5400000">
              <a:off x="341325" y="1496274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9" y="1"/>
                    <a:pt x="0" y="510"/>
                    <a:pt x="0" y="1135"/>
                  </a:cubicBezTo>
                  <a:cubicBezTo>
                    <a:pt x="0" y="1764"/>
                    <a:pt x="509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9" name="Google Shape;10399;p38"/>
            <p:cNvSpPr/>
            <p:nvPr/>
          </p:nvSpPr>
          <p:spPr>
            <a:xfrm rot="-5400000">
              <a:off x="95912" y="983930"/>
              <a:ext cx="361964" cy="341008"/>
            </a:xfrm>
            <a:custGeom>
              <a:avLst/>
              <a:gdLst/>
              <a:ahLst/>
              <a:cxnLst/>
              <a:rect l="l" t="t" r="r" b="b"/>
              <a:pathLst>
                <a:path w="8688" h="8185" extrusionOk="0">
                  <a:moveTo>
                    <a:pt x="4549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52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0" name="Google Shape;10400;p38"/>
            <p:cNvSpPr/>
            <p:nvPr/>
          </p:nvSpPr>
          <p:spPr>
            <a:xfrm rot="-5400000">
              <a:off x="341325" y="1272297"/>
              <a:ext cx="94574" cy="94574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5" y="1"/>
                  </a:moveTo>
                  <a:cubicBezTo>
                    <a:pt x="506" y="1"/>
                    <a:pt x="0" y="510"/>
                    <a:pt x="0" y="1135"/>
                  </a:cubicBezTo>
                  <a:cubicBezTo>
                    <a:pt x="0" y="1764"/>
                    <a:pt x="506" y="2270"/>
                    <a:pt x="1135" y="2270"/>
                  </a:cubicBezTo>
                  <a:cubicBezTo>
                    <a:pt x="1760" y="2270"/>
                    <a:pt x="2269" y="1764"/>
                    <a:pt x="2269" y="1135"/>
                  </a:cubicBezTo>
                  <a:cubicBezTo>
                    <a:pt x="2269" y="510"/>
                    <a:pt x="1760" y="1"/>
                    <a:pt x="1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1" name="Google Shape;10401;p38"/>
            <p:cNvSpPr/>
            <p:nvPr/>
          </p:nvSpPr>
          <p:spPr>
            <a:xfrm rot="-5400000">
              <a:off x="333346" y="934143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9" y="0"/>
                  </a:moveTo>
                  <a:cubicBezTo>
                    <a:pt x="1230" y="0"/>
                    <a:pt x="946" y="103"/>
                    <a:pt x="715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2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2" name="Google Shape;10402;p38"/>
            <p:cNvSpPr/>
            <p:nvPr/>
          </p:nvSpPr>
          <p:spPr>
            <a:xfrm rot="-5400000">
              <a:off x="95932" y="413841"/>
              <a:ext cx="361922" cy="341008"/>
            </a:xfrm>
            <a:custGeom>
              <a:avLst/>
              <a:gdLst/>
              <a:ahLst/>
              <a:cxnLst/>
              <a:rect l="l" t="t" r="r" b="b"/>
              <a:pathLst>
                <a:path w="8687" h="8185" extrusionOk="0">
                  <a:moveTo>
                    <a:pt x="4548" y="1"/>
                  </a:moveTo>
                  <a:cubicBezTo>
                    <a:pt x="4348" y="876"/>
                    <a:pt x="3986" y="3228"/>
                    <a:pt x="0" y="3993"/>
                  </a:cubicBezTo>
                  <a:cubicBezTo>
                    <a:pt x="0" y="3993"/>
                    <a:pt x="3167" y="5151"/>
                    <a:pt x="4548" y="8185"/>
                  </a:cubicBezTo>
                  <a:cubicBezTo>
                    <a:pt x="5929" y="5211"/>
                    <a:pt x="8687" y="3993"/>
                    <a:pt x="8687" y="3993"/>
                  </a:cubicBezTo>
                  <a:cubicBezTo>
                    <a:pt x="8687" y="3993"/>
                    <a:pt x="4718" y="3021"/>
                    <a:pt x="4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3" name="Google Shape;10403;p38"/>
            <p:cNvSpPr/>
            <p:nvPr/>
          </p:nvSpPr>
          <p:spPr>
            <a:xfrm rot="-5400000">
              <a:off x="333346" y="710166"/>
              <a:ext cx="110489" cy="94616"/>
            </a:xfrm>
            <a:custGeom>
              <a:avLst/>
              <a:gdLst/>
              <a:ahLst/>
              <a:cxnLst/>
              <a:rect l="l" t="t" r="r" b="b"/>
              <a:pathLst>
                <a:path w="2652" h="2271" extrusionOk="0">
                  <a:moveTo>
                    <a:pt x="1507" y="0"/>
                  </a:moveTo>
                  <a:cubicBezTo>
                    <a:pt x="1229" y="0"/>
                    <a:pt x="946" y="103"/>
                    <a:pt x="716" y="334"/>
                  </a:cubicBezTo>
                  <a:cubicBezTo>
                    <a:pt x="0" y="1050"/>
                    <a:pt x="506" y="2271"/>
                    <a:pt x="1517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1" y="0"/>
                    <a:pt x="1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4" name="Google Shape;10404;p38"/>
            <p:cNvSpPr/>
            <p:nvPr/>
          </p:nvSpPr>
          <p:spPr>
            <a:xfrm rot="-5400000">
              <a:off x="333325" y="364054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6" y="2271"/>
                    <a:pt x="1518" y="2271"/>
                  </a:cubicBezTo>
                  <a:cubicBezTo>
                    <a:pt x="2146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5" name="Google Shape;10405;p38"/>
            <p:cNvSpPr/>
            <p:nvPr/>
          </p:nvSpPr>
          <p:spPr>
            <a:xfrm rot="-5400000">
              <a:off x="95849" y="-156310"/>
              <a:ext cx="362089" cy="341008"/>
            </a:xfrm>
            <a:custGeom>
              <a:avLst/>
              <a:gdLst/>
              <a:ahLst/>
              <a:cxnLst/>
              <a:rect l="l" t="t" r="r" b="b"/>
              <a:pathLst>
                <a:path w="8691" h="8185" extrusionOk="0">
                  <a:moveTo>
                    <a:pt x="4552" y="1"/>
                  </a:moveTo>
                  <a:cubicBezTo>
                    <a:pt x="4349" y="876"/>
                    <a:pt x="3986" y="3228"/>
                    <a:pt x="1" y="3993"/>
                  </a:cubicBezTo>
                  <a:cubicBezTo>
                    <a:pt x="1" y="3993"/>
                    <a:pt x="3171" y="5151"/>
                    <a:pt x="4549" y="8185"/>
                  </a:cubicBezTo>
                  <a:cubicBezTo>
                    <a:pt x="5929" y="5211"/>
                    <a:pt x="8691" y="3993"/>
                    <a:pt x="8691" y="3993"/>
                  </a:cubicBezTo>
                  <a:cubicBezTo>
                    <a:pt x="8691" y="3993"/>
                    <a:pt x="4722" y="3021"/>
                    <a:pt x="4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6" name="Google Shape;10406;p38"/>
            <p:cNvSpPr/>
            <p:nvPr/>
          </p:nvSpPr>
          <p:spPr>
            <a:xfrm rot="-5400000">
              <a:off x="333325" y="140077"/>
              <a:ext cx="110531" cy="94616"/>
            </a:xfrm>
            <a:custGeom>
              <a:avLst/>
              <a:gdLst/>
              <a:ahLst/>
              <a:cxnLst/>
              <a:rect l="l" t="t" r="r" b="b"/>
              <a:pathLst>
                <a:path w="2653" h="2271" extrusionOk="0">
                  <a:moveTo>
                    <a:pt x="1509" y="0"/>
                  </a:moveTo>
                  <a:cubicBezTo>
                    <a:pt x="1231" y="0"/>
                    <a:pt x="947" y="103"/>
                    <a:pt x="716" y="334"/>
                  </a:cubicBezTo>
                  <a:cubicBezTo>
                    <a:pt x="1" y="1050"/>
                    <a:pt x="507" y="2271"/>
                    <a:pt x="1518" y="2271"/>
                  </a:cubicBezTo>
                  <a:cubicBezTo>
                    <a:pt x="2143" y="2271"/>
                    <a:pt x="2652" y="1765"/>
                    <a:pt x="2652" y="1136"/>
                  </a:cubicBezTo>
                  <a:cubicBezTo>
                    <a:pt x="2652" y="454"/>
                    <a:pt x="2093" y="0"/>
                    <a:pt x="15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7" name="Google Shape;10407;p38"/>
            <p:cNvSpPr/>
            <p:nvPr/>
          </p:nvSpPr>
          <p:spPr>
            <a:xfrm rot="-5400000">
              <a:off x="95870" y="4967571"/>
              <a:ext cx="362047" cy="341008"/>
            </a:xfrm>
            <a:custGeom>
              <a:avLst/>
              <a:gdLst/>
              <a:ahLst/>
              <a:cxnLst/>
              <a:rect l="l" t="t" r="r" b="b"/>
              <a:pathLst>
                <a:path w="8690" h="8185" extrusionOk="0">
                  <a:moveTo>
                    <a:pt x="4551" y="1"/>
                  </a:moveTo>
                  <a:cubicBezTo>
                    <a:pt x="4352" y="876"/>
                    <a:pt x="3989" y="3228"/>
                    <a:pt x="0" y="3993"/>
                  </a:cubicBezTo>
                  <a:cubicBezTo>
                    <a:pt x="0" y="3993"/>
                    <a:pt x="3171" y="5151"/>
                    <a:pt x="4551" y="8185"/>
                  </a:cubicBezTo>
                  <a:cubicBezTo>
                    <a:pt x="5929" y="5211"/>
                    <a:pt x="8690" y="3993"/>
                    <a:pt x="8690" y="3993"/>
                  </a:cubicBezTo>
                  <a:cubicBezTo>
                    <a:pt x="8690" y="3993"/>
                    <a:pt x="4721" y="3021"/>
                    <a:pt x="4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408" name="Google Shape;10408;p38"/>
          <p:cNvGrpSpPr/>
          <p:nvPr/>
        </p:nvGrpSpPr>
        <p:grpSpPr>
          <a:xfrm rot="-6330842">
            <a:off x="8574172" y="4987268"/>
            <a:ext cx="2737841" cy="1640985"/>
            <a:chOff x="3911500" y="3122300"/>
            <a:chExt cx="597375" cy="358050"/>
          </a:xfrm>
        </p:grpSpPr>
        <p:sp>
          <p:nvSpPr>
            <p:cNvPr id="10409" name="Google Shape;10409;p38"/>
            <p:cNvSpPr/>
            <p:nvPr/>
          </p:nvSpPr>
          <p:spPr>
            <a:xfrm>
              <a:off x="3911500" y="3341725"/>
              <a:ext cx="94600" cy="80450"/>
            </a:xfrm>
            <a:custGeom>
              <a:avLst/>
              <a:gdLst/>
              <a:ahLst/>
              <a:cxnLst/>
              <a:rect l="l" t="t" r="r" b="b"/>
              <a:pathLst>
                <a:path w="3784" h="3218" extrusionOk="0">
                  <a:moveTo>
                    <a:pt x="1694" y="0"/>
                  </a:moveTo>
                  <a:cubicBezTo>
                    <a:pt x="1473" y="0"/>
                    <a:pt x="1250" y="59"/>
                    <a:pt x="1035" y="196"/>
                  </a:cubicBezTo>
                  <a:cubicBezTo>
                    <a:pt x="423" y="586"/>
                    <a:pt x="0" y="1544"/>
                    <a:pt x="406" y="2199"/>
                  </a:cubicBezTo>
                  <a:cubicBezTo>
                    <a:pt x="512" y="2369"/>
                    <a:pt x="661" y="2509"/>
                    <a:pt x="835" y="2618"/>
                  </a:cubicBezTo>
                  <a:lnTo>
                    <a:pt x="835" y="2618"/>
                  </a:lnTo>
                  <a:cubicBezTo>
                    <a:pt x="779" y="2622"/>
                    <a:pt x="723" y="2624"/>
                    <a:pt x="666" y="2624"/>
                  </a:cubicBezTo>
                  <a:cubicBezTo>
                    <a:pt x="615" y="2624"/>
                    <a:pt x="562" y="2622"/>
                    <a:pt x="509" y="2618"/>
                  </a:cubicBezTo>
                  <a:lnTo>
                    <a:pt x="513" y="2615"/>
                  </a:lnTo>
                  <a:cubicBezTo>
                    <a:pt x="510" y="2615"/>
                    <a:pt x="507" y="2615"/>
                    <a:pt x="504" y="2615"/>
                  </a:cubicBezTo>
                  <a:cubicBezTo>
                    <a:pt x="344" y="2615"/>
                    <a:pt x="279" y="2876"/>
                    <a:pt x="433" y="2941"/>
                  </a:cubicBezTo>
                  <a:cubicBezTo>
                    <a:pt x="835" y="3113"/>
                    <a:pt x="1252" y="3218"/>
                    <a:pt x="1665" y="3218"/>
                  </a:cubicBezTo>
                  <a:cubicBezTo>
                    <a:pt x="2059" y="3218"/>
                    <a:pt x="2449" y="3122"/>
                    <a:pt x="2818" y="2898"/>
                  </a:cubicBezTo>
                  <a:cubicBezTo>
                    <a:pt x="3700" y="2366"/>
                    <a:pt x="3783" y="1457"/>
                    <a:pt x="3098" y="722"/>
                  </a:cubicBezTo>
                  <a:cubicBezTo>
                    <a:pt x="2731" y="329"/>
                    <a:pt x="2217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0" name="Google Shape;10410;p38"/>
            <p:cNvSpPr/>
            <p:nvPr/>
          </p:nvSpPr>
          <p:spPr>
            <a:xfrm>
              <a:off x="3934500" y="3285500"/>
              <a:ext cx="168525" cy="75575"/>
            </a:xfrm>
            <a:custGeom>
              <a:avLst/>
              <a:gdLst/>
              <a:ahLst/>
              <a:cxnLst/>
              <a:rect l="l" t="t" r="r" b="b"/>
              <a:pathLst>
                <a:path w="6741" h="3023" extrusionOk="0">
                  <a:moveTo>
                    <a:pt x="6686" y="0"/>
                  </a:moveTo>
                  <a:cubicBezTo>
                    <a:pt x="6680" y="0"/>
                    <a:pt x="6675" y="1"/>
                    <a:pt x="6669" y="4"/>
                  </a:cubicBezTo>
                  <a:cubicBezTo>
                    <a:pt x="5531" y="449"/>
                    <a:pt x="4440" y="1041"/>
                    <a:pt x="3309" y="1517"/>
                  </a:cubicBezTo>
                  <a:cubicBezTo>
                    <a:pt x="2224" y="1973"/>
                    <a:pt x="1127" y="2406"/>
                    <a:pt x="62" y="2905"/>
                  </a:cubicBezTo>
                  <a:lnTo>
                    <a:pt x="62" y="2908"/>
                  </a:lnTo>
                  <a:cubicBezTo>
                    <a:pt x="0" y="2936"/>
                    <a:pt x="41" y="3023"/>
                    <a:pt x="98" y="3023"/>
                  </a:cubicBezTo>
                  <a:cubicBezTo>
                    <a:pt x="102" y="3023"/>
                    <a:pt x="107" y="3022"/>
                    <a:pt x="112" y="3021"/>
                  </a:cubicBezTo>
                  <a:cubicBezTo>
                    <a:pt x="1250" y="2722"/>
                    <a:pt x="2361" y="2279"/>
                    <a:pt x="3425" y="1787"/>
                  </a:cubicBezTo>
                  <a:cubicBezTo>
                    <a:pt x="4523" y="1281"/>
                    <a:pt x="5708" y="765"/>
                    <a:pt x="6706" y="87"/>
                  </a:cubicBezTo>
                  <a:cubicBezTo>
                    <a:pt x="6741" y="60"/>
                    <a:pt x="6724" y="0"/>
                    <a:pt x="66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1" name="Google Shape;10411;p38"/>
            <p:cNvSpPr/>
            <p:nvPr/>
          </p:nvSpPr>
          <p:spPr>
            <a:xfrm>
              <a:off x="4121025" y="3220825"/>
              <a:ext cx="76300" cy="51925"/>
            </a:xfrm>
            <a:custGeom>
              <a:avLst/>
              <a:gdLst/>
              <a:ahLst/>
              <a:cxnLst/>
              <a:rect l="l" t="t" r="r" b="b"/>
              <a:pathLst>
                <a:path w="3052" h="2077" extrusionOk="0">
                  <a:moveTo>
                    <a:pt x="3003" y="1"/>
                  </a:moveTo>
                  <a:cubicBezTo>
                    <a:pt x="2995" y="1"/>
                    <a:pt x="2987" y="3"/>
                    <a:pt x="2981" y="9"/>
                  </a:cubicBezTo>
                  <a:cubicBezTo>
                    <a:pt x="2705" y="255"/>
                    <a:pt x="2475" y="465"/>
                    <a:pt x="2119" y="578"/>
                  </a:cubicBezTo>
                  <a:cubicBezTo>
                    <a:pt x="1923" y="638"/>
                    <a:pt x="1727" y="691"/>
                    <a:pt x="1544" y="787"/>
                  </a:cubicBezTo>
                  <a:cubicBezTo>
                    <a:pt x="1344" y="897"/>
                    <a:pt x="1201" y="1043"/>
                    <a:pt x="1048" y="1210"/>
                  </a:cubicBezTo>
                  <a:cubicBezTo>
                    <a:pt x="758" y="1523"/>
                    <a:pt x="452" y="1732"/>
                    <a:pt x="80" y="1925"/>
                  </a:cubicBezTo>
                  <a:cubicBezTo>
                    <a:pt x="1" y="1965"/>
                    <a:pt x="51" y="2076"/>
                    <a:pt x="123" y="2076"/>
                  </a:cubicBezTo>
                  <a:cubicBezTo>
                    <a:pt x="136" y="2076"/>
                    <a:pt x="149" y="2073"/>
                    <a:pt x="163" y="2065"/>
                  </a:cubicBezTo>
                  <a:cubicBezTo>
                    <a:pt x="765" y="1729"/>
                    <a:pt x="1287" y="1270"/>
                    <a:pt x="1866" y="897"/>
                  </a:cubicBezTo>
                  <a:cubicBezTo>
                    <a:pt x="2256" y="644"/>
                    <a:pt x="2791" y="465"/>
                    <a:pt x="3034" y="52"/>
                  </a:cubicBezTo>
                  <a:cubicBezTo>
                    <a:pt x="3052" y="24"/>
                    <a:pt x="3027" y="1"/>
                    <a:pt x="3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2" name="Google Shape;10412;p38"/>
            <p:cNvSpPr/>
            <p:nvPr/>
          </p:nvSpPr>
          <p:spPr>
            <a:xfrm>
              <a:off x="4208450" y="3200600"/>
              <a:ext cx="28925" cy="17700"/>
            </a:xfrm>
            <a:custGeom>
              <a:avLst/>
              <a:gdLst/>
              <a:ahLst/>
              <a:cxnLst/>
              <a:rect l="l" t="t" r="r" b="b"/>
              <a:pathLst>
                <a:path w="1157" h="708" extrusionOk="0">
                  <a:moveTo>
                    <a:pt x="1098" y="1"/>
                  </a:moveTo>
                  <a:cubicBezTo>
                    <a:pt x="1093" y="1"/>
                    <a:pt x="1089" y="1"/>
                    <a:pt x="1084" y="3"/>
                  </a:cubicBezTo>
                  <a:cubicBezTo>
                    <a:pt x="725" y="116"/>
                    <a:pt x="402" y="352"/>
                    <a:pt x="79" y="548"/>
                  </a:cubicBezTo>
                  <a:cubicBezTo>
                    <a:pt x="1" y="596"/>
                    <a:pt x="50" y="708"/>
                    <a:pt x="125" y="708"/>
                  </a:cubicBezTo>
                  <a:cubicBezTo>
                    <a:pt x="139" y="708"/>
                    <a:pt x="154" y="704"/>
                    <a:pt x="169" y="695"/>
                  </a:cubicBezTo>
                  <a:cubicBezTo>
                    <a:pt x="492" y="505"/>
                    <a:pt x="854" y="335"/>
                    <a:pt x="1127" y="73"/>
                  </a:cubicBezTo>
                  <a:cubicBezTo>
                    <a:pt x="1157" y="46"/>
                    <a:pt x="1134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3" name="Google Shape;10413;p38"/>
            <p:cNvSpPr/>
            <p:nvPr/>
          </p:nvSpPr>
          <p:spPr>
            <a:xfrm>
              <a:off x="4245350" y="3122300"/>
              <a:ext cx="146400" cy="73125"/>
            </a:xfrm>
            <a:custGeom>
              <a:avLst/>
              <a:gdLst/>
              <a:ahLst/>
              <a:cxnLst/>
              <a:rect l="l" t="t" r="r" b="b"/>
              <a:pathLst>
                <a:path w="5856" h="2925" extrusionOk="0">
                  <a:moveTo>
                    <a:pt x="5535" y="0"/>
                  </a:moveTo>
                  <a:cubicBezTo>
                    <a:pt x="5139" y="0"/>
                    <a:pt x="4788" y="202"/>
                    <a:pt x="4445" y="400"/>
                  </a:cubicBezTo>
                  <a:cubicBezTo>
                    <a:pt x="3983" y="670"/>
                    <a:pt x="3524" y="946"/>
                    <a:pt x="3055" y="1205"/>
                  </a:cubicBezTo>
                  <a:cubicBezTo>
                    <a:pt x="2070" y="1751"/>
                    <a:pt x="1085" y="2340"/>
                    <a:pt x="67" y="2809"/>
                  </a:cubicBezTo>
                  <a:cubicBezTo>
                    <a:pt x="1" y="2838"/>
                    <a:pt x="42" y="2925"/>
                    <a:pt x="105" y="2925"/>
                  </a:cubicBezTo>
                  <a:cubicBezTo>
                    <a:pt x="114" y="2925"/>
                    <a:pt x="124" y="2923"/>
                    <a:pt x="134" y="2918"/>
                  </a:cubicBezTo>
                  <a:cubicBezTo>
                    <a:pt x="1122" y="2476"/>
                    <a:pt x="2100" y="2100"/>
                    <a:pt x="3061" y="1594"/>
                  </a:cubicBezTo>
                  <a:cubicBezTo>
                    <a:pt x="3544" y="1342"/>
                    <a:pt x="4016" y="1075"/>
                    <a:pt x="4495" y="816"/>
                  </a:cubicBezTo>
                  <a:cubicBezTo>
                    <a:pt x="4898" y="600"/>
                    <a:pt x="5330" y="453"/>
                    <a:pt x="5733" y="240"/>
                  </a:cubicBezTo>
                  <a:cubicBezTo>
                    <a:pt x="5856" y="174"/>
                    <a:pt x="5776" y="17"/>
                    <a:pt x="5663" y="7"/>
                  </a:cubicBezTo>
                  <a:cubicBezTo>
                    <a:pt x="5620" y="3"/>
                    <a:pt x="5577" y="0"/>
                    <a:pt x="5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4" name="Google Shape;10414;p38"/>
            <p:cNvSpPr/>
            <p:nvPr/>
          </p:nvSpPr>
          <p:spPr>
            <a:xfrm>
              <a:off x="3967375" y="3354700"/>
              <a:ext cx="89175" cy="35975"/>
            </a:xfrm>
            <a:custGeom>
              <a:avLst/>
              <a:gdLst/>
              <a:ahLst/>
              <a:cxnLst/>
              <a:rect l="l" t="t" r="r" b="b"/>
              <a:pathLst>
                <a:path w="3567" h="1439" extrusionOk="0">
                  <a:moveTo>
                    <a:pt x="3505" y="0"/>
                  </a:moveTo>
                  <a:cubicBezTo>
                    <a:pt x="3503" y="0"/>
                    <a:pt x="3502" y="0"/>
                    <a:pt x="3501" y="0"/>
                  </a:cubicBezTo>
                  <a:cubicBezTo>
                    <a:pt x="2929" y="50"/>
                    <a:pt x="2387" y="343"/>
                    <a:pt x="1861" y="549"/>
                  </a:cubicBezTo>
                  <a:cubicBezTo>
                    <a:pt x="1262" y="785"/>
                    <a:pt x="670" y="1031"/>
                    <a:pt x="78" y="1288"/>
                  </a:cubicBezTo>
                  <a:lnTo>
                    <a:pt x="81" y="1288"/>
                  </a:lnTo>
                  <a:cubicBezTo>
                    <a:pt x="0" y="1320"/>
                    <a:pt x="19" y="1439"/>
                    <a:pt x="93" y="1439"/>
                  </a:cubicBezTo>
                  <a:cubicBezTo>
                    <a:pt x="102" y="1439"/>
                    <a:pt x="111" y="1437"/>
                    <a:pt x="121" y="1434"/>
                  </a:cubicBezTo>
                  <a:cubicBezTo>
                    <a:pt x="730" y="1231"/>
                    <a:pt x="1332" y="1018"/>
                    <a:pt x="1931" y="792"/>
                  </a:cubicBezTo>
                  <a:cubicBezTo>
                    <a:pt x="2466" y="596"/>
                    <a:pt x="3069" y="449"/>
                    <a:pt x="3528" y="103"/>
                  </a:cubicBezTo>
                  <a:cubicBezTo>
                    <a:pt x="3567" y="74"/>
                    <a:pt x="3558" y="0"/>
                    <a:pt x="3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5" name="Google Shape;10415;p38"/>
            <p:cNvSpPr/>
            <p:nvPr/>
          </p:nvSpPr>
          <p:spPr>
            <a:xfrm>
              <a:off x="4055850" y="3344875"/>
              <a:ext cx="18525" cy="11275"/>
            </a:xfrm>
            <a:custGeom>
              <a:avLst/>
              <a:gdLst/>
              <a:ahLst/>
              <a:cxnLst/>
              <a:rect l="l" t="t" r="r" b="b"/>
              <a:pathLst>
                <a:path w="741" h="451" extrusionOk="0">
                  <a:moveTo>
                    <a:pt x="672" y="0"/>
                  </a:moveTo>
                  <a:cubicBezTo>
                    <a:pt x="670" y="0"/>
                    <a:pt x="669" y="0"/>
                    <a:pt x="667" y="1"/>
                  </a:cubicBezTo>
                  <a:cubicBezTo>
                    <a:pt x="474" y="21"/>
                    <a:pt x="311" y="144"/>
                    <a:pt x="132" y="210"/>
                  </a:cubicBezTo>
                  <a:cubicBezTo>
                    <a:pt x="0" y="258"/>
                    <a:pt x="41" y="451"/>
                    <a:pt x="159" y="451"/>
                  </a:cubicBezTo>
                  <a:cubicBezTo>
                    <a:pt x="172" y="451"/>
                    <a:pt x="186" y="448"/>
                    <a:pt x="202" y="443"/>
                  </a:cubicBezTo>
                  <a:cubicBezTo>
                    <a:pt x="391" y="377"/>
                    <a:pt x="634" y="293"/>
                    <a:pt x="724" y="94"/>
                  </a:cubicBezTo>
                  <a:cubicBezTo>
                    <a:pt x="740" y="55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6" name="Google Shape;10416;p38"/>
            <p:cNvSpPr/>
            <p:nvPr/>
          </p:nvSpPr>
          <p:spPr>
            <a:xfrm>
              <a:off x="4087050" y="3337000"/>
              <a:ext cx="19925" cy="10475"/>
            </a:xfrm>
            <a:custGeom>
              <a:avLst/>
              <a:gdLst/>
              <a:ahLst/>
              <a:cxnLst/>
              <a:rect l="l" t="t" r="r" b="b"/>
              <a:pathLst>
                <a:path w="797" h="419" extrusionOk="0">
                  <a:moveTo>
                    <a:pt x="660" y="1"/>
                  </a:moveTo>
                  <a:cubicBezTo>
                    <a:pt x="497" y="1"/>
                    <a:pt x="326" y="84"/>
                    <a:pt x="175" y="136"/>
                  </a:cubicBezTo>
                  <a:cubicBezTo>
                    <a:pt x="1" y="194"/>
                    <a:pt x="72" y="418"/>
                    <a:pt x="220" y="418"/>
                  </a:cubicBezTo>
                  <a:cubicBezTo>
                    <a:pt x="242" y="418"/>
                    <a:pt x="266" y="413"/>
                    <a:pt x="291" y="402"/>
                  </a:cubicBezTo>
                  <a:cubicBezTo>
                    <a:pt x="447" y="329"/>
                    <a:pt x="657" y="269"/>
                    <a:pt x="767" y="129"/>
                  </a:cubicBezTo>
                  <a:cubicBezTo>
                    <a:pt x="797" y="89"/>
                    <a:pt x="793" y="13"/>
                    <a:pt x="730" y="6"/>
                  </a:cubicBezTo>
                  <a:cubicBezTo>
                    <a:pt x="707" y="2"/>
                    <a:pt x="684" y="1"/>
                    <a:pt x="6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7" name="Google Shape;10417;p38"/>
            <p:cNvSpPr/>
            <p:nvPr/>
          </p:nvSpPr>
          <p:spPr>
            <a:xfrm>
              <a:off x="4122975" y="3323725"/>
              <a:ext cx="22025" cy="8200"/>
            </a:xfrm>
            <a:custGeom>
              <a:avLst/>
              <a:gdLst/>
              <a:ahLst/>
              <a:cxnLst/>
              <a:rect l="l" t="t" r="r" b="b"/>
              <a:pathLst>
                <a:path w="881" h="328" extrusionOk="0">
                  <a:moveTo>
                    <a:pt x="716" y="0"/>
                  </a:moveTo>
                  <a:cubicBezTo>
                    <a:pt x="508" y="0"/>
                    <a:pt x="303" y="63"/>
                    <a:pt x="115" y="141"/>
                  </a:cubicBezTo>
                  <a:cubicBezTo>
                    <a:pt x="1" y="178"/>
                    <a:pt x="48" y="328"/>
                    <a:pt x="139" y="328"/>
                  </a:cubicBezTo>
                  <a:cubicBezTo>
                    <a:pt x="155" y="328"/>
                    <a:pt x="171" y="324"/>
                    <a:pt x="188" y="314"/>
                  </a:cubicBezTo>
                  <a:cubicBezTo>
                    <a:pt x="394" y="221"/>
                    <a:pt x="614" y="175"/>
                    <a:pt x="827" y="105"/>
                  </a:cubicBezTo>
                  <a:cubicBezTo>
                    <a:pt x="880" y="88"/>
                    <a:pt x="870" y="5"/>
                    <a:pt x="810" y="5"/>
                  </a:cubicBezTo>
                  <a:cubicBezTo>
                    <a:pt x="779" y="2"/>
                    <a:pt x="747" y="0"/>
                    <a:pt x="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8" name="Google Shape;10418;p38"/>
            <p:cNvSpPr/>
            <p:nvPr/>
          </p:nvSpPr>
          <p:spPr>
            <a:xfrm>
              <a:off x="4208550" y="3264625"/>
              <a:ext cx="96550" cy="36075"/>
            </a:xfrm>
            <a:custGeom>
              <a:avLst/>
              <a:gdLst/>
              <a:ahLst/>
              <a:cxnLst/>
              <a:rect l="l" t="t" r="r" b="b"/>
              <a:pathLst>
                <a:path w="3862" h="1443" extrusionOk="0">
                  <a:moveTo>
                    <a:pt x="3742" y="0"/>
                  </a:moveTo>
                  <a:cubicBezTo>
                    <a:pt x="3126" y="3"/>
                    <a:pt x="2521" y="310"/>
                    <a:pt x="1955" y="532"/>
                  </a:cubicBezTo>
                  <a:cubicBezTo>
                    <a:pt x="1313" y="779"/>
                    <a:pt x="694" y="1085"/>
                    <a:pt x="55" y="1344"/>
                  </a:cubicBezTo>
                  <a:cubicBezTo>
                    <a:pt x="0" y="1366"/>
                    <a:pt x="15" y="1443"/>
                    <a:pt x="67" y="1443"/>
                  </a:cubicBezTo>
                  <a:cubicBezTo>
                    <a:pt x="72" y="1443"/>
                    <a:pt x="77" y="1442"/>
                    <a:pt x="82" y="1441"/>
                  </a:cubicBezTo>
                  <a:cubicBezTo>
                    <a:pt x="767" y="1228"/>
                    <a:pt x="1469" y="1068"/>
                    <a:pt x="2151" y="842"/>
                  </a:cubicBezTo>
                  <a:cubicBezTo>
                    <a:pt x="2717" y="652"/>
                    <a:pt x="3329" y="516"/>
                    <a:pt x="3801" y="140"/>
                  </a:cubicBezTo>
                  <a:cubicBezTo>
                    <a:pt x="3861" y="93"/>
                    <a:pt x="3805" y="0"/>
                    <a:pt x="3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9" name="Google Shape;10419;p38"/>
            <p:cNvSpPr/>
            <p:nvPr/>
          </p:nvSpPr>
          <p:spPr>
            <a:xfrm>
              <a:off x="4322175" y="3249450"/>
              <a:ext cx="31825" cy="12275"/>
            </a:xfrm>
            <a:custGeom>
              <a:avLst/>
              <a:gdLst/>
              <a:ahLst/>
              <a:cxnLst/>
              <a:rect l="l" t="t" r="r" b="b"/>
              <a:pathLst>
                <a:path w="1273" h="491" extrusionOk="0">
                  <a:moveTo>
                    <a:pt x="1077" y="0"/>
                  </a:moveTo>
                  <a:cubicBezTo>
                    <a:pt x="755" y="0"/>
                    <a:pt x="404" y="183"/>
                    <a:pt x="115" y="288"/>
                  </a:cubicBezTo>
                  <a:cubicBezTo>
                    <a:pt x="1" y="328"/>
                    <a:pt x="38" y="491"/>
                    <a:pt x="147" y="491"/>
                  </a:cubicBezTo>
                  <a:cubicBezTo>
                    <a:pt x="156" y="491"/>
                    <a:pt x="165" y="490"/>
                    <a:pt x="175" y="487"/>
                  </a:cubicBezTo>
                  <a:cubicBezTo>
                    <a:pt x="511" y="408"/>
                    <a:pt x="980" y="364"/>
                    <a:pt x="1239" y="115"/>
                  </a:cubicBezTo>
                  <a:cubicBezTo>
                    <a:pt x="1273" y="81"/>
                    <a:pt x="1256" y="25"/>
                    <a:pt x="1209" y="12"/>
                  </a:cubicBezTo>
                  <a:cubicBezTo>
                    <a:pt x="1166" y="4"/>
                    <a:pt x="1122" y="0"/>
                    <a:pt x="10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0" name="Google Shape;10420;p38"/>
            <p:cNvSpPr/>
            <p:nvPr/>
          </p:nvSpPr>
          <p:spPr>
            <a:xfrm>
              <a:off x="4362400" y="3229425"/>
              <a:ext cx="47275" cy="18275"/>
            </a:xfrm>
            <a:custGeom>
              <a:avLst/>
              <a:gdLst/>
              <a:ahLst/>
              <a:cxnLst/>
              <a:rect l="l" t="t" r="r" b="b"/>
              <a:pathLst>
                <a:path w="1891" h="731" extrusionOk="0">
                  <a:moveTo>
                    <a:pt x="1829" y="0"/>
                  </a:moveTo>
                  <a:cubicBezTo>
                    <a:pt x="1826" y="0"/>
                    <a:pt x="1823" y="0"/>
                    <a:pt x="1819" y="1"/>
                  </a:cubicBezTo>
                  <a:cubicBezTo>
                    <a:pt x="1523" y="41"/>
                    <a:pt x="1234" y="114"/>
                    <a:pt x="954" y="214"/>
                  </a:cubicBezTo>
                  <a:cubicBezTo>
                    <a:pt x="638" y="330"/>
                    <a:pt x="362" y="517"/>
                    <a:pt x="49" y="643"/>
                  </a:cubicBezTo>
                  <a:cubicBezTo>
                    <a:pt x="0" y="658"/>
                    <a:pt x="17" y="731"/>
                    <a:pt x="64" y="731"/>
                  </a:cubicBezTo>
                  <a:cubicBezTo>
                    <a:pt x="68" y="731"/>
                    <a:pt x="72" y="730"/>
                    <a:pt x="76" y="729"/>
                  </a:cubicBezTo>
                  <a:cubicBezTo>
                    <a:pt x="399" y="646"/>
                    <a:pt x="728" y="623"/>
                    <a:pt x="1044" y="513"/>
                  </a:cubicBezTo>
                  <a:cubicBezTo>
                    <a:pt x="1330" y="413"/>
                    <a:pt x="1600" y="274"/>
                    <a:pt x="1849" y="107"/>
                  </a:cubicBezTo>
                  <a:cubicBezTo>
                    <a:pt x="1890" y="79"/>
                    <a:pt x="1881" y="0"/>
                    <a:pt x="1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1" name="Google Shape;10421;p38"/>
            <p:cNvSpPr/>
            <p:nvPr/>
          </p:nvSpPr>
          <p:spPr>
            <a:xfrm>
              <a:off x="4415975" y="3199075"/>
              <a:ext cx="88575" cy="30150"/>
            </a:xfrm>
            <a:custGeom>
              <a:avLst/>
              <a:gdLst/>
              <a:ahLst/>
              <a:cxnLst/>
              <a:rect l="l" t="t" r="r" b="b"/>
              <a:pathLst>
                <a:path w="3543" h="1206" extrusionOk="0">
                  <a:moveTo>
                    <a:pt x="3162" y="1"/>
                  </a:moveTo>
                  <a:cubicBezTo>
                    <a:pt x="2694" y="1"/>
                    <a:pt x="2209" y="183"/>
                    <a:pt x="1772" y="317"/>
                  </a:cubicBezTo>
                  <a:cubicBezTo>
                    <a:pt x="1163" y="500"/>
                    <a:pt x="648" y="779"/>
                    <a:pt x="79" y="1049"/>
                  </a:cubicBezTo>
                  <a:cubicBezTo>
                    <a:pt x="1" y="1085"/>
                    <a:pt x="48" y="1206"/>
                    <a:pt x="122" y="1206"/>
                  </a:cubicBezTo>
                  <a:cubicBezTo>
                    <a:pt x="129" y="1206"/>
                    <a:pt x="137" y="1204"/>
                    <a:pt x="145" y="1202"/>
                  </a:cubicBezTo>
                  <a:cubicBezTo>
                    <a:pt x="711" y="1002"/>
                    <a:pt x="1313" y="879"/>
                    <a:pt x="1892" y="712"/>
                  </a:cubicBezTo>
                  <a:cubicBezTo>
                    <a:pt x="2404" y="566"/>
                    <a:pt x="3010" y="513"/>
                    <a:pt x="3466" y="223"/>
                  </a:cubicBezTo>
                  <a:cubicBezTo>
                    <a:pt x="3542" y="177"/>
                    <a:pt x="3532" y="40"/>
                    <a:pt x="3436" y="24"/>
                  </a:cubicBezTo>
                  <a:cubicBezTo>
                    <a:pt x="3346" y="8"/>
                    <a:pt x="3254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2" name="Google Shape;10422;p38"/>
            <p:cNvSpPr/>
            <p:nvPr/>
          </p:nvSpPr>
          <p:spPr>
            <a:xfrm>
              <a:off x="3969375" y="3378150"/>
              <a:ext cx="134750" cy="21425"/>
            </a:xfrm>
            <a:custGeom>
              <a:avLst/>
              <a:gdLst/>
              <a:ahLst/>
              <a:cxnLst/>
              <a:rect l="l" t="t" r="r" b="b"/>
              <a:pathLst>
                <a:path w="5390" h="857" extrusionOk="0">
                  <a:moveTo>
                    <a:pt x="5220" y="0"/>
                  </a:moveTo>
                  <a:cubicBezTo>
                    <a:pt x="4786" y="0"/>
                    <a:pt x="4364" y="115"/>
                    <a:pt x="3933" y="170"/>
                  </a:cubicBezTo>
                  <a:cubicBezTo>
                    <a:pt x="3498" y="223"/>
                    <a:pt x="3055" y="237"/>
                    <a:pt x="2619" y="286"/>
                  </a:cubicBezTo>
                  <a:cubicBezTo>
                    <a:pt x="1801" y="376"/>
                    <a:pt x="853" y="423"/>
                    <a:pt x="78" y="706"/>
                  </a:cubicBezTo>
                  <a:lnTo>
                    <a:pt x="78" y="702"/>
                  </a:lnTo>
                  <a:lnTo>
                    <a:pt x="78" y="702"/>
                  </a:lnTo>
                  <a:cubicBezTo>
                    <a:pt x="1" y="729"/>
                    <a:pt x="18" y="842"/>
                    <a:pt x="97" y="845"/>
                  </a:cubicBezTo>
                  <a:cubicBezTo>
                    <a:pt x="202" y="853"/>
                    <a:pt x="309" y="857"/>
                    <a:pt x="415" y="857"/>
                  </a:cubicBezTo>
                  <a:cubicBezTo>
                    <a:pt x="1159" y="857"/>
                    <a:pt x="1944" y="681"/>
                    <a:pt x="2663" y="556"/>
                  </a:cubicBezTo>
                  <a:cubicBezTo>
                    <a:pt x="3155" y="473"/>
                    <a:pt x="3644" y="353"/>
                    <a:pt x="4140" y="276"/>
                  </a:cubicBezTo>
                  <a:cubicBezTo>
                    <a:pt x="4552" y="217"/>
                    <a:pt x="4961" y="203"/>
                    <a:pt x="5357" y="60"/>
                  </a:cubicBezTo>
                  <a:cubicBezTo>
                    <a:pt x="5389" y="51"/>
                    <a:pt x="5384" y="3"/>
                    <a:pt x="5351" y="3"/>
                  </a:cubicBezTo>
                  <a:cubicBezTo>
                    <a:pt x="5350" y="3"/>
                    <a:pt x="5348" y="4"/>
                    <a:pt x="5347" y="4"/>
                  </a:cubicBezTo>
                  <a:cubicBezTo>
                    <a:pt x="5305" y="1"/>
                    <a:pt x="5262" y="0"/>
                    <a:pt x="5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3" name="Google Shape;10423;p38"/>
            <p:cNvSpPr/>
            <p:nvPr/>
          </p:nvSpPr>
          <p:spPr>
            <a:xfrm>
              <a:off x="4110975" y="3371275"/>
              <a:ext cx="25775" cy="7900"/>
            </a:xfrm>
            <a:custGeom>
              <a:avLst/>
              <a:gdLst/>
              <a:ahLst/>
              <a:cxnLst/>
              <a:rect l="l" t="t" r="r" b="b"/>
              <a:pathLst>
                <a:path w="1031" h="316" extrusionOk="0">
                  <a:moveTo>
                    <a:pt x="758" y="1"/>
                  </a:moveTo>
                  <a:cubicBezTo>
                    <a:pt x="526" y="1"/>
                    <a:pt x="295" y="88"/>
                    <a:pt x="79" y="172"/>
                  </a:cubicBezTo>
                  <a:lnTo>
                    <a:pt x="76" y="176"/>
                  </a:lnTo>
                  <a:cubicBezTo>
                    <a:pt x="0" y="206"/>
                    <a:pt x="24" y="315"/>
                    <a:pt x="96" y="315"/>
                  </a:cubicBezTo>
                  <a:cubicBezTo>
                    <a:pt x="103" y="315"/>
                    <a:pt x="111" y="314"/>
                    <a:pt x="119" y="312"/>
                  </a:cubicBezTo>
                  <a:cubicBezTo>
                    <a:pt x="399" y="229"/>
                    <a:pt x="701" y="222"/>
                    <a:pt x="974" y="112"/>
                  </a:cubicBezTo>
                  <a:cubicBezTo>
                    <a:pt x="1031" y="112"/>
                    <a:pt x="1031" y="29"/>
                    <a:pt x="974" y="29"/>
                  </a:cubicBezTo>
                  <a:cubicBezTo>
                    <a:pt x="902" y="9"/>
                    <a:pt x="830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4" name="Google Shape;10424;p38"/>
            <p:cNvSpPr/>
            <p:nvPr/>
          </p:nvSpPr>
          <p:spPr>
            <a:xfrm>
              <a:off x="4133400" y="3364625"/>
              <a:ext cx="18225" cy="15350"/>
            </a:xfrm>
            <a:custGeom>
              <a:avLst/>
              <a:gdLst/>
              <a:ahLst/>
              <a:cxnLst/>
              <a:rect l="l" t="t" r="r" b="b"/>
              <a:pathLst>
                <a:path w="729" h="614" extrusionOk="0">
                  <a:moveTo>
                    <a:pt x="351" y="0"/>
                  </a:moveTo>
                  <a:cubicBezTo>
                    <a:pt x="224" y="0"/>
                    <a:pt x="98" y="71"/>
                    <a:pt x="57" y="232"/>
                  </a:cubicBezTo>
                  <a:cubicBezTo>
                    <a:pt x="0" y="465"/>
                    <a:pt x="192" y="613"/>
                    <a:pt x="377" y="613"/>
                  </a:cubicBezTo>
                  <a:cubicBezTo>
                    <a:pt x="505" y="613"/>
                    <a:pt x="630" y="543"/>
                    <a:pt x="669" y="382"/>
                  </a:cubicBezTo>
                  <a:cubicBezTo>
                    <a:pt x="728" y="149"/>
                    <a:pt x="538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5" name="Google Shape;10425;p38"/>
            <p:cNvSpPr/>
            <p:nvPr/>
          </p:nvSpPr>
          <p:spPr>
            <a:xfrm>
              <a:off x="4172750" y="3362475"/>
              <a:ext cx="21900" cy="5900"/>
            </a:xfrm>
            <a:custGeom>
              <a:avLst/>
              <a:gdLst/>
              <a:ahLst/>
              <a:cxnLst/>
              <a:rect l="l" t="t" r="r" b="b"/>
              <a:pathLst>
                <a:path w="876" h="236" extrusionOk="0">
                  <a:moveTo>
                    <a:pt x="631" y="0"/>
                  </a:moveTo>
                  <a:cubicBezTo>
                    <a:pt x="459" y="0"/>
                    <a:pt x="272" y="41"/>
                    <a:pt x="113" y="55"/>
                  </a:cubicBezTo>
                  <a:cubicBezTo>
                    <a:pt x="0" y="68"/>
                    <a:pt x="3" y="235"/>
                    <a:pt x="108" y="235"/>
                  </a:cubicBezTo>
                  <a:cubicBezTo>
                    <a:pt x="111" y="235"/>
                    <a:pt x="114" y="235"/>
                    <a:pt x="117" y="235"/>
                  </a:cubicBezTo>
                  <a:cubicBezTo>
                    <a:pt x="346" y="208"/>
                    <a:pt x="629" y="221"/>
                    <a:pt x="839" y="118"/>
                  </a:cubicBezTo>
                  <a:cubicBezTo>
                    <a:pt x="875" y="92"/>
                    <a:pt x="865" y="35"/>
                    <a:pt x="822" y="22"/>
                  </a:cubicBezTo>
                  <a:cubicBezTo>
                    <a:pt x="762" y="6"/>
                    <a:pt x="698" y="0"/>
                    <a:pt x="6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6" name="Google Shape;10426;p38"/>
            <p:cNvSpPr/>
            <p:nvPr/>
          </p:nvSpPr>
          <p:spPr>
            <a:xfrm>
              <a:off x="4218350" y="3352075"/>
              <a:ext cx="22875" cy="8825"/>
            </a:xfrm>
            <a:custGeom>
              <a:avLst/>
              <a:gdLst/>
              <a:ahLst/>
              <a:cxnLst/>
              <a:rect l="l" t="t" r="r" b="b"/>
              <a:pathLst>
                <a:path w="915" h="353" extrusionOk="0">
                  <a:moveTo>
                    <a:pt x="676" y="0"/>
                  </a:moveTo>
                  <a:cubicBezTo>
                    <a:pt x="489" y="0"/>
                    <a:pt x="295" y="65"/>
                    <a:pt x="126" y="125"/>
                  </a:cubicBezTo>
                  <a:lnTo>
                    <a:pt x="126" y="128"/>
                  </a:lnTo>
                  <a:cubicBezTo>
                    <a:pt x="1" y="170"/>
                    <a:pt x="41" y="353"/>
                    <a:pt x="148" y="353"/>
                  </a:cubicBezTo>
                  <a:cubicBezTo>
                    <a:pt x="161" y="353"/>
                    <a:pt x="175" y="350"/>
                    <a:pt x="189" y="345"/>
                  </a:cubicBezTo>
                  <a:cubicBezTo>
                    <a:pt x="405" y="262"/>
                    <a:pt x="641" y="238"/>
                    <a:pt x="851" y="145"/>
                  </a:cubicBezTo>
                  <a:cubicBezTo>
                    <a:pt x="914" y="125"/>
                    <a:pt x="914" y="39"/>
                    <a:pt x="851" y="22"/>
                  </a:cubicBezTo>
                  <a:cubicBezTo>
                    <a:pt x="794" y="7"/>
                    <a:pt x="735" y="0"/>
                    <a:pt x="6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7" name="Google Shape;10427;p38"/>
            <p:cNvSpPr/>
            <p:nvPr/>
          </p:nvSpPr>
          <p:spPr>
            <a:xfrm>
              <a:off x="4279575" y="3335975"/>
              <a:ext cx="58575" cy="14675"/>
            </a:xfrm>
            <a:custGeom>
              <a:avLst/>
              <a:gdLst/>
              <a:ahLst/>
              <a:cxnLst/>
              <a:rect l="l" t="t" r="r" b="b"/>
              <a:pathLst>
                <a:path w="2343" h="587" extrusionOk="0">
                  <a:moveTo>
                    <a:pt x="2294" y="0"/>
                  </a:moveTo>
                  <a:cubicBezTo>
                    <a:pt x="2292" y="0"/>
                    <a:pt x="2290" y="0"/>
                    <a:pt x="2288" y="1"/>
                  </a:cubicBezTo>
                  <a:cubicBezTo>
                    <a:pt x="1543" y="114"/>
                    <a:pt x="814" y="337"/>
                    <a:pt x="69" y="463"/>
                  </a:cubicBezTo>
                  <a:cubicBezTo>
                    <a:pt x="1" y="476"/>
                    <a:pt x="18" y="586"/>
                    <a:pt x="83" y="586"/>
                  </a:cubicBezTo>
                  <a:cubicBezTo>
                    <a:pt x="85" y="586"/>
                    <a:pt x="87" y="586"/>
                    <a:pt x="89" y="586"/>
                  </a:cubicBezTo>
                  <a:cubicBezTo>
                    <a:pt x="834" y="490"/>
                    <a:pt x="1609" y="390"/>
                    <a:pt x="2301" y="90"/>
                  </a:cubicBezTo>
                  <a:cubicBezTo>
                    <a:pt x="2343" y="71"/>
                    <a:pt x="2341" y="0"/>
                    <a:pt x="2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8" name="Google Shape;10428;p38"/>
            <p:cNvSpPr/>
            <p:nvPr/>
          </p:nvSpPr>
          <p:spPr>
            <a:xfrm>
              <a:off x="4363125" y="3303375"/>
              <a:ext cx="145750" cy="31900"/>
            </a:xfrm>
            <a:custGeom>
              <a:avLst/>
              <a:gdLst/>
              <a:ahLst/>
              <a:cxnLst/>
              <a:rect l="l" t="t" r="r" b="b"/>
              <a:pathLst>
                <a:path w="5830" h="1276" extrusionOk="0">
                  <a:moveTo>
                    <a:pt x="5303" y="0"/>
                  </a:moveTo>
                  <a:cubicBezTo>
                    <a:pt x="4579" y="0"/>
                    <a:pt x="3800" y="245"/>
                    <a:pt x="3124" y="426"/>
                  </a:cubicBezTo>
                  <a:cubicBezTo>
                    <a:pt x="2120" y="702"/>
                    <a:pt x="1082" y="839"/>
                    <a:pt x="77" y="1125"/>
                  </a:cubicBezTo>
                  <a:cubicBezTo>
                    <a:pt x="1" y="1147"/>
                    <a:pt x="12" y="1276"/>
                    <a:pt x="89" y="1276"/>
                  </a:cubicBezTo>
                  <a:cubicBezTo>
                    <a:pt x="93" y="1276"/>
                    <a:pt x="96" y="1275"/>
                    <a:pt x="100" y="1275"/>
                  </a:cubicBezTo>
                  <a:cubicBezTo>
                    <a:pt x="1102" y="1138"/>
                    <a:pt x="2066" y="855"/>
                    <a:pt x="3065" y="709"/>
                  </a:cubicBezTo>
                  <a:cubicBezTo>
                    <a:pt x="3923" y="583"/>
                    <a:pt x="4838" y="526"/>
                    <a:pt x="5679" y="330"/>
                  </a:cubicBezTo>
                  <a:cubicBezTo>
                    <a:pt x="5826" y="297"/>
                    <a:pt x="5829" y="44"/>
                    <a:pt x="5673" y="24"/>
                  </a:cubicBezTo>
                  <a:cubicBezTo>
                    <a:pt x="5552" y="8"/>
                    <a:pt x="5428" y="0"/>
                    <a:pt x="5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9" name="Google Shape;10429;p38"/>
            <p:cNvSpPr/>
            <p:nvPr/>
          </p:nvSpPr>
          <p:spPr>
            <a:xfrm>
              <a:off x="3955900" y="3406100"/>
              <a:ext cx="104425" cy="13375"/>
            </a:xfrm>
            <a:custGeom>
              <a:avLst/>
              <a:gdLst/>
              <a:ahLst/>
              <a:cxnLst/>
              <a:rect l="l" t="t" r="r" b="b"/>
              <a:pathLst>
                <a:path w="4177" h="535" extrusionOk="0">
                  <a:moveTo>
                    <a:pt x="81" y="0"/>
                  </a:moveTo>
                  <a:lnTo>
                    <a:pt x="81" y="3"/>
                  </a:lnTo>
                  <a:cubicBezTo>
                    <a:pt x="78" y="3"/>
                    <a:pt x="75" y="3"/>
                    <a:pt x="72" y="3"/>
                  </a:cubicBezTo>
                  <a:cubicBezTo>
                    <a:pt x="4" y="3"/>
                    <a:pt x="1" y="111"/>
                    <a:pt x="68" y="127"/>
                  </a:cubicBezTo>
                  <a:cubicBezTo>
                    <a:pt x="965" y="365"/>
                    <a:pt x="1981" y="535"/>
                    <a:pt x="2960" y="535"/>
                  </a:cubicBezTo>
                  <a:cubicBezTo>
                    <a:pt x="3361" y="535"/>
                    <a:pt x="3755" y="506"/>
                    <a:pt x="4133" y="443"/>
                  </a:cubicBezTo>
                  <a:cubicBezTo>
                    <a:pt x="4176" y="436"/>
                    <a:pt x="4170" y="373"/>
                    <a:pt x="4133" y="366"/>
                  </a:cubicBezTo>
                  <a:cubicBezTo>
                    <a:pt x="3494" y="253"/>
                    <a:pt x="2839" y="250"/>
                    <a:pt x="2193" y="193"/>
                  </a:cubicBezTo>
                  <a:cubicBezTo>
                    <a:pt x="1488" y="130"/>
                    <a:pt x="790" y="5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0" name="Google Shape;10430;p38"/>
            <p:cNvSpPr/>
            <p:nvPr/>
          </p:nvSpPr>
          <p:spPr>
            <a:xfrm>
              <a:off x="4077175" y="3415375"/>
              <a:ext cx="21475" cy="4725"/>
            </a:xfrm>
            <a:custGeom>
              <a:avLst/>
              <a:gdLst/>
              <a:ahLst/>
              <a:cxnLst/>
              <a:rect l="l" t="t" r="r" b="b"/>
              <a:pathLst>
                <a:path w="859" h="189" extrusionOk="0">
                  <a:moveTo>
                    <a:pt x="416" y="1"/>
                  </a:moveTo>
                  <a:cubicBezTo>
                    <a:pt x="300" y="1"/>
                    <a:pt x="184" y="8"/>
                    <a:pt x="80" y="8"/>
                  </a:cubicBezTo>
                  <a:cubicBezTo>
                    <a:pt x="1" y="8"/>
                    <a:pt x="7" y="125"/>
                    <a:pt x="84" y="135"/>
                  </a:cubicBezTo>
                  <a:cubicBezTo>
                    <a:pt x="238" y="148"/>
                    <a:pt x="419" y="188"/>
                    <a:pt x="588" y="188"/>
                  </a:cubicBezTo>
                  <a:cubicBezTo>
                    <a:pt x="668" y="188"/>
                    <a:pt x="745" y="179"/>
                    <a:pt x="816" y="155"/>
                  </a:cubicBezTo>
                  <a:cubicBezTo>
                    <a:pt x="852" y="142"/>
                    <a:pt x="859" y="88"/>
                    <a:pt x="826" y="68"/>
                  </a:cubicBezTo>
                  <a:cubicBezTo>
                    <a:pt x="706" y="13"/>
                    <a:pt x="56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1" name="Google Shape;10431;p38"/>
            <p:cNvSpPr/>
            <p:nvPr/>
          </p:nvSpPr>
          <p:spPr>
            <a:xfrm>
              <a:off x="4103875" y="3413400"/>
              <a:ext cx="52350" cy="6950"/>
            </a:xfrm>
            <a:custGeom>
              <a:avLst/>
              <a:gdLst/>
              <a:ahLst/>
              <a:cxnLst/>
              <a:rect l="l" t="t" r="r" b="b"/>
              <a:pathLst>
                <a:path w="2094" h="278" extrusionOk="0">
                  <a:moveTo>
                    <a:pt x="2050" y="1"/>
                  </a:moveTo>
                  <a:cubicBezTo>
                    <a:pt x="1727" y="8"/>
                    <a:pt x="1408" y="87"/>
                    <a:pt x="1088" y="104"/>
                  </a:cubicBezTo>
                  <a:cubicBezTo>
                    <a:pt x="1018" y="108"/>
                    <a:pt x="947" y="109"/>
                    <a:pt x="876" y="109"/>
                  </a:cubicBezTo>
                  <a:cubicBezTo>
                    <a:pt x="642" y="109"/>
                    <a:pt x="404" y="94"/>
                    <a:pt x="172" y="94"/>
                  </a:cubicBezTo>
                  <a:cubicBezTo>
                    <a:pt x="154" y="94"/>
                    <a:pt x="137" y="94"/>
                    <a:pt x="120" y="94"/>
                  </a:cubicBezTo>
                  <a:cubicBezTo>
                    <a:pt x="1" y="94"/>
                    <a:pt x="7" y="277"/>
                    <a:pt x="124" y="277"/>
                  </a:cubicBezTo>
                  <a:cubicBezTo>
                    <a:pt x="144" y="277"/>
                    <a:pt x="165" y="278"/>
                    <a:pt x="185" y="278"/>
                  </a:cubicBezTo>
                  <a:cubicBezTo>
                    <a:pt x="518" y="278"/>
                    <a:pt x="829" y="228"/>
                    <a:pt x="1158" y="194"/>
                  </a:cubicBezTo>
                  <a:cubicBezTo>
                    <a:pt x="1461" y="164"/>
                    <a:pt x="1767" y="154"/>
                    <a:pt x="2060" y="64"/>
                  </a:cubicBezTo>
                  <a:cubicBezTo>
                    <a:pt x="2093" y="51"/>
                    <a:pt x="2087" y="1"/>
                    <a:pt x="2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2" name="Google Shape;10432;p38"/>
            <p:cNvSpPr/>
            <p:nvPr/>
          </p:nvSpPr>
          <p:spPr>
            <a:xfrm>
              <a:off x="4173550" y="3408650"/>
              <a:ext cx="14200" cy="3550"/>
            </a:xfrm>
            <a:custGeom>
              <a:avLst/>
              <a:gdLst/>
              <a:ahLst/>
              <a:cxnLst/>
              <a:rect l="l" t="t" r="r" b="b"/>
              <a:pathLst>
                <a:path w="568" h="142" extrusionOk="0">
                  <a:moveTo>
                    <a:pt x="395" y="1"/>
                  </a:moveTo>
                  <a:cubicBezTo>
                    <a:pt x="286" y="1"/>
                    <a:pt x="175" y="18"/>
                    <a:pt x="71" y="25"/>
                  </a:cubicBezTo>
                  <a:cubicBezTo>
                    <a:pt x="0" y="31"/>
                    <a:pt x="1" y="141"/>
                    <a:pt x="69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221" y="124"/>
                    <a:pt x="387" y="131"/>
                    <a:pt x="527" y="84"/>
                  </a:cubicBezTo>
                  <a:cubicBezTo>
                    <a:pt x="560" y="71"/>
                    <a:pt x="567" y="18"/>
                    <a:pt x="527" y="11"/>
                  </a:cubicBezTo>
                  <a:cubicBezTo>
                    <a:pt x="484" y="3"/>
                    <a:pt x="44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3" name="Google Shape;10433;p38"/>
            <p:cNvSpPr/>
            <p:nvPr/>
          </p:nvSpPr>
          <p:spPr>
            <a:xfrm>
              <a:off x="4206850" y="3405650"/>
              <a:ext cx="17825" cy="6325"/>
            </a:xfrm>
            <a:custGeom>
              <a:avLst/>
              <a:gdLst/>
              <a:ahLst/>
              <a:cxnLst/>
              <a:rect l="l" t="t" r="r" b="b"/>
              <a:pathLst>
                <a:path w="713" h="253" extrusionOk="0">
                  <a:moveTo>
                    <a:pt x="175" y="0"/>
                  </a:moveTo>
                  <a:cubicBezTo>
                    <a:pt x="15" y="0"/>
                    <a:pt x="1" y="248"/>
                    <a:pt x="170" y="248"/>
                  </a:cubicBezTo>
                  <a:cubicBezTo>
                    <a:pt x="240" y="248"/>
                    <a:pt x="314" y="252"/>
                    <a:pt x="388" y="252"/>
                  </a:cubicBezTo>
                  <a:cubicBezTo>
                    <a:pt x="483" y="252"/>
                    <a:pt x="578" y="245"/>
                    <a:pt x="662" y="211"/>
                  </a:cubicBezTo>
                  <a:cubicBezTo>
                    <a:pt x="706" y="194"/>
                    <a:pt x="712" y="135"/>
                    <a:pt x="672" y="108"/>
                  </a:cubicBezTo>
                  <a:cubicBezTo>
                    <a:pt x="533" y="28"/>
                    <a:pt x="353" y="25"/>
                    <a:pt x="197" y="2"/>
                  </a:cubicBezTo>
                  <a:cubicBezTo>
                    <a:pt x="189" y="1"/>
                    <a:pt x="182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4" name="Google Shape;10434;p38"/>
            <p:cNvSpPr/>
            <p:nvPr/>
          </p:nvSpPr>
          <p:spPr>
            <a:xfrm>
              <a:off x="4237150" y="3406825"/>
              <a:ext cx="26100" cy="6025"/>
            </a:xfrm>
            <a:custGeom>
              <a:avLst/>
              <a:gdLst/>
              <a:ahLst/>
              <a:cxnLst/>
              <a:rect l="l" t="t" r="r" b="b"/>
              <a:pathLst>
                <a:path w="1044" h="241" extrusionOk="0">
                  <a:moveTo>
                    <a:pt x="410" y="0"/>
                  </a:moveTo>
                  <a:cubicBezTo>
                    <a:pt x="325" y="0"/>
                    <a:pt x="240" y="2"/>
                    <a:pt x="152" y="4"/>
                  </a:cubicBezTo>
                  <a:cubicBezTo>
                    <a:pt x="0" y="11"/>
                    <a:pt x="6" y="241"/>
                    <a:pt x="152" y="241"/>
                  </a:cubicBezTo>
                  <a:cubicBezTo>
                    <a:pt x="154" y="241"/>
                    <a:pt x="155" y="241"/>
                    <a:pt x="156" y="241"/>
                  </a:cubicBezTo>
                  <a:cubicBezTo>
                    <a:pt x="445" y="231"/>
                    <a:pt x="721" y="227"/>
                    <a:pt x="1001" y="147"/>
                  </a:cubicBezTo>
                  <a:cubicBezTo>
                    <a:pt x="1044" y="134"/>
                    <a:pt x="1044" y="71"/>
                    <a:pt x="997" y="58"/>
                  </a:cubicBezTo>
                  <a:cubicBezTo>
                    <a:pt x="800" y="11"/>
                    <a:pt x="607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5" name="Google Shape;10435;p38"/>
            <p:cNvSpPr/>
            <p:nvPr/>
          </p:nvSpPr>
          <p:spPr>
            <a:xfrm>
              <a:off x="4279950" y="3397525"/>
              <a:ext cx="109725" cy="13075"/>
            </a:xfrm>
            <a:custGeom>
              <a:avLst/>
              <a:gdLst/>
              <a:ahLst/>
              <a:cxnLst/>
              <a:rect l="l" t="t" r="r" b="b"/>
              <a:pathLst>
                <a:path w="4389" h="523" extrusionOk="0">
                  <a:moveTo>
                    <a:pt x="3687" y="1"/>
                  </a:moveTo>
                  <a:cubicBezTo>
                    <a:pt x="3181" y="1"/>
                    <a:pt x="2659" y="94"/>
                    <a:pt x="2170" y="144"/>
                  </a:cubicBezTo>
                  <a:cubicBezTo>
                    <a:pt x="1451" y="217"/>
                    <a:pt x="756" y="333"/>
                    <a:pt x="44" y="453"/>
                  </a:cubicBezTo>
                  <a:lnTo>
                    <a:pt x="44" y="450"/>
                  </a:lnTo>
                  <a:lnTo>
                    <a:pt x="44" y="450"/>
                  </a:lnTo>
                  <a:cubicBezTo>
                    <a:pt x="1" y="456"/>
                    <a:pt x="14" y="523"/>
                    <a:pt x="57" y="523"/>
                  </a:cubicBezTo>
                  <a:cubicBezTo>
                    <a:pt x="799" y="493"/>
                    <a:pt x="1534" y="470"/>
                    <a:pt x="2280" y="423"/>
                  </a:cubicBezTo>
                  <a:cubicBezTo>
                    <a:pt x="2948" y="380"/>
                    <a:pt x="3677" y="426"/>
                    <a:pt x="4316" y="203"/>
                  </a:cubicBezTo>
                  <a:cubicBezTo>
                    <a:pt x="4382" y="183"/>
                    <a:pt x="4389" y="77"/>
                    <a:pt x="4312" y="60"/>
                  </a:cubicBezTo>
                  <a:cubicBezTo>
                    <a:pt x="4109" y="17"/>
                    <a:pt x="3899" y="1"/>
                    <a:pt x="36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6" name="Google Shape;10436;p38"/>
            <p:cNvSpPr/>
            <p:nvPr/>
          </p:nvSpPr>
          <p:spPr>
            <a:xfrm>
              <a:off x="3954250" y="3407800"/>
              <a:ext cx="84825" cy="37250"/>
            </a:xfrm>
            <a:custGeom>
              <a:avLst/>
              <a:gdLst/>
              <a:ahLst/>
              <a:cxnLst/>
              <a:rect l="l" t="t" r="r" b="b"/>
              <a:pathLst>
                <a:path w="3393" h="1490" extrusionOk="0">
                  <a:moveTo>
                    <a:pt x="132" y="0"/>
                  </a:moveTo>
                  <a:cubicBezTo>
                    <a:pt x="51" y="0"/>
                    <a:pt x="0" y="109"/>
                    <a:pt x="87" y="158"/>
                  </a:cubicBezTo>
                  <a:cubicBezTo>
                    <a:pt x="1045" y="694"/>
                    <a:pt x="2216" y="1396"/>
                    <a:pt x="3331" y="1489"/>
                  </a:cubicBezTo>
                  <a:cubicBezTo>
                    <a:pt x="3333" y="1489"/>
                    <a:pt x="3335" y="1490"/>
                    <a:pt x="3337" y="1490"/>
                  </a:cubicBezTo>
                  <a:cubicBezTo>
                    <a:pt x="3391" y="1490"/>
                    <a:pt x="3393" y="1412"/>
                    <a:pt x="3357" y="1386"/>
                  </a:cubicBezTo>
                  <a:cubicBezTo>
                    <a:pt x="2885" y="1060"/>
                    <a:pt x="2306" y="894"/>
                    <a:pt x="1780" y="677"/>
                  </a:cubicBezTo>
                  <a:cubicBezTo>
                    <a:pt x="1245" y="454"/>
                    <a:pt x="706" y="232"/>
                    <a:pt x="173" y="5"/>
                  </a:cubicBezTo>
                  <a:lnTo>
                    <a:pt x="170" y="9"/>
                  </a:ln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7" name="Google Shape;10437;p38"/>
            <p:cNvSpPr/>
            <p:nvPr/>
          </p:nvSpPr>
          <p:spPr>
            <a:xfrm>
              <a:off x="4047500" y="3445125"/>
              <a:ext cx="15575" cy="7300"/>
            </a:xfrm>
            <a:custGeom>
              <a:avLst/>
              <a:gdLst/>
              <a:ahLst/>
              <a:cxnLst/>
              <a:rect l="l" t="t" r="r" b="b"/>
              <a:pathLst>
                <a:path w="623" h="292" extrusionOk="0">
                  <a:moveTo>
                    <a:pt x="145" y="1"/>
                  </a:moveTo>
                  <a:cubicBezTo>
                    <a:pt x="35" y="1"/>
                    <a:pt x="0" y="168"/>
                    <a:pt x="116" y="206"/>
                  </a:cubicBezTo>
                  <a:cubicBezTo>
                    <a:pt x="212" y="234"/>
                    <a:pt x="344" y="292"/>
                    <a:pt x="459" y="292"/>
                  </a:cubicBezTo>
                  <a:cubicBezTo>
                    <a:pt x="505" y="292"/>
                    <a:pt x="549" y="283"/>
                    <a:pt x="585" y="259"/>
                  </a:cubicBezTo>
                  <a:cubicBezTo>
                    <a:pt x="612" y="239"/>
                    <a:pt x="622" y="202"/>
                    <a:pt x="605" y="176"/>
                  </a:cubicBezTo>
                  <a:cubicBezTo>
                    <a:pt x="529" y="43"/>
                    <a:pt x="303" y="29"/>
                    <a:pt x="166" y="3"/>
                  </a:cubicBezTo>
                  <a:cubicBezTo>
                    <a:pt x="159" y="1"/>
                    <a:pt x="152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8" name="Google Shape;10438;p38"/>
            <p:cNvSpPr/>
            <p:nvPr/>
          </p:nvSpPr>
          <p:spPr>
            <a:xfrm>
              <a:off x="4073950" y="3453150"/>
              <a:ext cx="19800" cy="6700"/>
            </a:xfrm>
            <a:custGeom>
              <a:avLst/>
              <a:gdLst/>
              <a:ahLst/>
              <a:cxnLst/>
              <a:rect l="l" t="t" r="r" b="b"/>
              <a:pathLst>
                <a:path w="792" h="268" extrusionOk="0">
                  <a:moveTo>
                    <a:pt x="40" y="1"/>
                  </a:moveTo>
                  <a:cubicBezTo>
                    <a:pt x="17" y="1"/>
                    <a:pt x="1" y="37"/>
                    <a:pt x="27" y="51"/>
                  </a:cubicBezTo>
                  <a:cubicBezTo>
                    <a:pt x="253" y="154"/>
                    <a:pt x="516" y="257"/>
                    <a:pt x="765" y="267"/>
                  </a:cubicBezTo>
                  <a:cubicBezTo>
                    <a:pt x="766" y="267"/>
                    <a:pt x="767" y="268"/>
                    <a:pt x="768" y="268"/>
                  </a:cubicBezTo>
                  <a:cubicBezTo>
                    <a:pt x="792" y="268"/>
                    <a:pt x="791" y="230"/>
                    <a:pt x="768" y="224"/>
                  </a:cubicBezTo>
                  <a:cubicBezTo>
                    <a:pt x="526" y="151"/>
                    <a:pt x="289" y="108"/>
                    <a:pt x="53" y="5"/>
                  </a:cubicBezTo>
                  <a:cubicBezTo>
                    <a:pt x="49" y="2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9" name="Google Shape;10439;p38"/>
            <p:cNvSpPr/>
            <p:nvPr/>
          </p:nvSpPr>
          <p:spPr>
            <a:xfrm>
              <a:off x="4100150" y="3460350"/>
              <a:ext cx="74450" cy="20000"/>
            </a:xfrm>
            <a:custGeom>
              <a:avLst/>
              <a:gdLst/>
              <a:ahLst/>
              <a:cxnLst/>
              <a:rect l="l" t="t" r="r" b="b"/>
              <a:pathLst>
                <a:path w="2978" h="800" extrusionOk="0">
                  <a:moveTo>
                    <a:pt x="110" y="0"/>
                  </a:moveTo>
                  <a:cubicBezTo>
                    <a:pt x="21" y="0"/>
                    <a:pt x="1" y="146"/>
                    <a:pt x="96" y="182"/>
                  </a:cubicBezTo>
                  <a:cubicBezTo>
                    <a:pt x="679" y="415"/>
                    <a:pt x="1274" y="595"/>
                    <a:pt x="1886" y="725"/>
                  </a:cubicBezTo>
                  <a:cubicBezTo>
                    <a:pt x="2055" y="760"/>
                    <a:pt x="2237" y="799"/>
                    <a:pt x="2409" y="799"/>
                  </a:cubicBezTo>
                  <a:cubicBezTo>
                    <a:pt x="2610" y="799"/>
                    <a:pt x="2799" y="746"/>
                    <a:pt x="2941" y="568"/>
                  </a:cubicBezTo>
                  <a:cubicBezTo>
                    <a:pt x="2977" y="525"/>
                    <a:pt x="2967" y="445"/>
                    <a:pt x="2901" y="432"/>
                  </a:cubicBezTo>
                  <a:cubicBezTo>
                    <a:pt x="2495" y="359"/>
                    <a:pt x="2069" y="392"/>
                    <a:pt x="1653" y="342"/>
                  </a:cubicBezTo>
                  <a:cubicBezTo>
                    <a:pt x="1141" y="279"/>
                    <a:pt x="635" y="166"/>
                    <a:pt x="143" y="3"/>
                  </a:cubicBezTo>
                  <a:lnTo>
                    <a:pt x="143" y="6"/>
                  </a:lnTo>
                  <a:cubicBezTo>
                    <a:pt x="131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0719677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FB012D4-8298-44D2-BD9C-0BD27B86192B}" type="datetimeFigureOut">
              <a:rPr lang="en-IN" smtClean="0"/>
              <a:t>18-03-2025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607DDB-DFEC-4912-8F2F-E290BF6560AB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38777865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1044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446285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preserve="1">
  <p:cSld name="Title only">
    <p:spTree>
      <p:nvGrpSpPr>
        <p:cNvPr id="1" name="Shape 10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" name="Google Shape;10445;p41"/>
          <p:cNvSpPr txBox="1">
            <a:spLocks noGrp="1"/>
          </p:cNvSpPr>
          <p:nvPr>
            <p:ph type="title"/>
          </p:nvPr>
        </p:nvSpPr>
        <p:spPr>
          <a:xfrm>
            <a:off x="1397800" y="431800"/>
            <a:ext cx="93964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07099217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2"/>
          <p:cNvSpPr txBox="1">
            <a:spLocks noGrp="1"/>
          </p:cNvSpPr>
          <p:nvPr>
            <p:ph type="ctrTitle"/>
          </p:nvPr>
        </p:nvSpPr>
        <p:spPr>
          <a:xfrm>
            <a:off x="5018933" y="1199067"/>
            <a:ext cx="6219600" cy="32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5" name="Google Shape;15;p2"/>
          <p:cNvSpPr txBox="1">
            <a:spLocks noGrp="1"/>
          </p:cNvSpPr>
          <p:nvPr>
            <p:ph type="subTitle" idx="1"/>
          </p:nvPr>
        </p:nvSpPr>
        <p:spPr>
          <a:xfrm>
            <a:off x="5382825" y="4849900"/>
            <a:ext cx="5812000" cy="5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78983851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FB012D4-8298-44D2-BD9C-0BD27B86192B}" type="datetimeFigureOut">
              <a:rPr lang="en-IN" smtClean="0"/>
              <a:t>18-03-2025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607DDB-DFEC-4912-8F2F-E290BF6560AB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95559316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32" name="Straight Connector 31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Isosceles Triangle 26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0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1" name="Isosceles Triangle 30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9" name="Isosceles Triangle 18"/>
            <p:cNvSpPr/>
            <p:nvPr/>
          </p:nvSpPr>
          <p:spPr>
            <a:xfrm rot="10800000">
              <a:off x="0" y="0"/>
              <a:ext cx="842596" cy="5666154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07067" y="2404534"/>
            <a:ext cx="7766936" cy="1646302"/>
          </a:xfrm>
        </p:spPr>
        <p:txBody>
          <a:bodyPr anchor="b">
            <a:noAutofit/>
          </a:bodyPr>
          <a:lstStyle>
            <a:lvl1pPr algn="r">
              <a:defRPr sz="54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07067" y="4050833"/>
            <a:ext cx="7766936" cy="1096899"/>
          </a:xfrm>
        </p:spPr>
        <p:txBody>
          <a:bodyPr anchor="t"/>
          <a:lstStyle>
            <a:lvl1pPr marL="0" indent="0" algn="r">
              <a:buNone/>
              <a:defRPr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2101840"/>
      </p:ext>
    </p:extLst>
  </p:cSld>
  <p:clrMapOvr>
    <a:masterClrMapping/>
  </p:clrMapOvr>
  <p:hf hdr="0" ftr="0" dt="0"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5BB1C6-BF8F-4481-8AB2-603A1C8A906A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36737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2700867"/>
            <a:ext cx="8596668" cy="1826581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1186747"/>
      </p:ext>
    </p:extLst>
  </p:cSld>
  <p:clrMapOvr>
    <a:masterClrMapping/>
  </p:clrMapOvr>
  <p:hf hdr="0" ftr="0" dt="0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7334" y="2160589"/>
            <a:ext cx="4184035" cy="388077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89970" y="2160589"/>
            <a:ext cx="4184034" cy="388077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5BB1C6-BF8F-4481-8AB2-603A1C8A906A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026566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745" y="2160983"/>
            <a:ext cx="418562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75745" y="2737245"/>
            <a:ext cx="4185623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88383" y="2160983"/>
            <a:ext cx="4185618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88384" y="2737245"/>
            <a:ext cx="4185617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5BB1C6-BF8F-4481-8AB2-603A1C8A906A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669919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3/18/2025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7557504"/>
      </p:ext>
    </p:extLst>
  </p:cSld>
  <p:clrMapOvr>
    <a:masterClrMapping/>
  </p:clrMapOvr>
  <p:hf hdr="0" ftr="0" dt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3/18/2025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1719614"/>
      </p:ext>
    </p:extLst>
  </p:cSld>
  <p:clrMapOvr>
    <a:masterClrMapping/>
  </p:clrMapOvr>
  <p:hf hdr="0" ftr="0" dt="0"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1498604"/>
            <a:ext cx="3854528" cy="1278466"/>
          </a:xfrm>
        </p:spPr>
        <p:txBody>
          <a:bodyPr anchor="b"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0461" y="514924"/>
            <a:ext cx="4513541" cy="552643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2777069"/>
            <a:ext cx="3854528" cy="258444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063" indent="0">
              <a:buNone/>
              <a:defRPr sz="1400"/>
            </a:lvl2pPr>
            <a:lvl3pPr marL="914126" indent="0">
              <a:buNone/>
              <a:defRPr sz="1200"/>
            </a:lvl3pPr>
            <a:lvl4pPr marL="1371189" indent="0">
              <a:buNone/>
              <a:defRPr sz="1000"/>
            </a:lvl4pPr>
            <a:lvl5pPr marL="1828251" indent="0">
              <a:buNone/>
              <a:defRPr sz="1000"/>
            </a:lvl5pPr>
            <a:lvl6pPr marL="2285314" indent="0">
              <a:buNone/>
              <a:defRPr sz="1000"/>
            </a:lvl6pPr>
            <a:lvl7pPr marL="2742377" indent="0">
              <a:buNone/>
              <a:defRPr sz="1000"/>
            </a:lvl7pPr>
            <a:lvl8pPr marL="3199440" indent="0">
              <a:buNone/>
              <a:defRPr sz="1000"/>
            </a:lvl8pPr>
            <a:lvl9pPr marL="3656503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5BB1C6-BF8F-4481-8AB2-603A1C8A906A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098449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4800600"/>
            <a:ext cx="8596667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77334" y="609600"/>
            <a:ext cx="8596668" cy="3845718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5367338"/>
            <a:ext cx="8596667" cy="674024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3/18/2025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4301055"/>
      </p:ext>
    </p:extLst>
  </p:cSld>
  <p:clrMapOvr>
    <a:masterClrMapping/>
  </p:clrMapOvr>
  <p:hf hdr="0" ftr="0" dt="0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609600"/>
            <a:ext cx="8596668" cy="3403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4C608-40B1-4030-A28D-5B74BC98ADCE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940238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1366139" y="3632200"/>
            <a:ext cx="722452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4C608-40B1-4030-A28D-5B74BC98ADCE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latin typeface="Arial"/>
              </a:rPr>
              <a:t>”</a:t>
            </a:r>
            <a:endParaRPr lang="en-US" dirty="0">
              <a:solidFill>
                <a:schemeClr val="accent1">
                  <a:lumMod val="60000"/>
                  <a:lumOff val="40000"/>
                </a:schemeClr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298587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1931988"/>
            <a:ext cx="8596668" cy="2595460"/>
          </a:xfrm>
        </p:spPr>
        <p:txBody>
          <a:bodyPr anchor="b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4C608-40B1-4030-A28D-5B74BC98ADCE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683659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4C608-40B1-4030-A28D-5B74BC98ADCE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24" name="TextBox 23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421666134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799" y="609600"/>
            <a:ext cx="8588203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4C608-40B1-4030-A28D-5B74BC98ADCE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973761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5BB1C6-BF8F-4481-8AB2-603A1C8A906A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935472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967673" y="609599"/>
            <a:ext cx="1304743" cy="5251451"/>
          </a:xfrm>
        </p:spPr>
        <p:txBody>
          <a:bodyPr vert="eaVert" anchor="ctr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77335" y="609600"/>
            <a:ext cx="7060150" cy="525145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5BB1C6-BF8F-4481-8AB2-603A1C8A906A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7810271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theme" Target="../theme/theme1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.xml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4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13" Type="http://schemas.openxmlformats.org/officeDocument/2006/relationships/slideLayout" Target="../slideLayouts/slideLayout55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54.xml"/><Relationship Id="rId17" Type="http://schemas.openxmlformats.org/officeDocument/2006/relationships/theme" Target="../theme/theme3.xml"/><Relationship Id="rId2" Type="http://schemas.openxmlformats.org/officeDocument/2006/relationships/slideLayout" Target="../slideLayouts/slideLayout44.xml"/><Relationship Id="rId16" Type="http://schemas.openxmlformats.org/officeDocument/2006/relationships/slideLayout" Target="../slideLayouts/slideLayout58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5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Relationship Id="rId14" Type="http://schemas.openxmlformats.org/officeDocument/2006/relationships/slideLayout" Target="../slideLayouts/slideLayout5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20000"/>
            <a:lumOff val="80000"/>
          </a:schemeClr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Aclonica"/>
              <a:buNone/>
              <a:defRPr sz="3500">
                <a:solidFill>
                  <a:schemeClr val="dk2"/>
                </a:solidFill>
                <a:latin typeface="Aclonica"/>
                <a:ea typeface="Aclonica"/>
                <a:cs typeface="Aclonica"/>
                <a:sym typeface="Aclonic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Russo One"/>
              <a:buNone/>
              <a:defRPr sz="3500">
                <a:solidFill>
                  <a:schemeClr val="dk2"/>
                </a:solidFill>
                <a:latin typeface="Russo One"/>
                <a:ea typeface="Russo One"/>
                <a:cs typeface="Russo One"/>
                <a:sym typeface="Russo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●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○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■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●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○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■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●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○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DM Sans"/>
              <a:buChar char="■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476958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7" r:id="rId15"/>
    <p:sldLayoutId id="2147483688" r:id="rId16"/>
    <p:sldLayoutId id="2147483689" r:id="rId17"/>
    <p:sldLayoutId id="2147483690" r:id="rId18"/>
    <p:sldLayoutId id="2147483691" r:id="rId19"/>
    <p:sldLayoutId id="2147483692" r:id="rId20"/>
    <p:sldLayoutId id="2147483693" r:id="rId21"/>
    <p:sldLayoutId id="2147483694" r:id="rId22"/>
    <p:sldLayoutId id="2147483695" r:id="rId23"/>
    <p:sldLayoutId id="2147483696" r:id="rId24"/>
    <p:sldLayoutId id="2147483697" r:id="rId25"/>
    <p:sldLayoutId id="2147483698" r:id="rId26"/>
    <p:sldLayoutId id="2147483699" r:id="rId27"/>
    <p:sldLayoutId id="2147483700" r:id="rId28"/>
    <p:sldLayoutId id="2147483701" r:id="rId29"/>
    <p:sldLayoutId id="2147483702" r:id="rId30"/>
    <p:sldLayoutId id="2147483703" r:id="rId31"/>
    <p:sldLayoutId id="2147483704" r:id="rId32"/>
    <p:sldLayoutId id="2147483705" r:id="rId33"/>
    <p:sldLayoutId id="2147483706" r:id="rId34"/>
    <p:sldLayoutId id="2147483707" r:id="rId35"/>
    <p:sldLayoutId id="2147483708" r:id="rId36"/>
    <p:sldLayoutId id="2147483709" r:id="rId37"/>
    <p:sldLayoutId id="2147483710" r:id="rId38"/>
  </p:sldLayoutIdLst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20000"/>
            <a:lumOff val="80000"/>
          </a:schemeClr>
        </a:solidFill>
        <a:effectLst/>
      </p:bgPr>
    </p:bg>
    <p:spTree>
      <p:nvGrpSpPr>
        <p:cNvPr id="1" name="Shape 10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1" name="Google Shape;10441;p39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10442" name="Google Shape;10442;p39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6167078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5" r:id="rId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20" name="Straight Connector 19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3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4" name="Isosceles Triangle 23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5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Isosceles Triangle 27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Isosceles Triangle 28"/>
            <p:cNvSpPr/>
            <p:nvPr/>
          </p:nvSpPr>
          <p:spPr>
            <a:xfrm>
              <a:off x="0" y="4013200"/>
              <a:ext cx="448733" cy="2844800"/>
            </a:xfrm>
            <a:prstGeom prst="triangle">
              <a:avLst>
                <a:gd name="adj" fmla="val 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4" y="2160589"/>
            <a:ext cx="8596668" cy="3880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205133" y="6041362"/>
            <a:ext cx="9119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1BEF0D-F0BB-DE4B-95CE-6DB70DBA9567}" type="datetimeFigureOut">
              <a:rPr lang="en-US" dirty="0"/>
              <a:pPr/>
              <a:t>3/18/2025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77334" y="6041362"/>
            <a:ext cx="629761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90663" y="6041362"/>
            <a:ext cx="6833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accent1"/>
                </a:solidFill>
              </a:defRPr>
            </a:lvl1pPr>
          </a:lstStyle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08241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6" r:id="rId1"/>
    <p:sldLayoutId id="2147483767" r:id="rId2"/>
    <p:sldLayoutId id="2147483768" r:id="rId3"/>
    <p:sldLayoutId id="2147483769" r:id="rId4"/>
    <p:sldLayoutId id="2147483770" r:id="rId5"/>
    <p:sldLayoutId id="2147483771" r:id="rId6"/>
    <p:sldLayoutId id="2147483772" r:id="rId7"/>
    <p:sldLayoutId id="2147483773" r:id="rId8"/>
    <p:sldLayoutId id="2147483774" r:id="rId9"/>
    <p:sldLayoutId id="2147483775" r:id="rId10"/>
    <p:sldLayoutId id="2147483776" r:id="rId11"/>
    <p:sldLayoutId id="2147483777" r:id="rId12"/>
    <p:sldLayoutId id="2147483778" r:id="rId13"/>
    <p:sldLayoutId id="2147483779" r:id="rId14"/>
    <p:sldLayoutId id="2147483780" r:id="rId15"/>
    <p:sldLayoutId id="2147483781" r:id="rId16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accent1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4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4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4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4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4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4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4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hyperlink" Target="../Desktop/Zomato%20Project%20by%20Ayush%20Nautiyal(2025)/Excel%20Project%20(Zomato)(Excel%20file)%20-Ayush%20Nautiyal.xlsx" TargetMode="External"/><Relationship Id="rId1" Type="http://schemas.openxmlformats.org/officeDocument/2006/relationships/slideLayout" Target="../slideLayouts/slideLayout4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9" name="Picture 15" descr="Zomato Q3: Weak Demand Weighs On Food Biz, Blinkit Grows">
            <a:extLst>
              <a:ext uri="{FF2B5EF4-FFF2-40B4-BE49-F238E27FC236}">
                <a16:creationId xmlns:a16="http://schemas.microsoft.com/office/drawing/2014/main" id="{9A23D1A1-4BD3-1728-D707-C2C994490A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86" t="15951" b="10088"/>
          <a:stretch/>
        </p:blipFill>
        <p:spPr bwMode="auto">
          <a:xfrm>
            <a:off x="0" y="2419681"/>
            <a:ext cx="12192000" cy="4424162"/>
          </a:xfrm>
          <a:prstGeom prst="rect">
            <a:avLst/>
          </a:prstGeom>
          <a:noFill/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771F449-ED7B-58EA-507D-6C0A823A8EAB}"/>
              </a:ext>
            </a:extLst>
          </p:cNvPr>
          <p:cNvSpPr txBox="1"/>
          <p:nvPr/>
        </p:nvSpPr>
        <p:spPr>
          <a:xfrm>
            <a:off x="403122" y="918110"/>
            <a:ext cx="1193799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u="sng" dirty="0">
                <a:solidFill>
                  <a:schemeClr val="bg1">
                    <a:lumMod val="10000"/>
                  </a:schemeClr>
                </a:solidFill>
              </a:rPr>
              <a:t>Zomato’s Global Expansion Strategy: Data-Driven Insights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0648AB8-B1AC-9F42-575D-70318719071F}"/>
              </a:ext>
            </a:extLst>
          </p:cNvPr>
          <p:cNvSpPr txBox="1"/>
          <p:nvPr/>
        </p:nvSpPr>
        <p:spPr>
          <a:xfrm>
            <a:off x="7384567" y="4631762"/>
            <a:ext cx="4807433" cy="95410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IN" sz="3600" b="1" dirty="0"/>
              <a:t>AYUSH NAUTIYAL</a:t>
            </a:r>
          </a:p>
          <a:p>
            <a:pPr algn="ctr"/>
            <a:r>
              <a:rPr lang="en-IN" sz="2000" b="1" dirty="0"/>
              <a:t>06/03/2025</a:t>
            </a:r>
          </a:p>
        </p:txBody>
      </p:sp>
    </p:spTree>
    <p:extLst>
      <p:ext uri="{BB962C8B-B14F-4D97-AF65-F5344CB8AC3E}">
        <p14:creationId xmlns:p14="http://schemas.microsoft.com/office/powerpoint/2010/main" val="356495846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6" name="Picture 4" descr="Zomato Partner Registration: How to Add A Restaurant [Guide]">
            <a:extLst>
              <a:ext uri="{FF2B5EF4-FFF2-40B4-BE49-F238E27FC236}">
                <a16:creationId xmlns:a16="http://schemas.microsoft.com/office/drawing/2014/main" id="{E3BE1475-828B-9E1E-74C8-6BA074B506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5949" y="756272"/>
            <a:ext cx="8662219" cy="39333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F0D6B030-4807-85AF-420E-C4E419035903}"/>
              </a:ext>
            </a:extLst>
          </p:cNvPr>
          <p:cNvSpPr txBox="1"/>
          <p:nvPr/>
        </p:nvSpPr>
        <p:spPr>
          <a:xfrm>
            <a:off x="3727817" y="56071"/>
            <a:ext cx="52405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b="1" u="sng" dirty="0"/>
              <a:t>Interesting fact about Zomato</a:t>
            </a:r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F2BF8ADB-941A-3D4D-C85A-BBB9AD2A2E45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214041" y="4866611"/>
            <a:ext cx="11440953" cy="15696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2008:</a:t>
            </a: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 Founded as FoodieBay, a restaurant discovery platform.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2010:</a:t>
            </a: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 Rebranded as Zomato to expand global reach.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2015:</a:t>
            </a: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 Launched food delivery services, revolutionizing the business model.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2020-Present:</a:t>
            </a: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</a:rPr>
              <a:t> Expanded globally, acquiring startups and entering new markets. </a:t>
            </a:r>
          </a:p>
        </p:txBody>
      </p:sp>
    </p:spTree>
    <p:extLst>
      <p:ext uri="{BB962C8B-B14F-4D97-AF65-F5344CB8AC3E}">
        <p14:creationId xmlns:p14="http://schemas.microsoft.com/office/powerpoint/2010/main" val="63500386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1B0CCB42-48DE-2A6C-1FC6-A0DCC4DE8BA2}"/>
              </a:ext>
            </a:extLst>
          </p:cNvPr>
          <p:cNvSpPr txBox="1"/>
          <p:nvPr/>
        </p:nvSpPr>
        <p:spPr>
          <a:xfrm>
            <a:off x="0" y="4884186"/>
            <a:ext cx="12637018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/>
              <a:t>Identifying global expansion opportunities through competitive analysis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/>
              <a:t>Analyzing market competition.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/>
              <a:t>Understanding customer preferences and pricing strategy.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/>
              <a:t>Cuisine preferences and rating correlations.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/>
              <a:t>Financial and strategic decision-making.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17A3FAD-4D4E-5080-A52A-C498E3DA9323}"/>
              </a:ext>
            </a:extLst>
          </p:cNvPr>
          <p:cNvSpPr txBox="1"/>
          <p:nvPr/>
        </p:nvSpPr>
        <p:spPr>
          <a:xfrm>
            <a:off x="0" y="1408161"/>
            <a:ext cx="12192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/>
              <a:t>With rapid growth in the food delivery sector, strategic expansion is key to Zomato’s success.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/>
              <a:t>This analysis focuses on identifying the best markets, understanding customer demand, and assessing competition.</a:t>
            </a:r>
            <a:endParaRPr lang="en-IN" sz="1800" b="1" dirty="0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7653D9E4-F796-8638-C4C1-47E2EAB5A0EB}"/>
              </a:ext>
            </a:extLst>
          </p:cNvPr>
          <p:cNvSpPr/>
          <p:nvPr/>
        </p:nvSpPr>
        <p:spPr>
          <a:xfrm>
            <a:off x="0" y="278738"/>
            <a:ext cx="7039897" cy="1061199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4800" u="sng" dirty="0">
                <a:solidFill>
                  <a:schemeClr val="bg1">
                    <a:lumMod val="10000"/>
                  </a:schemeClr>
                </a:solidFill>
                <a:latin typeface="Impact" panose="020B0806030902050204" pitchFamily="34" charset="0"/>
              </a:rPr>
              <a:t>Introduction</a:t>
            </a:r>
            <a:endParaRPr lang="en-IN" sz="4800" u="sng" dirty="0"/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5B114C89-DA49-B82D-B6D0-BAA3BBC4725A}"/>
              </a:ext>
            </a:extLst>
          </p:cNvPr>
          <p:cNvSpPr/>
          <p:nvPr/>
        </p:nvSpPr>
        <p:spPr>
          <a:xfrm>
            <a:off x="0" y="3781200"/>
            <a:ext cx="7039897" cy="1061199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4800" u="sng" dirty="0">
              <a:solidFill>
                <a:schemeClr val="bg1">
                  <a:lumMod val="10000"/>
                </a:schemeClr>
              </a:solidFill>
              <a:latin typeface="Impact" panose="020B0806030902050204" pitchFamily="34" charset="0"/>
            </a:endParaRPr>
          </a:p>
          <a:p>
            <a:pPr algn="ctr"/>
            <a:r>
              <a:rPr lang="en-IN" sz="4800" u="sng" dirty="0">
                <a:solidFill>
                  <a:schemeClr val="bg1">
                    <a:lumMod val="10000"/>
                  </a:schemeClr>
                </a:solidFill>
                <a:latin typeface="Impact" panose="020B0806030902050204" pitchFamily="34" charset="0"/>
              </a:rPr>
              <a:t>Objectives</a:t>
            </a:r>
          </a:p>
          <a:p>
            <a:pPr algn="ctr"/>
            <a:endParaRPr lang="en-IN" sz="4800" u="sng" dirty="0"/>
          </a:p>
        </p:txBody>
      </p:sp>
    </p:spTree>
    <p:extLst>
      <p:ext uri="{BB962C8B-B14F-4D97-AF65-F5344CB8AC3E}">
        <p14:creationId xmlns:p14="http://schemas.microsoft.com/office/powerpoint/2010/main" val="185942772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58CEF83-323D-E23A-224D-3CA19CCE5590}"/>
              </a:ext>
            </a:extLst>
          </p:cNvPr>
          <p:cNvSpPr/>
          <p:nvPr/>
        </p:nvSpPr>
        <p:spPr>
          <a:xfrm>
            <a:off x="-11333" y="5049519"/>
            <a:ext cx="12186633" cy="1785989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5B27065-3BEC-CAD3-B2E4-FF06C6E63951}"/>
              </a:ext>
            </a:extLst>
          </p:cNvPr>
          <p:cNvSpPr/>
          <p:nvPr/>
        </p:nvSpPr>
        <p:spPr>
          <a:xfrm>
            <a:off x="-11333" y="2300139"/>
            <a:ext cx="12167096" cy="2308325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CA501E16-C17B-1292-3124-15A7BE321007}"/>
              </a:ext>
            </a:extLst>
          </p:cNvPr>
          <p:cNvSpPr/>
          <p:nvPr/>
        </p:nvSpPr>
        <p:spPr>
          <a:xfrm>
            <a:off x="19665" y="718744"/>
            <a:ext cx="12136098" cy="1200118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229BCBA9-71FB-8E33-B11E-E48D21DCF87A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-10815" y="2294492"/>
            <a:ext cx="13367283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Refined Dataset: Removed non-essential attributes such as latitude and longitude, Localityverbose as </a:t>
            </a: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    detailed address data was available.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Data Completeness: Replaced missing values in the Cuisines column with Mode of </a:t>
            </a:r>
            <a:r>
              <a:rPr lang="en-US" alt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Cuisine column </a:t>
            </a:r>
            <a:r>
              <a:rPr lang="en-US" altLang="en-US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i.e</a:t>
            </a:r>
            <a:r>
              <a:rPr lang="en-US" alt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most </a:t>
            </a: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   </a:t>
            </a:r>
            <a:r>
              <a:rPr lang="en-US" alt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ommon dish for consistency.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Currency Standardization: Introduced a pricing column aligned with each country's respective currency for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accurate financial insights, and </a:t>
            </a:r>
            <a:r>
              <a:rPr lang="en-US" alt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 common currency column(INR) for financial analysis.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en-US" alt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Data Lookup: Implemented the VLOOKUP function to efficiently retrieve country names from the </a:t>
            </a:r>
          </a:p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lang="en-US" alt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country_description table using corresponding country codes.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A83A788-B41C-F41A-9298-5F3075D49FF7}"/>
              </a:ext>
            </a:extLst>
          </p:cNvPr>
          <p:cNvSpPr txBox="1"/>
          <p:nvPr/>
        </p:nvSpPr>
        <p:spPr>
          <a:xfrm>
            <a:off x="16700" y="704237"/>
            <a:ext cx="118587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IN" sz="1800" b="1" dirty="0">
                <a:latin typeface="Arial" panose="020B0604020202020204" pitchFamily="34" charset="0"/>
                <a:cs typeface="Arial" panose="020B0604020202020204" pitchFamily="34" charset="0"/>
              </a:rPr>
              <a:t>Total Restaurants Listed: 9551,reflecting Zomato’s extensive market presence.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>
                <a:latin typeface="Arial" panose="020B0604020202020204" pitchFamily="34" charset="0"/>
                <a:cs typeface="Arial" panose="020B0604020202020204" pitchFamily="34" charset="0"/>
              </a:rPr>
              <a:t>Geographical Coverage: Operations span 15 countries and 141 cities, showcasing international reach.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>
                <a:latin typeface="Arial" panose="020B0604020202020204" pitchFamily="34" charset="0"/>
                <a:cs typeface="Arial" panose="020B0604020202020204" pitchFamily="34" charset="0"/>
              </a:rPr>
              <a:t>Active Restaurants: 7443 establishments currently serving customers.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>
                <a:latin typeface="Arial" panose="020B0604020202020204" pitchFamily="34" charset="0"/>
                <a:cs typeface="Arial" panose="020B0604020202020204" pitchFamily="34" charset="0"/>
              </a:rPr>
              <a:t>Cuisines offered: 1827 distinct cuisines, highlighting a diverse culinary portfolio.</a:t>
            </a:r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FEC8D878-058C-5774-DAE6-DA9C8A17B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00" y="4553152"/>
            <a:ext cx="12158600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R="0" lvl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endParaRPr kumimoji="0" lang="en-US" altLang="en-US" sz="1800" b="1" strike="noStrike" cap="none" normalizeH="0" baseline="0" dirty="0">
              <a:ln>
                <a:noFill/>
              </a:ln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endParaRPr kumimoji="0" lang="en-US" altLang="en-US" sz="1800" b="1" strike="noStrike" cap="none" normalizeH="0" baseline="0" dirty="0">
              <a:ln>
                <a:noFill/>
              </a:ln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This dataset provides a comprehensive view of Zomato’s global footprint, supporting market expansion strategies.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Competitive Landscape Analysis helps identify underpenetrated cities, unlocking opportunities for restaurant growth.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en-US" sz="1800" b="1" strike="noStrike" cap="none" normalizeH="0" baseline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Understanding cuisine trends and pricing structures enhances decision-making for market positioning and consumer engagement.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B6F215E-C5A3-FE3D-F8B6-8F42038217B6}"/>
              </a:ext>
            </a:extLst>
          </p:cNvPr>
          <p:cNvSpPr txBox="1"/>
          <p:nvPr/>
        </p:nvSpPr>
        <p:spPr>
          <a:xfrm>
            <a:off x="4418288" y="43611"/>
            <a:ext cx="33650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3600" b="1" u="sng" dirty="0"/>
              <a:t>Data Overview</a:t>
            </a:r>
          </a:p>
        </p:txBody>
      </p:sp>
    </p:spTree>
    <p:extLst>
      <p:ext uri="{BB962C8B-B14F-4D97-AF65-F5344CB8AC3E}">
        <p14:creationId xmlns:p14="http://schemas.microsoft.com/office/powerpoint/2010/main" val="63793817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71E186-3323-D9EF-366D-3E67E5D5EE00}"/>
              </a:ext>
            </a:extLst>
          </p:cNvPr>
          <p:cNvSpPr/>
          <p:nvPr/>
        </p:nvSpPr>
        <p:spPr>
          <a:xfrm>
            <a:off x="0" y="1754084"/>
            <a:ext cx="12113342" cy="3880773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F5CA28-E067-829F-F902-4A618EBB9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96534" y="562743"/>
            <a:ext cx="8596668" cy="1320800"/>
          </a:xfrm>
        </p:spPr>
        <p:txBody>
          <a:bodyPr/>
          <a:lstStyle/>
          <a:p>
            <a:r>
              <a:rPr lang="en-IN" b="1" u="sng" dirty="0">
                <a:solidFill>
                  <a:schemeClr val="bg1">
                    <a:lumMod val="10000"/>
                  </a:schemeClr>
                </a:solidFill>
              </a:rPr>
              <a:t>Analytical Approach and Tools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1971CF-7FF4-ED65-1B1A-D8A947BB26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4210" y="2101597"/>
            <a:ext cx="10944395" cy="3880773"/>
          </a:xfrm>
        </p:spPr>
        <p:txBody>
          <a:bodyPr>
            <a:noAutofit/>
          </a:bodyPr>
          <a:lstStyle/>
          <a:p>
            <a:pPr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Data cleaning: Utilized function like remove duplicates on unique identifier(restaurant id) and removing irrelevant columns like locality, </a:t>
            </a:r>
            <a:r>
              <a:rPr lang="en-IN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localityverbose</a:t>
            </a: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latitude and longitude.</a:t>
            </a:r>
          </a:p>
          <a:p>
            <a:pPr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Data Enrichment: Enhanced dataset with additional variables :Country, Price, Conversion factor(INR), </a:t>
            </a:r>
            <a:r>
              <a:rPr lang="en-IN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Average_price_of_two</a:t>
            </a: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(INR) using lookup functions(</a:t>
            </a:r>
            <a:r>
              <a:rPr lang="en-IN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Vlookup</a:t>
            </a: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) concatenate function.</a:t>
            </a:r>
          </a:p>
          <a:p>
            <a:pPr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Descriptive Analysis: Employed Pivot Tables for summarizing key metrics such as Global Rating Trends, Top cuisines and Global restaurant distribution and many more.</a:t>
            </a:r>
          </a:p>
          <a:p>
            <a:pPr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Visualization: Created dynamic visualizations on </a:t>
            </a:r>
            <a:r>
              <a:rPr lang="en-IN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Resturants</a:t>
            </a:r>
            <a:r>
              <a:rPr lang="en-IN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growth trends, global distribution of restaurants, online delivery vs table booking distribution and many more</a:t>
            </a:r>
          </a:p>
        </p:txBody>
      </p:sp>
    </p:spTree>
    <p:extLst>
      <p:ext uri="{BB962C8B-B14F-4D97-AF65-F5344CB8AC3E}">
        <p14:creationId xmlns:p14="http://schemas.microsoft.com/office/powerpoint/2010/main" val="180275657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3B473F0-5602-408E-6C61-334842B63B0D}"/>
              </a:ext>
            </a:extLst>
          </p:cNvPr>
          <p:cNvSpPr/>
          <p:nvPr/>
        </p:nvSpPr>
        <p:spPr>
          <a:xfrm>
            <a:off x="137652" y="1646659"/>
            <a:ext cx="11592232" cy="3269471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711B342-6EB5-088B-5A3A-6682FA8D46E5}"/>
              </a:ext>
            </a:extLst>
          </p:cNvPr>
          <p:cNvSpPr txBox="1"/>
          <p:nvPr/>
        </p:nvSpPr>
        <p:spPr>
          <a:xfrm>
            <a:off x="137652" y="1818968"/>
            <a:ext cx="1171021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can a food delivery platform expand into new markets while ensuring strong brand presence and user adoption?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strategies can improve customer satisfaction in online food delivery compared to dine-in services?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measures can increase customer engagement and repeat usage in low-interaction regions?</a:t>
            </a:r>
            <a:endParaRPr lang="en-IN" sz="2400" b="1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E7978F0-0E32-6F28-CBFA-2D61936A85DC}"/>
              </a:ext>
            </a:extLst>
          </p:cNvPr>
          <p:cNvSpPr txBox="1"/>
          <p:nvPr/>
        </p:nvSpPr>
        <p:spPr>
          <a:xfrm>
            <a:off x="3500283" y="484360"/>
            <a:ext cx="439094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3600" b="1" u="sng" dirty="0"/>
              <a:t>Problem Statement</a:t>
            </a:r>
          </a:p>
        </p:txBody>
      </p:sp>
    </p:spTree>
    <p:extLst>
      <p:ext uri="{BB962C8B-B14F-4D97-AF65-F5344CB8AC3E}">
        <p14:creationId xmlns:p14="http://schemas.microsoft.com/office/powerpoint/2010/main" val="25079505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B0D3E6DC-C225-09B9-29C9-264127F6CD28}"/>
              </a:ext>
            </a:extLst>
          </p:cNvPr>
          <p:cNvSpPr/>
          <p:nvPr/>
        </p:nvSpPr>
        <p:spPr>
          <a:xfrm>
            <a:off x="0" y="4542503"/>
            <a:ext cx="12192000" cy="2231923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IN" sz="2800" b="1" u="sng" kern="1200" dirty="0">
                <a:solidFill>
                  <a:srgbClr val="000000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Global Restaurant Distribution </a:t>
            </a:r>
            <a:r>
              <a:rPr lang="en-IN" sz="3600" b="1" kern="1200" dirty="0">
                <a:solidFill>
                  <a:srgbClr val="000000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endParaRPr lang="en-IN" sz="3600" b="1" u="sng" kern="1200" dirty="0">
              <a:solidFill>
                <a:srgbClr val="000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IN" sz="1400" b="1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India dominates with 8,652 restaurants, making it the most mature and established market.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Other countries have significantly lower restaurant counts with U.S(434) being second largest.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Several countries such as Canada(4), Qatar(20) and Singapore(20),Sri Lanka(20),Indonesia(21) have minimal restaurant presence, indicating untapped potential.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endParaRPr lang="en-IN" b="1" dirty="0"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ea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B8E3074C-8B8D-3361-F5B3-771675EB5A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27123" y="0"/>
            <a:ext cx="7718476" cy="4178710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27000"/>
            <a:bevelB w="190500"/>
          </a:sp3d>
        </p:spPr>
      </p:pic>
    </p:spTree>
    <p:extLst>
      <p:ext uri="{BB962C8B-B14F-4D97-AF65-F5344CB8AC3E}">
        <p14:creationId xmlns:p14="http://schemas.microsoft.com/office/powerpoint/2010/main" val="410868073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22940114-969E-FBCC-DDA8-A5A8E51D2365}"/>
              </a:ext>
            </a:extLst>
          </p:cNvPr>
          <p:cNvSpPr/>
          <p:nvPr/>
        </p:nvSpPr>
        <p:spPr>
          <a:xfrm>
            <a:off x="0" y="4444181"/>
            <a:ext cx="12192000" cy="2330245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15000"/>
              </a:lnSpc>
            </a:pPr>
            <a:r>
              <a:rPr lang="en-IN" sz="2800" b="1" u="sng" kern="1200" dirty="0">
                <a:solidFill>
                  <a:srgbClr val="000000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Restaurants growth trends </a:t>
            </a:r>
            <a:r>
              <a:rPr lang="en-IN" sz="2800" b="1" kern="1200" dirty="0">
                <a:solidFill>
                  <a:srgbClr val="000000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endParaRPr lang="en-IN" sz="2800" b="1" u="sng" kern="1200" dirty="0"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lnSpc>
                <a:spcPct val="115000"/>
              </a:lnSpc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Fluctuations in openings can be observed as, there are peaks in 2011 (1,098) and 2018 (1,102) which indicate strong growth years, while 2012 (1,022) and 2015 (1,024) saw slowdowns.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 steady increase from 2016 to 2018 suggests positive market momentum.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Despite minor dips, the overall trend remains stable, showing resilience in the restaurant industry.</a:t>
            </a:r>
          </a:p>
          <a:p>
            <a:pPr lvl="0">
              <a:lnSpc>
                <a:spcPct val="115000"/>
              </a:lnSpc>
              <a:spcAft>
                <a:spcPts val="1000"/>
              </a:spcAft>
            </a:pPr>
            <a:endParaRPr lang="en-IN" b="1" dirty="0"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ea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27D2020B-40CA-F309-ED9A-3DCAC8A6A1F1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208384" y="117987"/>
            <a:ext cx="6959123" cy="38935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057374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E0DE9869-C3C9-20FA-F027-1199502AE4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7958" y="49554"/>
            <a:ext cx="7731287" cy="3695810"/>
          </a:xfrm>
          <a:prstGeom prst="rect">
            <a:avLst/>
          </a:prstGeom>
        </p:spPr>
      </p:pic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B5E11F3-EA8A-B62B-7742-634BC0253B00}"/>
              </a:ext>
            </a:extLst>
          </p:cNvPr>
          <p:cNvSpPr/>
          <p:nvPr/>
        </p:nvSpPr>
        <p:spPr>
          <a:xfrm>
            <a:off x="0" y="4109884"/>
            <a:ext cx="12123173" cy="2748116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endParaRPr lang="en-US" sz="1800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AA14B4A-A726-B586-06D0-7BDA1C9E4DD0}"/>
              </a:ext>
            </a:extLst>
          </p:cNvPr>
          <p:cNvSpPr txBox="1"/>
          <p:nvPr/>
        </p:nvSpPr>
        <p:spPr>
          <a:xfrm>
            <a:off x="68827" y="3780234"/>
            <a:ext cx="12054346" cy="28315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sz="2800" b="1" u="sng" dirty="0">
                <a:solidFill>
                  <a:schemeClr val="bg1">
                    <a:lumMod val="10000"/>
                  </a:schemeClr>
                </a:solidFill>
              </a:rPr>
              <a:t>Global voting average for restaurants: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</a:rPr>
              <a:t>High engagement: Indonesia (772.1), UAE (493.5), Turkey (431.5), Philippines (407.4), and the USA (428.2) have the highest average voter counts, indicating strong customer participation and popularity.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</a:rPr>
              <a:t>Low engagement: Countries like Brazil (19.6), Singapore (31.9), and Canada (103) have significantly lower voter counts, </a:t>
            </a:r>
            <a:r>
              <a:rPr lang="en-US" sz="1800" b="1" dirty="0" err="1">
                <a:solidFill>
                  <a:schemeClr val="bg1">
                    <a:lumMod val="10000"/>
                  </a:schemeClr>
                </a:solidFill>
              </a:rPr>
              <a:t>suimprovement</a:t>
            </a:r>
            <a:r>
              <a:rPr lang="en-US" sz="1800" b="1" dirty="0">
                <a:solidFill>
                  <a:schemeClr val="bg1">
                    <a:lumMod val="10000"/>
                  </a:schemeClr>
                </a:solidFill>
              </a:rPr>
              <a:t>: India (137.2), Sri Lanka (146.4), and Australia (111.4) show moderate engagement but could benefit from increased </a:t>
            </a:r>
            <a:r>
              <a:rPr lang="en-US" sz="1800" b="1" dirty="0" err="1">
                <a:solidFill>
                  <a:schemeClr val="bg1">
                    <a:lumMod val="10000"/>
                  </a:schemeClr>
                </a:solidFill>
              </a:rPr>
              <a:t>visibility.ggesting</a:t>
            </a:r>
            <a:r>
              <a:rPr lang="en-US" sz="1800" b="1" dirty="0">
                <a:solidFill>
                  <a:schemeClr val="bg1">
                    <a:lumMod val="10000"/>
                  </a:schemeClr>
                </a:solidFill>
              </a:rPr>
              <a:t> either a lack of awareness or less active customer reviews.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2247609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339C3C51-D949-19EF-D9CD-96DEC5590F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827" y="39331"/>
            <a:ext cx="7865973" cy="3579588"/>
          </a:xfrm>
          <a:prstGeom prst="rect">
            <a:avLst/>
          </a:prstGeom>
        </p:spPr>
      </p:pic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5AE9BC78-F711-06A2-6B80-FF81E8F193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2769282"/>
              </p:ext>
            </p:extLst>
          </p:nvPr>
        </p:nvGraphicFramePr>
        <p:xfrm>
          <a:off x="8019335" y="2957217"/>
          <a:ext cx="3940260" cy="15920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3420">
                  <a:extLst>
                    <a:ext uri="{9D8B030D-6E8A-4147-A177-3AD203B41FA5}">
                      <a16:colId xmlns:a16="http://schemas.microsoft.com/office/drawing/2014/main" val="2176155300"/>
                    </a:ext>
                  </a:extLst>
                </a:gridCol>
                <a:gridCol w="1313420">
                  <a:extLst>
                    <a:ext uri="{9D8B030D-6E8A-4147-A177-3AD203B41FA5}">
                      <a16:colId xmlns:a16="http://schemas.microsoft.com/office/drawing/2014/main" val="498033904"/>
                    </a:ext>
                  </a:extLst>
                </a:gridCol>
                <a:gridCol w="1313420">
                  <a:extLst>
                    <a:ext uri="{9D8B030D-6E8A-4147-A177-3AD203B41FA5}">
                      <a16:colId xmlns:a16="http://schemas.microsoft.com/office/drawing/2014/main" val="2186417491"/>
                    </a:ext>
                  </a:extLst>
                </a:gridCol>
              </a:tblGrid>
              <a:tr h="401564">
                <a:tc>
                  <a:txBody>
                    <a:bodyPr/>
                    <a:lstStyle/>
                    <a:p>
                      <a:r>
                        <a:rPr lang="en-IN" sz="12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High Rated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2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Mid-Rated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2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Low-Rated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90803932"/>
                  </a:ext>
                </a:extLst>
              </a:tr>
              <a:tr h="595234">
                <a:tc>
                  <a:txBody>
                    <a:bodyPr/>
                    <a:lstStyle/>
                    <a:p>
                      <a:r>
                        <a:rPr lang="en-US" sz="1200" b="1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Indonesia (4.29) </a:t>
                      </a:r>
                      <a:endParaRPr lang="en-IN" sz="1200" b="1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200" b="1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Sri-Lanka(3.87)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200" b="1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Canada (3.575)</a:t>
                      </a:r>
                      <a:endParaRPr lang="en-IN" sz="1200" b="1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8520530"/>
                  </a:ext>
                </a:extLst>
              </a:tr>
              <a:tr h="595234">
                <a:tc>
                  <a:txBody>
                    <a:bodyPr/>
                    <a:lstStyle/>
                    <a:p>
                      <a:r>
                        <a:rPr lang="en-US" sz="1200" b="1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Qatar (4.06) </a:t>
                      </a:r>
                      <a:endParaRPr lang="en-IN" sz="1200" b="1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IN" sz="1200" b="1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200" b="1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Singapore (3.575) </a:t>
                      </a:r>
                      <a:endParaRPr lang="en-IN" sz="1200" b="1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28380990"/>
                  </a:ext>
                </a:extLst>
              </a:tr>
            </a:tbl>
          </a:graphicData>
        </a:graphic>
      </p:graphicFrame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EA8B6AEA-B7B2-44E2-E232-077CB4E09907}"/>
              </a:ext>
            </a:extLst>
          </p:cNvPr>
          <p:cNvSpPr/>
          <p:nvPr/>
        </p:nvSpPr>
        <p:spPr>
          <a:xfrm>
            <a:off x="58828" y="4549250"/>
            <a:ext cx="12133172" cy="2308750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sz="1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sz="1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50000"/>
              </a:lnSpc>
            </a:pPr>
            <a:r>
              <a:rPr lang="en-IN" sz="2800" b="1" u="sng" dirty="0">
                <a:solidFill>
                  <a:schemeClr val="bg1">
                    <a:lumMod val="10000"/>
                  </a:schemeClr>
                </a:solidFill>
              </a:rPr>
              <a:t>Global Restaurant Ratings Insights </a:t>
            </a:r>
            <a:r>
              <a:rPr lang="en-IN" sz="2800" b="1" dirty="0">
                <a:solidFill>
                  <a:schemeClr val="bg1">
                    <a:lumMod val="10000"/>
                  </a:schemeClr>
                </a:solidFill>
              </a:rPr>
              <a:t>:</a:t>
            </a:r>
            <a:endParaRPr lang="en-IN" sz="2800" b="1" u="sng" dirty="0">
              <a:solidFill>
                <a:schemeClr val="bg1">
                  <a:lumMod val="10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1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Indonesia and Qatar could be ideal locations for new restaurant investments as they have</a:t>
            </a: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high ratings but fewer restaurants, it presents a great opportunity for business growth and expansion.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Canada and Singapore should focus on addressing customer concerns, they should analyze customer feedback, improve service quality, and enhance dining experiences before expanding in those regions.</a:t>
            </a:r>
          </a:p>
          <a:p>
            <a:endParaRPr lang="en-US" sz="1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sz="1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endParaRPr lang="en-IN" sz="1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643920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D279617E-39AD-5042-ED13-20C14D6A40B5}"/>
              </a:ext>
            </a:extLst>
          </p:cNvPr>
          <p:cNvSpPr/>
          <p:nvPr/>
        </p:nvSpPr>
        <p:spPr>
          <a:xfrm>
            <a:off x="1" y="4198372"/>
            <a:ext cx="12192000" cy="2659628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40E13A-97F8-8390-3BAE-4F726B8173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4388D4-0F0C-482F-839F-DF165FBC013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834" y="4216111"/>
            <a:ext cx="12182165" cy="2684780"/>
          </a:xfrm>
        </p:spPr>
        <p:txBody>
          <a:bodyPr>
            <a:noAutofit/>
          </a:bodyPr>
          <a:lstStyle/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12B2A"/>
              </a:buClr>
              <a:buNone/>
            </a:pPr>
            <a:r>
              <a:rPr lang="en-GB" sz="2800" b="1" u="sng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Understanding market expenditure </a:t>
            </a:r>
            <a:r>
              <a:rPr lang="en-GB" sz="2800" b="1" u="sng" dirty="0" err="1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behavior</a:t>
            </a:r>
            <a:r>
              <a:rPr lang="en-GB" sz="2800" b="1" u="sng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 </a:t>
            </a:r>
            <a:r>
              <a:rPr lang="en-GB" sz="2800" b="1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:</a:t>
            </a:r>
          </a:p>
          <a:p>
            <a:pPr lvl="0">
              <a:lnSpc>
                <a:spcPct val="115000"/>
              </a:lnSpc>
              <a:spcBef>
                <a:spcPts val="0"/>
              </a:spcBef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GB" sz="1800" b="1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India has highest restaurant count across all price ranges</a:t>
            </a:r>
            <a:r>
              <a:rPr lang="en-GB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ea typeface="Arial" panose="020B0604020202020204" pitchFamily="34" charset="0"/>
              </a:rPr>
              <a:t> while </a:t>
            </a:r>
            <a:r>
              <a:rPr lang="en-GB" sz="1800" b="1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South Africa has more high-end restaurants than budget friendly ones.</a:t>
            </a:r>
            <a:endParaRPr lang="en-GB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ea typeface="Arial" panose="020B0604020202020204" pitchFamily="34" charset="0"/>
            </a:endParaRPr>
          </a:p>
          <a:p>
            <a:pPr lvl="0">
              <a:lnSpc>
                <a:spcPct val="115000"/>
              </a:lnSpc>
              <a:spcBef>
                <a:spcPts val="0"/>
              </a:spcBef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GB" sz="1800" b="1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Focus on mid-range pricing in India to capture a broader audience.</a:t>
            </a:r>
            <a:endParaRPr lang="en-IN" sz="1800" b="1" dirty="0"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ea typeface="Arial" panose="020B0604020202020204" pitchFamily="34" charset="0"/>
            </a:endParaRPr>
          </a:p>
          <a:p>
            <a:pPr lvl="0">
              <a:lnSpc>
                <a:spcPct val="115000"/>
              </a:lnSpc>
              <a:spcBef>
                <a:spcPts val="0"/>
              </a:spcBef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GB" sz="1800" b="1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Introduce budget-friendly options or price ranges in South Africa to tap into an underserved segment.</a:t>
            </a:r>
            <a:endParaRPr lang="en-IN" sz="1800" b="1" dirty="0"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ea typeface="Arial" panose="020B0604020202020204" pitchFamily="34" charset="0"/>
            </a:endParaRPr>
          </a:p>
          <a:p>
            <a:pPr lvl="0">
              <a:lnSpc>
                <a:spcPct val="115000"/>
              </a:lnSpc>
              <a:spcBef>
                <a:spcPts val="0"/>
              </a:spcBef>
              <a:buClr>
                <a:srgbClr val="012B2A"/>
              </a:buClr>
              <a:buFont typeface="Arial" panose="020B0604020202020204" pitchFamily="34" charset="0"/>
              <a:buChar char="•"/>
            </a:pPr>
            <a:r>
              <a:rPr lang="en-GB" sz="1800" b="1" dirty="0">
                <a:solidFill>
                  <a:schemeClr val="bg1">
                    <a:lumMod val="10000"/>
                  </a:schemeClr>
                </a:solidFill>
                <a:effectLst/>
                <a:latin typeface="Arial" panose="020B0604020202020204" pitchFamily="34" charset="0"/>
                <a:ea typeface="Arial" panose="020B0604020202020204" pitchFamily="34" charset="0"/>
              </a:rPr>
              <a:t>Adjust marketing strategies based on country-specific pricing preferences; the least price ranged restaurants should be focused first as to interact with all budget individuals.</a:t>
            </a:r>
            <a:endParaRPr lang="en-IN" sz="1800" b="1" dirty="0"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ea typeface="Arial" panose="020B0604020202020204" pitchFamily="34" charset="0"/>
            </a:endParaRPr>
          </a:p>
          <a:p>
            <a:pPr>
              <a:spcBef>
                <a:spcPts val="0"/>
              </a:spcBef>
              <a:buClr>
                <a:srgbClr val="012B2A"/>
              </a:buClr>
              <a:buFont typeface="Arial" panose="020B0604020202020204" pitchFamily="34" charset="0"/>
              <a:buChar char="•"/>
            </a:pPr>
            <a:endParaRPr lang="en-US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B313B6F-C242-760A-C5BA-5B78FDDF0D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7334" y="63221"/>
            <a:ext cx="10963575" cy="38539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966951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337E83E9-602D-2948-BAC8-B9073B457F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980" t="4155"/>
          <a:stretch/>
        </p:blipFill>
        <p:spPr>
          <a:xfrm>
            <a:off x="1799303" y="40816"/>
            <a:ext cx="7855974" cy="3352392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4F607523-3637-8677-309F-9527C79F6E99}"/>
              </a:ext>
            </a:extLst>
          </p:cNvPr>
          <p:cNvSpPr/>
          <p:nvPr/>
        </p:nvSpPr>
        <p:spPr>
          <a:xfrm>
            <a:off x="0" y="3578942"/>
            <a:ext cx="12192000" cy="3238242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lvl="0" indent="-285750">
              <a:lnSpc>
                <a:spcPct val="115000"/>
              </a:lnSpc>
              <a:buFont typeface="Arial" panose="020B0604020202020204" pitchFamily="34" charset="0"/>
              <a:buChar char="•"/>
            </a:pPr>
            <a:endParaRPr lang="en-IN" sz="1800" b="1" dirty="0"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ea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AFE2E51-7BBC-495B-DA8C-37E2386BCAA4}"/>
              </a:ext>
            </a:extLst>
          </p:cNvPr>
          <p:cNvSpPr txBox="1"/>
          <p:nvPr/>
        </p:nvSpPr>
        <p:spPr>
          <a:xfrm>
            <a:off x="88707" y="2715567"/>
            <a:ext cx="12029606" cy="50229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15000"/>
              </a:lnSpc>
              <a:buFont typeface="Arial" panose="020B0604020202020204" pitchFamily="34" charset="0"/>
              <a:buChar char="•"/>
            </a:pPr>
            <a:endParaRPr lang="en-US" sz="1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15000"/>
              </a:lnSpc>
            </a:pPr>
            <a:endParaRPr lang="en-US" sz="36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15000"/>
              </a:lnSpc>
            </a:pPr>
            <a:r>
              <a:rPr lang="en-US" sz="2800" b="1" u="sng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Global Restaurants Expenditure analysis </a:t>
            </a:r>
            <a:r>
              <a:rPr lang="en-US" sz="2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endParaRPr lang="en-US" sz="2800" b="1" u="sng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lnSpc>
                <a:spcPct val="115000"/>
              </a:lnSpc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Singapore and Qatar have the highest restaurant expenditures, indicating high spending power and demand for premium dining experiences.</a:t>
            </a:r>
          </a:p>
          <a:p>
            <a:pPr marL="285750" indent="-285750">
              <a:lnSpc>
                <a:spcPct val="115000"/>
              </a:lnSpc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Indonesia and Sri Lanka show moderate spending, suggesting potential for growth in mid-range dining options.</a:t>
            </a:r>
          </a:p>
          <a:p>
            <a:pPr marL="285750" indent="-285750">
              <a:lnSpc>
                <a:spcPct val="115000"/>
              </a:lnSpc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Canada has an extremely low expenditure, possibly indicating a lack of restaurant market presence or data collection gaps.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Indonesia and Sri Lanka could benefit from affordable dining options and marketing strategies to boost spending.</a:t>
            </a:r>
            <a:b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en-IN" sz="1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lvl="0" indent="-285750">
              <a:lnSpc>
                <a:spcPct val="115000"/>
              </a:lnSpc>
              <a:buFont typeface="Arial" panose="020B0604020202020204" pitchFamily="34" charset="0"/>
              <a:buChar char="•"/>
            </a:pPr>
            <a:endParaRPr lang="en-IN" sz="1800" b="1" dirty="0">
              <a:solidFill>
                <a:schemeClr val="bg1">
                  <a:lumMod val="10000"/>
                </a:schemeClr>
              </a:solidFill>
              <a:effectLst/>
              <a:latin typeface="Arial" panose="020B0604020202020204" pitchFamily="34" charset="0"/>
              <a:ea typeface="Arial" panose="020B0604020202020204" pitchFamily="34" charset="0"/>
              <a:cs typeface="Arial" panose="020B0604020202020204" pitchFamily="34" charset="0"/>
            </a:endParaRPr>
          </a:p>
          <a:p>
            <a:endParaRPr lang="en-IN" sz="1800" dirty="0"/>
          </a:p>
        </p:txBody>
      </p:sp>
    </p:spTree>
    <p:extLst>
      <p:ext uri="{BB962C8B-B14F-4D97-AF65-F5344CB8AC3E}">
        <p14:creationId xmlns:p14="http://schemas.microsoft.com/office/powerpoint/2010/main" val="236907361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CFB32EBF-B823-32BC-FA54-18F78A0CD966}"/>
              </a:ext>
            </a:extLst>
          </p:cNvPr>
          <p:cNvSpPr/>
          <p:nvPr/>
        </p:nvSpPr>
        <p:spPr>
          <a:xfrm>
            <a:off x="0" y="3873910"/>
            <a:ext cx="12192000" cy="2979175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b="1" u="sng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Online Delivery and Table Booking Analysis: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Online Delivery: Restaurants with delivery services rate higher (3.288 vs. 2.754), showing customer preference for convenience.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Table Booking: Structured reservations boost ratings (3.482 vs. 2.809), enhancing the dining experience.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Expand Online Delivery &amp; Table Booking: Implement these services across all restaurant locations to enhance customer satisfaction and improve ratings.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Optimize User Experience: Ensure smooth booking processes, efficient delivery services, and high service quality.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Monitor Performance: Regularly track customer feedback and refine service operations to maintain high ratings.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IN" sz="12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Picture 1" descr="A pie chart with text&#10;&#10;AI-generated content may be incorrect.">
            <a:extLst>
              <a:ext uri="{FF2B5EF4-FFF2-40B4-BE49-F238E27FC236}">
                <a16:creationId xmlns:a16="http://schemas.microsoft.com/office/drawing/2014/main" id="{4A9F4555-906A-83F0-0250-05B01D9D065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9555" y="625328"/>
            <a:ext cx="4756509" cy="2803672"/>
          </a:xfrm>
          <a:prstGeom prst="rect">
            <a:avLst/>
          </a:prstGeom>
        </p:spPr>
      </p:pic>
      <p:pic>
        <p:nvPicPr>
          <p:cNvPr id="3" name="Picture 2" descr="A pie chart with a number of numbers&#10;&#10;AI-generated content may be incorrect.">
            <a:extLst>
              <a:ext uri="{FF2B5EF4-FFF2-40B4-BE49-F238E27FC236}">
                <a16:creationId xmlns:a16="http://schemas.microsoft.com/office/drawing/2014/main" id="{F45DCDC6-6BEF-F4D4-3130-5AF497A45F8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625328"/>
            <a:ext cx="4839609" cy="2803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390300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413AB5F2-A881-3977-905E-098A16DBC30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775" b="4205"/>
          <a:stretch/>
        </p:blipFill>
        <p:spPr>
          <a:xfrm>
            <a:off x="1317521" y="308650"/>
            <a:ext cx="9083999" cy="3120350"/>
          </a:xfrm>
          <a:prstGeom prst="rect">
            <a:avLst/>
          </a:prstGeom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4342334A-14DC-3F2B-9E93-82DAAB448860}"/>
              </a:ext>
            </a:extLst>
          </p:cNvPr>
          <p:cNvSpPr/>
          <p:nvPr/>
        </p:nvSpPr>
        <p:spPr>
          <a:xfrm>
            <a:off x="56653" y="3873910"/>
            <a:ext cx="12083845" cy="2911415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IN" sz="2800" b="1" u="sng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IN" sz="2800" b="1" u="sng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Top cuisines analysis </a:t>
            </a:r>
            <a:r>
              <a:rPr lang="en-IN" sz="2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endParaRPr lang="en-IN" sz="2800" b="1" u="sng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International and Indian cuisines lead in customer satisfaction, with 4+ ratings reflecting strong preferences. Expanding these top-rated cuisines in new locations will enhance customer engagement.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Focus on regional adaptations to cater to local preferences, many won’t prefer the high-rated cuisines but their native </a:t>
            </a:r>
            <a:r>
              <a:rPr lang="en-US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regional,as</a:t>
            </a: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Indians may go for Indian food(North Indian here) and respectively others prefer their regional dish.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Use customer reviews &amp; ratings to periodically update the menu.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Offer seasonal and limited-time dishes based on emerging trends.</a:t>
            </a:r>
            <a:br>
              <a:rPr lang="en-US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en-IN" sz="1800" dirty="0"/>
          </a:p>
        </p:txBody>
      </p:sp>
    </p:spTree>
    <p:extLst>
      <p:ext uri="{BB962C8B-B14F-4D97-AF65-F5344CB8AC3E}">
        <p14:creationId xmlns:p14="http://schemas.microsoft.com/office/powerpoint/2010/main" val="294761567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DF7A7D15-6B2F-E055-C67D-64870FD0FA28}"/>
              </a:ext>
            </a:extLst>
          </p:cNvPr>
          <p:cNvSpPr/>
          <p:nvPr/>
        </p:nvSpPr>
        <p:spPr>
          <a:xfrm>
            <a:off x="-25925" y="4306515"/>
            <a:ext cx="12437806" cy="2551471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8DF55F8-9B24-6782-E8A5-E91C8B6115F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4333539"/>
            <a:ext cx="12411881" cy="2188838"/>
          </a:xfrm>
          <a:ln>
            <a:solidFill>
              <a:schemeClr val="accent2">
                <a:lumMod val="40000"/>
                <a:lumOff val="60000"/>
              </a:schemeClr>
            </a:solidFill>
          </a:ln>
        </p:spPr>
        <p:txBody>
          <a:bodyPr>
            <a:normAutofit/>
          </a:bodyPr>
          <a:lstStyle/>
          <a:p>
            <a:pPr marL="0" indent="0">
              <a:lnSpc>
                <a:spcPct val="150000"/>
              </a:lnSpc>
              <a:buClr>
                <a:schemeClr val="bg1">
                  <a:lumMod val="10000"/>
                </a:schemeClr>
              </a:buClr>
              <a:buNone/>
            </a:pPr>
            <a:r>
              <a:rPr lang="en-US" sz="2400" b="1" u="sng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Expansion Opportunities Recommendations:</a:t>
            </a:r>
          </a:p>
          <a:p>
            <a:pPr>
              <a:spcBef>
                <a:spcPts val="0"/>
              </a:spcBef>
              <a:buClr>
                <a:schemeClr val="bg1">
                  <a:lumMod val="10000"/>
                </a:schemeClr>
              </a:buClr>
              <a:buFont typeface="Arial" panose="020B0604020202020204" pitchFamily="34" charset="0"/>
              <a:buChar char="•"/>
            </a:pPr>
            <a:r>
              <a:rPr lang="en-US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 countries with the least number of restaurants are fit for expansion opportunities with much less competition, with Canada having least restaurants(4),Qatar(20),Singapore(20),Sri Lanka(20), Indonesia(21).</a:t>
            </a:r>
          </a:p>
          <a:p>
            <a:pPr>
              <a:spcBef>
                <a:spcPts val="0"/>
              </a:spcBef>
              <a:buClr>
                <a:schemeClr val="bg1">
                  <a:lumMod val="10000"/>
                </a:schemeClr>
              </a:buClr>
              <a:buFont typeface="Arial" panose="020B0604020202020204" pitchFamily="34" charset="0"/>
              <a:buChar char="•"/>
            </a:pPr>
            <a:r>
              <a:rPr lang="en-US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Due to limited restaurants, we can enter an untapped or less saturated market.</a:t>
            </a:r>
          </a:p>
          <a:p>
            <a:pPr>
              <a:spcBef>
                <a:spcPts val="0"/>
              </a:spcBef>
              <a:buClr>
                <a:schemeClr val="bg1">
                  <a:lumMod val="10000"/>
                </a:schemeClr>
              </a:buClr>
              <a:buFont typeface="Arial" panose="020B0604020202020204" pitchFamily="34" charset="0"/>
              <a:buChar char="•"/>
            </a:pPr>
            <a:r>
              <a:rPr lang="en-US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There will be Higher chances of business success due to limited competition and an opportunity to become an early market leader in those regions. </a:t>
            </a:r>
          </a:p>
          <a:p>
            <a:pPr>
              <a:buClr>
                <a:schemeClr val="bg1">
                  <a:lumMod val="10000"/>
                </a:schemeClr>
              </a:buClr>
              <a:buFont typeface="Arial" panose="020B0604020202020204" pitchFamily="34" charset="0"/>
              <a:buChar char="•"/>
            </a:pPr>
            <a:endParaRPr lang="en-US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Teardrop 15">
            <a:extLst>
              <a:ext uri="{FF2B5EF4-FFF2-40B4-BE49-F238E27FC236}">
                <a16:creationId xmlns:a16="http://schemas.microsoft.com/office/drawing/2014/main" id="{F39F908B-1381-7225-7B22-C653B1D21979}"/>
              </a:ext>
            </a:extLst>
          </p:cNvPr>
          <p:cNvSpPr/>
          <p:nvPr/>
        </p:nvSpPr>
        <p:spPr>
          <a:xfrm rot="8183315">
            <a:off x="4226720" y="917869"/>
            <a:ext cx="322597" cy="348795"/>
          </a:xfrm>
          <a:prstGeom prst="teardrop">
            <a:avLst>
              <a:gd name="adj" fmla="val 176525"/>
            </a:avLst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9" name="Teardrop 18">
            <a:extLst>
              <a:ext uri="{FF2B5EF4-FFF2-40B4-BE49-F238E27FC236}">
                <a16:creationId xmlns:a16="http://schemas.microsoft.com/office/drawing/2014/main" id="{E5717F1D-1FBC-8317-1181-6DCBA99FB1AC}"/>
              </a:ext>
            </a:extLst>
          </p:cNvPr>
          <p:cNvSpPr/>
          <p:nvPr/>
        </p:nvSpPr>
        <p:spPr>
          <a:xfrm rot="8183315">
            <a:off x="6792121" y="1540167"/>
            <a:ext cx="322597" cy="348795"/>
          </a:xfrm>
          <a:prstGeom prst="teardrop">
            <a:avLst>
              <a:gd name="adj" fmla="val 176525"/>
            </a:avLst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0" name="Teardrop 19">
            <a:extLst>
              <a:ext uri="{FF2B5EF4-FFF2-40B4-BE49-F238E27FC236}">
                <a16:creationId xmlns:a16="http://schemas.microsoft.com/office/drawing/2014/main" id="{4D10A3E3-53F9-3BCD-3721-4D869AD7AE82}"/>
              </a:ext>
            </a:extLst>
          </p:cNvPr>
          <p:cNvSpPr/>
          <p:nvPr/>
        </p:nvSpPr>
        <p:spPr>
          <a:xfrm rot="8183315">
            <a:off x="7767481" y="1956727"/>
            <a:ext cx="322597" cy="348795"/>
          </a:xfrm>
          <a:prstGeom prst="teardrop">
            <a:avLst>
              <a:gd name="adj" fmla="val 176525"/>
            </a:avLst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1" name="Teardrop 20">
            <a:extLst>
              <a:ext uri="{FF2B5EF4-FFF2-40B4-BE49-F238E27FC236}">
                <a16:creationId xmlns:a16="http://schemas.microsoft.com/office/drawing/2014/main" id="{42F9FFFC-F1B6-E143-2E4E-CAEA4434E603}"/>
              </a:ext>
            </a:extLst>
          </p:cNvPr>
          <p:cNvSpPr/>
          <p:nvPr/>
        </p:nvSpPr>
        <p:spPr>
          <a:xfrm rot="8183315">
            <a:off x="8039506" y="2044865"/>
            <a:ext cx="322597" cy="348795"/>
          </a:xfrm>
          <a:prstGeom prst="teardrop">
            <a:avLst>
              <a:gd name="adj" fmla="val 176525"/>
            </a:avLst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2" name="Teardrop 21">
            <a:extLst>
              <a:ext uri="{FF2B5EF4-FFF2-40B4-BE49-F238E27FC236}">
                <a16:creationId xmlns:a16="http://schemas.microsoft.com/office/drawing/2014/main" id="{3DB4B81B-560D-0DFF-089E-A62CDEEEA9E9}"/>
              </a:ext>
            </a:extLst>
          </p:cNvPr>
          <p:cNvSpPr/>
          <p:nvPr/>
        </p:nvSpPr>
        <p:spPr>
          <a:xfrm rot="8183315">
            <a:off x="7376321" y="1880527"/>
            <a:ext cx="322597" cy="348795"/>
          </a:xfrm>
          <a:prstGeom prst="teardrop">
            <a:avLst>
              <a:gd name="adj" fmla="val 176525"/>
            </a:avLst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6A7A211-2DF7-7E54-15B6-20B25A7E3932}"/>
              </a:ext>
            </a:extLst>
          </p:cNvPr>
          <p:cNvSpPr txBox="1"/>
          <p:nvPr/>
        </p:nvSpPr>
        <p:spPr>
          <a:xfrm>
            <a:off x="4106251" y="916220"/>
            <a:ext cx="563533" cy="215444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effectLst>
            <a:outerShdw blurRad="50800" dist="50800" dir="5400000" sx="1000" sy="1000" algn="ctr" rotWithShape="0">
              <a:srgbClr val="000000">
                <a:alpha val="43137"/>
              </a:srgbClr>
            </a:outerShdw>
            <a:softEdge rad="0"/>
          </a:effectLst>
        </p:spPr>
        <p:txBody>
          <a:bodyPr wrap="square" rtlCol="0">
            <a:spAutoFit/>
          </a:bodyPr>
          <a:lstStyle/>
          <a:p>
            <a:r>
              <a:rPr lang="en-IN" sz="800" b="1" dirty="0">
                <a:solidFill>
                  <a:schemeClr val="bg1">
                    <a:lumMod val="10000"/>
                  </a:schemeClr>
                </a:solidFill>
              </a:rPr>
              <a:t>Canada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85CC7CB-F8DD-6DF2-5A20-3E21937BC38C}"/>
              </a:ext>
            </a:extLst>
          </p:cNvPr>
          <p:cNvSpPr txBox="1"/>
          <p:nvPr/>
        </p:nvSpPr>
        <p:spPr>
          <a:xfrm>
            <a:off x="6688915" y="1430042"/>
            <a:ext cx="535724" cy="23083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en-IN" sz="900" b="1" dirty="0">
                <a:solidFill>
                  <a:schemeClr val="bg1">
                    <a:lumMod val="10000"/>
                  </a:schemeClr>
                </a:solidFill>
              </a:rPr>
              <a:t>Qatar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9E87FFC-A0A4-9573-B8FF-FF1CBA071126}"/>
              </a:ext>
            </a:extLst>
          </p:cNvPr>
          <p:cNvSpPr txBox="1"/>
          <p:nvPr/>
        </p:nvSpPr>
        <p:spPr>
          <a:xfrm>
            <a:off x="7259851" y="1730158"/>
            <a:ext cx="478150" cy="307777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en-IN" sz="700" b="1" dirty="0">
                <a:solidFill>
                  <a:schemeClr val="bg1">
                    <a:lumMod val="10000"/>
                  </a:schemeClr>
                </a:solidFill>
              </a:rPr>
              <a:t>Sri- </a:t>
            </a:r>
          </a:p>
          <a:p>
            <a:r>
              <a:rPr lang="en-IN" sz="700" b="1" dirty="0">
                <a:solidFill>
                  <a:schemeClr val="bg1">
                    <a:lumMod val="10000"/>
                  </a:schemeClr>
                </a:solidFill>
              </a:rPr>
              <a:t>Lanka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0854AB0-A3D8-49F3-5186-C65ACEB477A1}"/>
              </a:ext>
            </a:extLst>
          </p:cNvPr>
          <p:cNvSpPr txBox="1"/>
          <p:nvPr/>
        </p:nvSpPr>
        <p:spPr>
          <a:xfrm>
            <a:off x="7961098" y="1574626"/>
            <a:ext cx="748923" cy="23083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en-IN" sz="900" b="1" dirty="0">
                <a:solidFill>
                  <a:schemeClr val="bg1">
                    <a:lumMod val="10000"/>
                  </a:schemeClr>
                </a:solidFill>
              </a:rPr>
              <a:t>Singapore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2DFDDDC-C598-A7D1-1EC5-8F3C177C0E75}"/>
              </a:ext>
            </a:extLst>
          </p:cNvPr>
          <p:cNvSpPr txBox="1"/>
          <p:nvPr/>
        </p:nvSpPr>
        <p:spPr>
          <a:xfrm>
            <a:off x="8171000" y="2137821"/>
            <a:ext cx="723275" cy="23083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en-IN" sz="900" b="1" dirty="0"/>
              <a:t>Indonesia</a:t>
            </a:r>
          </a:p>
        </p:txBody>
      </p:sp>
      <p:cxnSp>
        <p:nvCxnSpPr>
          <p:cNvPr id="46" name="Connector: Elbow 45">
            <a:extLst>
              <a:ext uri="{FF2B5EF4-FFF2-40B4-BE49-F238E27FC236}">
                <a16:creationId xmlns:a16="http://schemas.microsoft.com/office/drawing/2014/main" id="{D4F35637-C14B-206D-90B7-E57F480FA5CD}"/>
              </a:ext>
            </a:extLst>
          </p:cNvPr>
          <p:cNvCxnSpPr>
            <a:endCxn id="20" idx="3"/>
          </p:cNvCxnSpPr>
          <p:nvPr/>
        </p:nvCxnSpPr>
        <p:spPr>
          <a:xfrm rot="5400000">
            <a:off x="7805840" y="1805282"/>
            <a:ext cx="278346" cy="37425"/>
          </a:xfrm>
          <a:prstGeom prst="bentConnector3">
            <a:avLst/>
          </a:prstGeom>
          <a:ln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Picture 53">
            <a:extLst>
              <a:ext uri="{FF2B5EF4-FFF2-40B4-BE49-F238E27FC236}">
                <a16:creationId xmlns:a16="http://schemas.microsoft.com/office/drawing/2014/main" id="{DAD1FAEC-5601-0943-B56C-3FB1FB5B19F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22622" y="135535"/>
            <a:ext cx="7003280" cy="40991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052112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Diagonal Corners Rounded 5">
            <a:extLst>
              <a:ext uri="{FF2B5EF4-FFF2-40B4-BE49-F238E27FC236}">
                <a16:creationId xmlns:a16="http://schemas.microsoft.com/office/drawing/2014/main" id="{5002F7EC-1FEE-059A-EE90-D658762322B3}"/>
              </a:ext>
            </a:extLst>
          </p:cNvPr>
          <p:cNvSpPr/>
          <p:nvPr/>
        </p:nvSpPr>
        <p:spPr>
          <a:xfrm>
            <a:off x="0" y="3429000"/>
            <a:ext cx="12192000" cy="3306073"/>
          </a:xfrm>
          <a:prstGeom prst="round2Diag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ACDC7D7-C111-1558-233F-FE60C0CB49A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12954" y="3841881"/>
            <a:ext cx="11155075" cy="2893192"/>
          </a:xfrm>
          <a:noFill/>
        </p:spPr>
        <p:txBody>
          <a:bodyPr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None/>
              <a:tabLst/>
              <a:defRPr/>
            </a:pPr>
            <a:r>
              <a:rPr lang="en-IN" sz="2800" b="1" u="sng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Optimizing Service &amp; Elevating Quality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None/>
              <a:tabLst/>
              <a:defRPr/>
            </a:pPr>
            <a:endParaRPr lang="en-IN" sz="2800" b="1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D8D8D8">
                    <a:lumMod val="1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Ratings in Canada and Singapore are low(both at 3.575), investigate customer complaints and service issues before expanding.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D8D8D8">
                    <a:lumMod val="1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Ratings are high but restaurant numbers are low in Indonesia(21) and Qatar(20), consider immediate expansion as customer satisfaction is already strong.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D8D8D8">
                    <a:lumMod val="1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Improve service quality for online orders in Sri Lanka where the average rating is moderate (3.27).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40D1B42E-941F-57EE-FA26-453A2F53A69F}"/>
              </a:ext>
            </a:extLst>
          </p:cNvPr>
          <p:cNvSpPr/>
          <p:nvPr/>
        </p:nvSpPr>
        <p:spPr>
          <a:xfrm>
            <a:off x="0" y="0"/>
            <a:ext cx="12339485" cy="1826894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/>
          <a:lstStyle/>
          <a:p>
            <a:pPr algn="ctr"/>
            <a:r>
              <a:rPr lang="en-US" sz="4000" b="1" dirty="0">
                <a:solidFill>
                  <a:schemeClr val="bg1">
                    <a:lumMod val="10000"/>
                  </a:schemeClr>
                </a:solidFill>
              </a:rPr>
              <a:t>Service and Quality improvements</a:t>
            </a:r>
            <a:endParaRPr lang="en-US" sz="4000" b="1" dirty="0"/>
          </a:p>
        </p:txBody>
      </p:sp>
      <p:pic>
        <p:nvPicPr>
          <p:cNvPr id="11268" name="Picture 4" descr="Restaurant Icon, Logo, Icon Design, Customer, Data, Computer Software,  Foodservice, Point Of Sale, Restaurant, Logo, Icon Design png | PNGWing">
            <a:extLst>
              <a:ext uri="{FF2B5EF4-FFF2-40B4-BE49-F238E27FC236}">
                <a16:creationId xmlns:a16="http://schemas.microsoft.com/office/drawing/2014/main" id="{297250F8-6DC4-247E-9E1A-BBBA536C1BF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499" t="10036" r="23619" b="14552"/>
          <a:stretch/>
        </p:blipFill>
        <p:spPr bwMode="auto">
          <a:xfrm>
            <a:off x="624347" y="-7926"/>
            <a:ext cx="1125796" cy="1810915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56558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Single Corner Rounded 7">
            <a:extLst>
              <a:ext uri="{FF2B5EF4-FFF2-40B4-BE49-F238E27FC236}">
                <a16:creationId xmlns:a16="http://schemas.microsoft.com/office/drawing/2014/main" id="{E20A753C-6620-EBE8-CD3E-6C853E4BBC55}"/>
              </a:ext>
            </a:extLst>
          </p:cNvPr>
          <p:cNvSpPr/>
          <p:nvPr/>
        </p:nvSpPr>
        <p:spPr>
          <a:xfrm>
            <a:off x="0" y="4136163"/>
            <a:ext cx="12192000" cy="2741949"/>
          </a:xfrm>
          <a:prstGeom prst="round1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26E4CB5-8248-FB55-682B-34075F4268C1}"/>
              </a:ext>
            </a:extLst>
          </p:cNvPr>
          <p:cNvSpPr txBox="1"/>
          <p:nvPr/>
        </p:nvSpPr>
        <p:spPr>
          <a:xfrm>
            <a:off x="97242" y="4222497"/>
            <a:ext cx="11071123" cy="32316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u="sng" dirty="0"/>
              <a:t>Optimizing Reservations: Online vs. Table Booking Strategy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/>
              <a:t>Analysis of order data reveals that online delivery surpasses table booking by 1,293 orders, highlighting a clear customer preference for convenience. This trend underscores the increasing reliance on digital platforms for food services, making it crucial to prioritize online delivery for business expansion.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800" b="1" dirty="0">
              <a:solidFill>
                <a:schemeClr val="bg1">
                  <a:lumMod val="10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800" b="1" dirty="0"/>
              <a:t>Restaurants offering online delivery received an average rating of 3.27, indicating moderate customer satisfaction, which can be improved for further retention by measures like last-mile delivery and opening more cloud kitchens.</a:t>
            </a:r>
          </a:p>
          <a:p>
            <a:pPr>
              <a:buFont typeface="Arial" panose="020B0604020202020204" pitchFamily="34" charset="0"/>
              <a:buChar char="•"/>
            </a:pPr>
            <a:endParaRPr lang="en-IN" sz="1800" b="1" dirty="0">
              <a:solidFill>
                <a:schemeClr val="bg1">
                  <a:lumMod val="10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800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596D9DC-A9B0-9405-065D-FD6797D3EC51}"/>
              </a:ext>
            </a:extLst>
          </p:cNvPr>
          <p:cNvSpPr/>
          <p:nvPr/>
        </p:nvSpPr>
        <p:spPr>
          <a:xfrm>
            <a:off x="1120877" y="117987"/>
            <a:ext cx="8898194" cy="2133600"/>
          </a:xfrm>
          <a:prstGeom prst="roundRect">
            <a:avLst/>
          </a:prstGeom>
          <a:solidFill>
            <a:schemeClr val="tx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10244" name="Picture 4" descr="Restaurant Table Booking System Pricing, Features, and ...">
            <a:extLst>
              <a:ext uri="{FF2B5EF4-FFF2-40B4-BE49-F238E27FC236}">
                <a16:creationId xmlns:a16="http://schemas.microsoft.com/office/drawing/2014/main" id="{9ACE6DF9-7EBD-E274-88B0-48C8D90A20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8072" y="146562"/>
            <a:ext cx="2105025" cy="21050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8" name="Picture 8" descr="Home Delivery Logo Photos and Images | Shutterstock">
            <a:extLst>
              <a:ext uri="{FF2B5EF4-FFF2-40B4-BE49-F238E27FC236}">
                <a16:creationId xmlns:a16="http://schemas.microsoft.com/office/drawing/2014/main" id="{12F9E2D7-D2FF-C062-B77E-77C7DCDF808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359"/>
          <a:stretch/>
        </p:blipFill>
        <p:spPr bwMode="auto">
          <a:xfrm>
            <a:off x="1575619" y="117986"/>
            <a:ext cx="2340696" cy="21335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0677D13-E2A2-4817-8A06-CED253673964}"/>
              </a:ext>
            </a:extLst>
          </p:cNvPr>
          <p:cNvSpPr txBox="1"/>
          <p:nvPr/>
        </p:nvSpPr>
        <p:spPr>
          <a:xfrm>
            <a:off x="3810524" y="492287"/>
            <a:ext cx="2860078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b="1" dirty="0"/>
              <a:t>Online delivery </a:t>
            </a:r>
          </a:p>
          <a:p>
            <a:pPr algn="ctr"/>
            <a:r>
              <a:rPr lang="en-IN" sz="2800" b="1" dirty="0"/>
              <a:t>Vs</a:t>
            </a:r>
          </a:p>
          <a:p>
            <a:r>
              <a:rPr lang="en-IN" sz="2800" b="1" dirty="0"/>
              <a:t> Table Booking</a:t>
            </a:r>
          </a:p>
        </p:txBody>
      </p:sp>
    </p:spTree>
    <p:extLst>
      <p:ext uri="{BB962C8B-B14F-4D97-AF65-F5344CB8AC3E}">
        <p14:creationId xmlns:p14="http://schemas.microsoft.com/office/powerpoint/2010/main" val="376135096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35C8988B-EF70-967D-2904-F388A7D2142B}"/>
              </a:ext>
            </a:extLst>
          </p:cNvPr>
          <p:cNvSpPr txBox="1"/>
          <p:nvPr/>
        </p:nvSpPr>
        <p:spPr>
          <a:xfrm>
            <a:off x="5398237" y="6329415"/>
            <a:ext cx="1856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000" b="1" u="sng" dirty="0">
                <a:solidFill>
                  <a:srgbClr val="FF0000"/>
                </a:solidFill>
                <a:hlinkClick r:id="rId2" action="ppaction://hlinkfile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DASHBOARD</a:t>
            </a:r>
            <a:endParaRPr lang="en-IN" sz="2000" b="1" u="sng" dirty="0">
              <a:solidFill>
                <a:srgbClr val="FF0000"/>
              </a:solidFill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BED72A5-4928-AA4D-019F-82D30498CE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8887" y="666364"/>
            <a:ext cx="10574226" cy="55252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89921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05D2C552-BA34-A863-B78E-78612F22AAA8}"/>
              </a:ext>
            </a:extLst>
          </p:cNvPr>
          <p:cNvSpPr txBox="1"/>
          <p:nvPr/>
        </p:nvSpPr>
        <p:spPr>
          <a:xfrm>
            <a:off x="186813" y="1189703"/>
            <a:ext cx="12005187" cy="52014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b="1" u="sng" dirty="0"/>
              <a:t>Target High-Growth, Low-Competition Markets for Expansion</a:t>
            </a:r>
          </a:p>
          <a:p>
            <a:pPr marL="285750" lvl="2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Canada, Qatar, Singapore, Sri Lanka, and Indonesia have low restaurant penetration but high engagement potential. Early entry gives Zomato a first-mover advantage.</a:t>
            </a:r>
          </a:p>
          <a:p>
            <a:pPr marL="285750" lvl="2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 Prioritize Indonesia and Qatar for expansion, leveraging high ratings and moderate spending. Use localized pricing to attract mid-tier and budget-conscious diners.</a:t>
            </a:r>
          </a:p>
          <a:p>
            <a:pPr marL="285750" lvl="2" indent="-285750">
              <a:buFont typeface="Wingdings" panose="05000000000000000000" pitchFamily="2" charset="2"/>
              <a:buChar char="Ø"/>
            </a:pPr>
            <a:endParaRPr lang="en-US" sz="1600" b="1" dirty="0"/>
          </a:p>
          <a:p>
            <a:pPr marL="285750" lvl="2" indent="-285750">
              <a:buFont typeface="Wingdings" panose="05000000000000000000" pitchFamily="2" charset="2"/>
              <a:buChar char="Ø"/>
            </a:pPr>
            <a:endParaRPr lang="en-US" sz="1600" b="1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b="1" u="sng" dirty="0"/>
              <a:t>Dominate Online Delivery by Enhancing Service Quality</a:t>
            </a:r>
          </a:p>
          <a:p>
            <a:pPr marL="285750" lvl="1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Online delivery surpasses table bookings, proving a shift toward digital-first dining. However, average online ratings (3.28) indicate room for improvement in service quality.</a:t>
            </a:r>
          </a:p>
          <a:p>
            <a:pPr marL="285750" lvl="1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Optimize last-mile delivery and reduce service delays to enhance customer experience.</a:t>
            </a:r>
          </a:p>
          <a:p>
            <a:pPr marL="285750" lvl="1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Expand partnerships with cloud kitchens in high-demand but low-restaurant-density areas.</a:t>
            </a:r>
          </a:p>
          <a:p>
            <a:pPr lvl="1"/>
            <a:endParaRPr lang="en-US" sz="1600" b="1" dirty="0"/>
          </a:p>
          <a:p>
            <a:endParaRPr lang="en-US" sz="1600" b="1" dirty="0"/>
          </a:p>
          <a:p>
            <a:endParaRPr lang="en-US" sz="1600" b="1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b="1" u="sng" dirty="0"/>
              <a:t> Boost Customer Engagement to Strengthen Market Presence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Engagement is weak in Canada, Brazil, and Singapore suffer from low customer interaction, increasing engagement in weaker markets will drive repeat customers.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Introduce rewards programs to encourage frequent orders.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US" sz="1600" b="1" dirty="0"/>
              <a:t>Run localized marketing campaigns in Canada, Brazil, and Singapore to improve brand recall.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613F52C3-5F64-1834-C325-F750E3C30B3C}"/>
              </a:ext>
            </a:extLst>
          </p:cNvPr>
          <p:cNvSpPr/>
          <p:nvPr/>
        </p:nvSpPr>
        <p:spPr>
          <a:xfrm>
            <a:off x="2890684" y="39325"/>
            <a:ext cx="5643716" cy="1012722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CONCLUSION</a:t>
            </a:r>
          </a:p>
        </p:txBody>
      </p:sp>
    </p:spTree>
    <p:extLst>
      <p:ext uri="{BB962C8B-B14F-4D97-AF65-F5344CB8AC3E}">
        <p14:creationId xmlns:p14="http://schemas.microsoft.com/office/powerpoint/2010/main" val="393610035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Diagonal Corners Rounded 7">
            <a:extLst>
              <a:ext uri="{FF2B5EF4-FFF2-40B4-BE49-F238E27FC236}">
                <a16:creationId xmlns:a16="http://schemas.microsoft.com/office/drawing/2014/main" id="{94CF9256-7C22-88ED-6BB7-947061519B2B}"/>
              </a:ext>
            </a:extLst>
          </p:cNvPr>
          <p:cNvSpPr/>
          <p:nvPr/>
        </p:nvSpPr>
        <p:spPr>
          <a:xfrm>
            <a:off x="0" y="16151"/>
            <a:ext cx="12191999" cy="1643042"/>
          </a:xfrm>
          <a:prstGeom prst="round2Diag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54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References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F472976-694C-DB99-A386-4242C35DA4F6}"/>
              </a:ext>
            </a:extLst>
          </p:cNvPr>
          <p:cNvSpPr txBox="1"/>
          <p:nvPr/>
        </p:nvSpPr>
        <p:spPr>
          <a:xfrm>
            <a:off x="167147" y="2355672"/>
            <a:ext cx="7374195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IN" sz="2400" dirty="0"/>
              <a:t>Google Finance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IN" sz="2400" dirty="0" err="1"/>
              <a:t>Elluminatiinc</a:t>
            </a:r>
            <a:r>
              <a:rPr lang="en-IN" sz="2400" dirty="0"/>
              <a:t>:</a:t>
            </a:r>
            <a:r>
              <a:rPr lang="en-US" sz="2400" dirty="0"/>
              <a:t>How Does Zomato Work, Zomato Business Model, and Revenue Insights</a:t>
            </a:r>
          </a:p>
          <a:p>
            <a:endParaRPr lang="en-IN" sz="2400" dirty="0"/>
          </a:p>
        </p:txBody>
      </p:sp>
    </p:spTree>
    <p:extLst>
      <p:ext uri="{BB962C8B-B14F-4D97-AF65-F5344CB8AC3E}">
        <p14:creationId xmlns:p14="http://schemas.microsoft.com/office/powerpoint/2010/main" val="20720913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92A916A0-D4F3-1552-7286-C53CBB3EF539}"/>
              </a:ext>
            </a:extLst>
          </p:cNvPr>
          <p:cNvSpPr/>
          <p:nvPr/>
        </p:nvSpPr>
        <p:spPr>
          <a:xfrm>
            <a:off x="875071" y="599768"/>
            <a:ext cx="9802761" cy="5388077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9DC3D58-132C-13B7-5152-B646B06E98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99889" y="2768600"/>
            <a:ext cx="8596668" cy="1320800"/>
          </a:xfrm>
        </p:spPr>
        <p:txBody>
          <a:bodyPr>
            <a:normAutofit/>
          </a:bodyPr>
          <a:lstStyle/>
          <a:p>
            <a:pPr algn="ctr"/>
            <a:r>
              <a:rPr lang="en-IN" sz="6600" b="1" dirty="0">
                <a:solidFill>
                  <a:schemeClr val="bg1">
                    <a:lumMod val="10000"/>
                  </a:schemeClr>
                </a:solidFill>
              </a:rPr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50211197"/>
      </p:ext>
    </p:extLst>
  </p:cSld>
  <p:clrMapOvr>
    <a:masterClrMapping/>
  </p:clrMapOvr>
</p:sld>
</file>

<file path=ppt/theme/theme1.xml><?xml version="1.0" encoding="utf-8"?>
<a:theme xmlns:a="http://schemas.openxmlformats.org/drawingml/2006/main" name="Indian Restaurant Business Plan by Slidesgo">
  <a:themeElements>
    <a:clrScheme name="Simple Light">
      <a:dk1>
        <a:srgbClr val="596247"/>
      </a:dk1>
      <a:lt1>
        <a:srgbClr val="EEDEB8"/>
      </a:lt1>
      <a:dk2>
        <a:srgbClr val="596247"/>
      </a:dk2>
      <a:lt2>
        <a:srgbClr val="BC5108"/>
      </a:lt2>
      <a:accent1>
        <a:srgbClr val="788461"/>
      </a:accent1>
      <a:accent2>
        <a:srgbClr val="FFF7E0"/>
      </a:accent2>
      <a:accent3>
        <a:srgbClr val="DD8143"/>
      </a:accent3>
      <a:accent4>
        <a:srgbClr val="FFFFFF"/>
      </a:accent4>
      <a:accent5>
        <a:srgbClr val="FFFFFF"/>
      </a:accent5>
      <a:accent6>
        <a:srgbClr val="FFFFFF"/>
      </a:accent6>
      <a:hlink>
        <a:srgbClr val="67725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acet">
  <a:themeElements>
    <a:clrScheme name="Custom 2">
      <a:dk1>
        <a:srgbClr val="FFFFFF"/>
      </a:dk1>
      <a:lt1>
        <a:srgbClr val="D8D8D8"/>
      </a:lt1>
      <a:dk2>
        <a:srgbClr val="EA7666"/>
      </a:dk2>
      <a:lt2>
        <a:srgbClr val="AD4C11"/>
      </a:lt2>
      <a:accent1>
        <a:srgbClr val="F5C1A2"/>
      </a:accent1>
      <a:accent2>
        <a:srgbClr val="F0A374"/>
      </a:accent2>
      <a:accent3>
        <a:srgbClr val="EA7666"/>
      </a:accent3>
      <a:accent4>
        <a:srgbClr val="E76618"/>
      </a:accent4>
      <a:accent5>
        <a:srgbClr val="C42F1A"/>
      </a:accent5>
      <a:accent6>
        <a:srgbClr val="918655"/>
      </a:accent6>
      <a:hlink>
        <a:srgbClr val="99CA3C"/>
      </a:hlink>
      <a:folHlink>
        <a:srgbClr val="B9D181"/>
      </a:folHlink>
    </a:clrScheme>
    <a:fontScheme name="Facet">
      <a:majorFont>
        <a:latin typeface="Trebuchet MS" panose="020B0603020202020204"/>
        <a:ea typeface=""/>
        <a:cs typeface=""/>
        <a:font script="Jpan" typeface="メイリオ"/>
        <a:font script="Hang" typeface="맑은 고딕"/>
        <a:font script="Hans" typeface="方正姚体"/>
        <a:font script="Hant" typeface="微軟正黑體"/>
        <a:font script="Arab" typeface="Tahoma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Trebuchet MS" panose="020B0603020202020204"/>
        <a:ea typeface=""/>
        <a:cs typeface=""/>
        <a:font script="Jpan" typeface="メイリオ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acet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lumMod val="110000"/>
              </a:schemeClr>
            </a:gs>
            <a:gs pos="88000">
              <a:schemeClr val="phClr">
                <a:tint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0000"/>
              </a:schemeClr>
            </a:gs>
            <a:gs pos="78000">
              <a:schemeClr val="phClr">
                <a:shade val="94000"/>
                <a:lumMod val="94000"/>
              </a:schemeClr>
            </a:gs>
          </a:gsLst>
          <a:lin ang="5400000" scaled="0"/>
        </a:gradFill>
      </a:fillStyleLst>
      <a:lnStyleLst>
        <a:ln w="12700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04000"/>
              </a:schemeClr>
            </a:gs>
            <a:gs pos="94000">
              <a:schemeClr val="phClr">
                <a:shade val="96000"/>
                <a:lumMod val="82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lumMod val="110000"/>
              </a:schemeClr>
            </a:gs>
            <a:gs pos="100000">
              <a:schemeClr val="phClr">
                <a:shade val="94000"/>
                <a:lumMod val="96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acet" id="{C0C680CD-088A-49FC-A102-D699147F32B2}" vid="{CFBC31BA-B70F-4F30-BCAA-4F3011E16C4D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Indian Restaurant Business Plan by Slidesgo</Template>
  <TotalTime>26505</TotalTime>
  <Words>1653</Words>
  <Application>Microsoft Office PowerPoint</Application>
  <PresentationFormat>Widescreen</PresentationFormat>
  <Paragraphs>140</Paragraphs>
  <Slides>21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21</vt:i4>
      </vt:variant>
    </vt:vector>
  </HeadingPairs>
  <TitlesOfParts>
    <vt:vector size="36" baseType="lpstr">
      <vt:lpstr>Aclonica</vt:lpstr>
      <vt:lpstr>Anaheim</vt:lpstr>
      <vt:lpstr>Arial</vt:lpstr>
      <vt:lpstr>Bebas Neue</vt:lpstr>
      <vt:lpstr>Calibri</vt:lpstr>
      <vt:lpstr>DM Sans</vt:lpstr>
      <vt:lpstr>Impact</vt:lpstr>
      <vt:lpstr>Overpass</vt:lpstr>
      <vt:lpstr>Proxima Nova</vt:lpstr>
      <vt:lpstr>Trebuchet MS</vt:lpstr>
      <vt:lpstr>Wingdings</vt:lpstr>
      <vt:lpstr>Wingdings 3</vt:lpstr>
      <vt:lpstr>Indian Restaurant Business Plan by Slidesgo</vt:lpstr>
      <vt:lpstr>Slidesgo Final Pages</vt:lpstr>
      <vt:lpstr>Facet</vt:lpstr>
      <vt:lpstr>PowerPoint Presentation</vt:lpstr>
      <vt:lpstr>PowerPoint Presentation</vt:lpstr>
      <vt:lpstr>PowerPoint Presentation</vt:lpstr>
      <vt:lpstr>PowerPoint Presentation</vt:lpstr>
      <vt:lpstr>Analytical Approach and Tools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Shivansh Nautiyal</dc:creator>
  <cp:lastModifiedBy>Shivansh Nautiyal</cp:lastModifiedBy>
  <cp:revision>16</cp:revision>
  <dcterms:created xsi:type="dcterms:W3CDTF">2025-02-21T11:31:32Z</dcterms:created>
  <dcterms:modified xsi:type="dcterms:W3CDTF">2025-03-18T06:10:30Z</dcterms:modified>
</cp:coreProperties>
</file>